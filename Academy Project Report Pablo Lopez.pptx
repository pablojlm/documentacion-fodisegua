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9" r:id="rId34"/>
    <p:sldId id="288"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japEjX1Mriwu8EeEDsxxklfXQ2X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GT"/>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‹Nº›</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extLst>
    <p:ext uri="{620B2872-D7B9-4A21-9093-7833F8D536E1}">
      <p15:sldGuideLst xmlns:p15="http://schemas.microsoft.com/office/powerpoint/2012/main">
        <p15:guide id="1" orient="horz" pos="2880">
          <p15:clr>
            <a:srgbClr val="F26B43"/>
          </p15:clr>
        </p15:guide>
        <p15:guide id="2" pos="2160">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G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G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G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Synopsys Title Slide">
  <p:cSld name="Synopsys Title Slide">
    <p:spTree>
      <p:nvGrpSpPr>
        <p:cNvPr id="1" name="Shape 15"/>
        <p:cNvGrpSpPr/>
        <p:nvPr/>
      </p:nvGrpSpPr>
      <p:grpSpPr>
        <a:xfrm>
          <a:off x="0" y="0"/>
          <a:ext cx="0" cy="0"/>
          <a:chOff x="0" y="0"/>
          <a:chExt cx="0" cy="0"/>
        </a:xfrm>
      </p:grpSpPr>
      <p:sp>
        <p:nvSpPr>
          <p:cNvPr id="16" name="Google Shape;16;p11"/>
          <p:cNvSpPr/>
          <p:nvPr/>
        </p:nvSpPr>
        <p:spPr>
          <a:xfrm>
            <a:off x="-7146" y="-4572"/>
            <a:ext cx="9555231" cy="6867144"/>
          </a:xfrm>
          <a:custGeom>
            <a:avLst/>
            <a:gdLst/>
            <a:ahLst/>
            <a:cxnLst/>
            <a:rect l="l" t="t" r="r" b="b"/>
            <a:pathLst>
              <a:path w="9542508" h="6858000" extrusionOk="0">
                <a:moveTo>
                  <a:pt x="0" y="0"/>
                </a:moveTo>
                <a:lnTo>
                  <a:pt x="9542508" y="0"/>
                </a:lnTo>
                <a:lnTo>
                  <a:pt x="7366146" y="6858000"/>
                </a:lnTo>
                <a:lnTo>
                  <a:pt x="7351569" y="6858000"/>
                </a:lnTo>
                <a:lnTo>
                  <a:pt x="0" y="6858000"/>
                </a:lnTo>
                <a:lnTo>
                  <a:pt x="0" y="0"/>
                </a:lnTo>
                <a:close/>
              </a:path>
            </a:pathLst>
          </a:custGeom>
          <a:gradFill>
            <a:gsLst>
              <a:gs pos="0">
                <a:srgbClr val="2D1541"/>
              </a:gs>
              <a:gs pos="50000">
                <a:srgbClr val="582A82"/>
              </a:gs>
              <a:gs pos="96000">
                <a:schemeClr val="accent1"/>
              </a:gs>
              <a:gs pos="100000">
                <a:schemeClr val="accent1"/>
              </a:gs>
            </a:gsLst>
            <a:lin ang="1062000" scaled="0"/>
          </a:gradFill>
          <a:ln>
            <a:noFill/>
          </a:ln>
          <a:effectLst>
            <a:outerShdw dist="76200" algn="l" rotWithShape="0">
              <a:schemeClr val="accent1">
                <a:alpha val="60000"/>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 name="Google Shape;17;p11"/>
          <p:cNvSpPr/>
          <p:nvPr/>
        </p:nvSpPr>
        <p:spPr>
          <a:xfrm>
            <a:off x="384914" y="381002"/>
            <a:ext cx="1783611" cy="388145"/>
          </a:xfrm>
          <a:custGeom>
            <a:avLst/>
            <a:gdLst/>
            <a:ahLst/>
            <a:cxnLst/>
            <a:rect l="l" t="t" r="r" b="b"/>
            <a:pathLst>
              <a:path w="2631852" h="572738" extrusionOk="0">
                <a:moveTo>
                  <a:pt x="183261" y="66961"/>
                </a:moveTo>
                <a:cubicBezTo>
                  <a:pt x="183261" y="49339"/>
                  <a:pt x="174498" y="36195"/>
                  <a:pt x="135541" y="36195"/>
                </a:cubicBezTo>
                <a:cubicBezTo>
                  <a:pt x="96679" y="36195"/>
                  <a:pt x="87820" y="49339"/>
                  <a:pt x="87820" y="66961"/>
                </a:cubicBezTo>
                <a:lnTo>
                  <a:pt x="87820" y="114681"/>
                </a:lnTo>
                <a:cubicBezTo>
                  <a:pt x="87820" y="129159"/>
                  <a:pt x="92869" y="143542"/>
                  <a:pt x="106680" y="155543"/>
                </a:cubicBezTo>
                <a:lnTo>
                  <a:pt x="238506" y="268510"/>
                </a:lnTo>
                <a:cubicBezTo>
                  <a:pt x="257366" y="284226"/>
                  <a:pt x="268605" y="303657"/>
                  <a:pt x="268605" y="323755"/>
                </a:cubicBezTo>
                <a:lnTo>
                  <a:pt x="268605" y="395287"/>
                </a:lnTo>
                <a:cubicBezTo>
                  <a:pt x="268605" y="437960"/>
                  <a:pt x="218408" y="461772"/>
                  <a:pt x="135541" y="461772"/>
                </a:cubicBezTo>
                <a:cubicBezTo>
                  <a:pt x="43910" y="461772"/>
                  <a:pt x="0" y="441103"/>
                  <a:pt x="0" y="395287"/>
                </a:cubicBezTo>
                <a:lnTo>
                  <a:pt x="0" y="333089"/>
                </a:lnTo>
                <a:lnTo>
                  <a:pt x="82868" y="333089"/>
                </a:lnTo>
                <a:lnTo>
                  <a:pt x="82868" y="392716"/>
                </a:lnTo>
                <a:cubicBezTo>
                  <a:pt x="82868" y="414052"/>
                  <a:pt x="99155" y="426625"/>
                  <a:pt x="135541" y="426625"/>
                </a:cubicBezTo>
                <a:cubicBezTo>
                  <a:pt x="169450" y="426625"/>
                  <a:pt x="185738" y="414052"/>
                  <a:pt x="185738" y="392716"/>
                </a:cubicBezTo>
                <a:lnTo>
                  <a:pt x="185738" y="329375"/>
                </a:lnTo>
                <a:cubicBezTo>
                  <a:pt x="185738" y="313658"/>
                  <a:pt x="179451" y="301752"/>
                  <a:pt x="161925" y="286036"/>
                </a:cubicBezTo>
                <a:lnTo>
                  <a:pt x="40100" y="179927"/>
                </a:lnTo>
                <a:cubicBezTo>
                  <a:pt x="17526" y="160496"/>
                  <a:pt x="4953" y="145352"/>
                  <a:pt x="4953" y="122206"/>
                </a:cubicBezTo>
                <a:lnTo>
                  <a:pt x="4953" y="67627"/>
                </a:lnTo>
                <a:cubicBezTo>
                  <a:pt x="4953" y="23051"/>
                  <a:pt x="51435" y="1048"/>
                  <a:pt x="135541" y="1048"/>
                </a:cubicBezTo>
                <a:cubicBezTo>
                  <a:pt x="228410" y="1048"/>
                  <a:pt x="266129" y="23051"/>
                  <a:pt x="266129" y="64484"/>
                </a:cubicBezTo>
                <a:lnTo>
                  <a:pt x="266129" y="122206"/>
                </a:lnTo>
                <a:lnTo>
                  <a:pt x="183261" y="122206"/>
                </a:lnTo>
                <a:lnTo>
                  <a:pt x="183261" y="66961"/>
                </a:lnTo>
                <a:close/>
                <a:moveTo>
                  <a:pt x="982218" y="76581"/>
                </a:moveTo>
                <a:cubicBezTo>
                  <a:pt x="982218" y="32004"/>
                  <a:pt x="1016127" y="0"/>
                  <a:pt x="1127855" y="0"/>
                </a:cubicBezTo>
                <a:cubicBezTo>
                  <a:pt x="1239583" y="0"/>
                  <a:pt x="1273493" y="32004"/>
                  <a:pt x="1273493" y="76581"/>
                </a:cubicBezTo>
                <a:lnTo>
                  <a:pt x="1273493" y="384143"/>
                </a:lnTo>
                <a:cubicBezTo>
                  <a:pt x="1273493" y="428720"/>
                  <a:pt x="1239583" y="460724"/>
                  <a:pt x="1127855" y="460724"/>
                </a:cubicBezTo>
                <a:cubicBezTo>
                  <a:pt x="1016127" y="460724"/>
                  <a:pt x="982218" y="428720"/>
                  <a:pt x="982218" y="384143"/>
                </a:cubicBezTo>
                <a:lnTo>
                  <a:pt x="982218" y="76581"/>
                </a:lnTo>
                <a:close/>
                <a:moveTo>
                  <a:pt x="1065086" y="382905"/>
                </a:moveTo>
                <a:cubicBezTo>
                  <a:pt x="1065086" y="408051"/>
                  <a:pt x="1075087" y="425577"/>
                  <a:pt x="1127855" y="425577"/>
                </a:cubicBezTo>
                <a:cubicBezTo>
                  <a:pt x="1180624" y="425577"/>
                  <a:pt x="1190625" y="407956"/>
                  <a:pt x="1190625" y="382905"/>
                </a:cubicBezTo>
                <a:lnTo>
                  <a:pt x="1190625" y="77914"/>
                </a:lnTo>
                <a:cubicBezTo>
                  <a:pt x="1190625" y="52768"/>
                  <a:pt x="1180529" y="35242"/>
                  <a:pt x="1127855" y="35242"/>
                </a:cubicBezTo>
                <a:cubicBezTo>
                  <a:pt x="1075087" y="35242"/>
                  <a:pt x="1065086" y="52864"/>
                  <a:pt x="1065086" y="77914"/>
                </a:cubicBezTo>
                <a:lnTo>
                  <a:pt x="1065086" y="382905"/>
                </a:lnTo>
                <a:close/>
                <a:moveTo>
                  <a:pt x="1319212" y="3810"/>
                </a:moveTo>
                <a:lnTo>
                  <a:pt x="1451039" y="3810"/>
                </a:lnTo>
                <a:cubicBezTo>
                  <a:pt x="1557719" y="3810"/>
                  <a:pt x="1589151" y="21431"/>
                  <a:pt x="1589151" y="72866"/>
                </a:cubicBezTo>
                <a:lnTo>
                  <a:pt x="1589151" y="183928"/>
                </a:lnTo>
                <a:cubicBezTo>
                  <a:pt x="1589151" y="235363"/>
                  <a:pt x="1557814" y="252984"/>
                  <a:pt x="1451134" y="252984"/>
                </a:cubicBezTo>
                <a:lnTo>
                  <a:pt x="1402175" y="252984"/>
                </a:lnTo>
                <a:lnTo>
                  <a:pt x="1402175" y="457010"/>
                </a:lnTo>
                <a:lnTo>
                  <a:pt x="1319308" y="457010"/>
                </a:lnTo>
                <a:lnTo>
                  <a:pt x="1319308" y="3810"/>
                </a:lnTo>
                <a:close/>
                <a:moveTo>
                  <a:pt x="1442276" y="217837"/>
                </a:moveTo>
                <a:cubicBezTo>
                  <a:pt x="1479995" y="217837"/>
                  <a:pt x="1506283" y="212788"/>
                  <a:pt x="1506283" y="189548"/>
                </a:cubicBezTo>
                <a:lnTo>
                  <a:pt x="1506283" y="67151"/>
                </a:lnTo>
                <a:cubicBezTo>
                  <a:pt x="1506283" y="43910"/>
                  <a:pt x="1479995" y="38862"/>
                  <a:pt x="1442276" y="38862"/>
                </a:cubicBezTo>
                <a:lnTo>
                  <a:pt x="1402080" y="38862"/>
                </a:lnTo>
                <a:lnTo>
                  <a:pt x="1402080" y="217837"/>
                </a:lnTo>
                <a:lnTo>
                  <a:pt x="1442276" y="217837"/>
                </a:lnTo>
                <a:close/>
                <a:moveTo>
                  <a:pt x="1796034" y="65913"/>
                </a:moveTo>
                <a:cubicBezTo>
                  <a:pt x="1796034" y="48292"/>
                  <a:pt x="1787271" y="35147"/>
                  <a:pt x="1748409" y="35147"/>
                </a:cubicBezTo>
                <a:cubicBezTo>
                  <a:pt x="1709452" y="35147"/>
                  <a:pt x="1700594" y="48292"/>
                  <a:pt x="1700594" y="65913"/>
                </a:cubicBezTo>
                <a:lnTo>
                  <a:pt x="1700594" y="113633"/>
                </a:lnTo>
                <a:cubicBezTo>
                  <a:pt x="1700594" y="128016"/>
                  <a:pt x="1705642" y="142494"/>
                  <a:pt x="1719453" y="154400"/>
                </a:cubicBezTo>
                <a:lnTo>
                  <a:pt x="1851279" y="267367"/>
                </a:lnTo>
                <a:cubicBezTo>
                  <a:pt x="1870043" y="283083"/>
                  <a:pt x="1881378" y="302514"/>
                  <a:pt x="1881378" y="322612"/>
                </a:cubicBezTo>
                <a:lnTo>
                  <a:pt x="1881378" y="394145"/>
                </a:lnTo>
                <a:cubicBezTo>
                  <a:pt x="1881378" y="436817"/>
                  <a:pt x="1831181" y="460629"/>
                  <a:pt x="1748314" y="460629"/>
                </a:cubicBezTo>
                <a:cubicBezTo>
                  <a:pt x="1656683" y="460629"/>
                  <a:pt x="1612678" y="439960"/>
                  <a:pt x="1612678" y="394049"/>
                </a:cubicBezTo>
                <a:lnTo>
                  <a:pt x="1612678" y="331946"/>
                </a:lnTo>
                <a:lnTo>
                  <a:pt x="1695545" y="331946"/>
                </a:lnTo>
                <a:lnTo>
                  <a:pt x="1695545" y="391573"/>
                </a:lnTo>
                <a:cubicBezTo>
                  <a:pt x="1695545" y="412909"/>
                  <a:pt x="1711833" y="425482"/>
                  <a:pt x="1748314" y="425482"/>
                </a:cubicBezTo>
                <a:cubicBezTo>
                  <a:pt x="1782223" y="425482"/>
                  <a:pt x="1798511" y="412909"/>
                  <a:pt x="1798511" y="391573"/>
                </a:cubicBezTo>
                <a:lnTo>
                  <a:pt x="1798511" y="328327"/>
                </a:lnTo>
                <a:cubicBezTo>
                  <a:pt x="1798511" y="312610"/>
                  <a:pt x="1792319" y="300704"/>
                  <a:pt x="1774698" y="284988"/>
                </a:cubicBezTo>
                <a:lnTo>
                  <a:pt x="1652969" y="178880"/>
                </a:lnTo>
                <a:cubicBezTo>
                  <a:pt x="1630394" y="159449"/>
                  <a:pt x="1617821" y="144399"/>
                  <a:pt x="1617821" y="121158"/>
                </a:cubicBezTo>
                <a:lnTo>
                  <a:pt x="1617821" y="66484"/>
                </a:lnTo>
                <a:cubicBezTo>
                  <a:pt x="1617821" y="21907"/>
                  <a:pt x="1664208" y="0"/>
                  <a:pt x="1748409" y="0"/>
                </a:cubicBezTo>
                <a:cubicBezTo>
                  <a:pt x="1841278" y="0"/>
                  <a:pt x="1878902" y="21907"/>
                  <a:pt x="1878902" y="63437"/>
                </a:cubicBezTo>
                <a:lnTo>
                  <a:pt x="1878902" y="121158"/>
                </a:lnTo>
                <a:lnTo>
                  <a:pt x="1796034" y="121158"/>
                </a:lnTo>
                <a:lnTo>
                  <a:pt x="1796034" y="65913"/>
                </a:lnTo>
                <a:close/>
                <a:moveTo>
                  <a:pt x="2407444" y="65913"/>
                </a:moveTo>
                <a:cubicBezTo>
                  <a:pt x="2407444" y="48387"/>
                  <a:pt x="2398585" y="35147"/>
                  <a:pt x="2359724" y="35147"/>
                </a:cubicBezTo>
                <a:cubicBezTo>
                  <a:pt x="2320862" y="35147"/>
                  <a:pt x="2312003" y="48292"/>
                  <a:pt x="2312003" y="65913"/>
                </a:cubicBezTo>
                <a:lnTo>
                  <a:pt x="2312003" y="113633"/>
                </a:lnTo>
                <a:cubicBezTo>
                  <a:pt x="2312003" y="128111"/>
                  <a:pt x="2317052" y="142494"/>
                  <a:pt x="2330863" y="154400"/>
                </a:cubicBezTo>
                <a:lnTo>
                  <a:pt x="2462689" y="267367"/>
                </a:lnTo>
                <a:cubicBezTo>
                  <a:pt x="2481548" y="283083"/>
                  <a:pt x="2492788" y="302514"/>
                  <a:pt x="2492788" y="322612"/>
                </a:cubicBezTo>
                <a:lnTo>
                  <a:pt x="2492788" y="394145"/>
                </a:lnTo>
                <a:cubicBezTo>
                  <a:pt x="2492788" y="436817"/>
                  <a:pt x="2442591" y="460629"/>
                  <a:pt x="2359724" y="460629"/>
                </a:cubicBezTo>
                <a:cubicBezTo>
                  <a:pt x="2268093" y="460629"/>
                  <a:pt x="2224088" y="439960"/>
                  <a:pt x="2224088" y="394145"/>
                </a:cubicBezTo>
                <a:lnTo>
                  <a:pt x="2224088" y="332042"/>
                </a:lnTo>
                <a:lnTo>
                  <a:pt x="2306955" y="332042"/>
                </a:lnTo>
                <a:lnTo>
                  <a:pt x="2306955" y="391668"/>
                </a:lnTo>
                <a:cubicBezTo>
                  <a:pt x="2306955" y="413004"/>
                  <a:pt x="2323338" y="425577"/>
                  <a:pt x="2359724" y="425577"/>
                </a:cubicBezTo>
                <a:cubicBezTo>
                  <a:pt x="2393537" y="425577"/>
                  <a:pt x="2409920" y="413004"/>
                  <a:pt x="2409920" y="391668"/>
                </a:cubicBezTo>
                <a:lnTo>
                  <a:pt x="2409920" y="328327"/>
                </a:lnTo>
                <a:cubicBezTo>
                  <a:pt x="2409920" y="312610"/>
                  <a:pt x="2403634" y="300704"/>
                  <a:pt x="2386013" y="284988"/>
                </a:cubicBezTo>
                <a:lnTo>
                  <a:pt x="2264283" y="178880"/>
                </a:lnTo>
                <a:cubicBezTo>
                  <a:pt x="2241709" y="159449"/>
                  <a:pt x="2229136" y="144399"/>
                  <a:pt x="2229136" y="121158"/>
                </a:cubicBezTo>
                <a:lnTo>
                  <a:pt x="2229136" y="66484"/>
                </a:lnTo>
                <a:cubicBezTo>
                  <a:pt x="2229136" y="21907"/>
                  <a:pt x="2275618" y="0"/>
                  <a:pt x="2359724" y="0"/>
                </a:cubicBezTo>
                <a:cubicBezTo>
                  <a:pt x="2452592" y="0"/>
                  <a:pt x="2490216" y="22003"/>
                  <a:pt x="2490216" y="63437"/>
                </a:cubicBezTo>
                <a:lnTo>
                  <a:pt x="2490216" y="121158"/>
                </a:lnTo>
                <a:lnTo>
                  <a:pt x="2407444" y="121158"/>
                </a:lnTo>
                <a:lnTo>
                  <a:pt x="2407444" y="65913"/>
                </a:lnTo>
                <a:close/>
                <a:moveTo>
                  <a:pt x="343376" y="572738"/>
                </a:moveTo>
                <a:lnTo>
                  <a:pt x="426339" y="572738"/>
                </a:lnTo>
                <a:lnTo>
                  <a:pt x="607886" y="3810"/>
                </a:lnTo>
                <a:lnTo>
                  <a:pt x="524923" y="3810"/>
                </a:lnTo>
                <a:lnTo>
                  <a:pt x="343376" y="572738"/>
                </a:lnTo>
                <a:close/>
                <a:moveTo>
                  <a:pt x="435578" y="226981"/>
                </a:moveTo>
                <a:lnTo>
                  <a:pt x="364807" y="4858"/>
                </a:lnTo>
                <a:lnTo>
                  <a:pt x="281845" y="4858"/>
                </a:lnTo>
                <a:lnTo>
                  <a:pt x="394049" y="357283"/>
                </a:lnTo>
                <a:lnTo>
                  <a:pt x="435578" y="226981"/>
                </a:lnTo>
                <a:close/>
                <a:moveTo>
                  <a:pt x="1955292" y="572738"/>
                </a:moveTo>
                <a:lnTo>
                  <a:pt x="2038255" y="572738"/>
                </a:lnTo>
                <a:lnTo>
                  <a:pt x="2219801" y="3715"/>
                </a:lnTo>
                <a:lnTo>
                  <a:pt x="2136839" y="3715"/>
                </a:lnTo>
                <a:lnTo>
                  <a:pt x="1955292" y="572738"/>
                </a:lnTo>
                <a:close/>
                <a:moveTo>
                  <a:pt x="2047875" y="225933"/>
                </a:moveTo>
                <a:lnTo>
                  <a:pt x="1977104" y="3810"/>
                </a:lnTo>
                <a:lnTo>
                  <a:pt x="1894141" y="3810"/>
                </a:lnTo>
                <a:lnTo>
                  <a:pt x="2006346" y="356235"/>
                </a:lnTo>
                <a:lnTo>
                  <a:pt x="2047875" y="225933"/>
                </a:lnTo>
                <a:close/>
                <a:moveTo>
                  <a:pt x="931164" y="457010"/>
                </a:moveTo>
                <a:lnTo>
                  <a:pt x="931545" y="457010"/>
                </a:lnTo>
                <a:lnTo>
                  <a:pt x="931545" y="72962"/>
                </a:lnTo>
                <a:cubicBezTo>
                  <a:pt x="931545" y="21527"/>
                  <a:pt x="900113" y="3905"/>
                  <a:pt x="793528" y="3905"/>
                </a:cubicBezTo>
                <a:lnTo>
                  <a:pt x="633698" y="3905"/>
                </a:lnTo>
                <a:lnTo>
                  <a:pt x="633698" y="457105"/>
                </a:lnTo>
                <a:lnTo>
                  <a:pt x="716471" y="457105"/>
                </a:lnTo>
                <a:lnTo>
                  <a:pt x="716566" y="457010"/>
                </a:lnTo>
                <a:lnTo>
                  <a:pt x="716566" y="39052"/>
                </a:lnTo>
                <a:lnTo>
                  <a:pt x="784670" y="39052"/>
                </a:lnTo>
                <a:cubicBezTo>
                  <a:pt x="822293" y="39052"/>
                  <a:pt x="848678" y="44101"/>
                  <a:pt x="848678" y="67342"/>
                </a:cubicBezTo>
                <a:lnTo>
                  <a:pt x="848678" y="457010"/>
                </a:lnTo>
                <a:lnTo>
                  <a:pt x="931164" y="457010"/>
                </a:lnTo>
                <a:close/>
                <a:moveTo>
                  <a:pt x="2524982" y="59722"/>
                </a:moveTo>
                <a:cubicBezTo>
                  <a:pt x="2524982" y="29432"/>
                  <a:pt x="2549557" y="7144"/>
                  <a:pt x="2578608" y="7144"/>
                </a:cubicBezTo>
                <a:cubicBezTo>
                  <a:pt x="2607374" y="7144"/>
                  <a:pt x="2631853" y="29432"/>
                  <a:pt x="2631853" y="59722"/>
                </a:cubicBezTo>
                <a:cubicBezTo>
                  <a:pt x="2631853" y="90297"/>
                  <a:pt x="2607278" y="112681"/>
                  <a:pt x="2578608" y="112681"/>
                </a:cubicBezTo>
                <a:cubicBezTo>
                  <a:pt x="2549557" y="112681"/>
                  <a:pt x="2524982" y="90297"/>
                  <a:pt x="2524982" y="59722"/>
                </a:cubicBezTo>
                <a:close/>
                <a:moveTo>
                  <a:pt x="2578608" y="103918"/>
                </a:moveTo>
                <a:cubicBezTo>
                  <a:pt x="2602516" y="103918"/>
                  <a:pt x="2621280" y="85249"/>
                  <a:pt x="2621280" y="59817"/>
                </a:cubicBezTo>
                <a:cubicBezTo>
                  <a:pt x="2621280" y="34862"/>
                  <a:pt x="2602516" y="16002"/>
                  <a:pt x="2578608" y="16002"/>
                </a:cubicBezTo>
                <a:cubicBezTo>
                  <a:pt x="2554415" y="16002"/>
                  <a:pt x="2535555" y="34862"/>
                  <a:pt x="2535555" y="59817"/>
                </a:cubicBezTo>
                <a:cubicBezTo>
                  <a:pt x="2535650" y="85153"/>
                  <a:pt x="2554415" y="103918"/>
                  <a:pt x="2578608" y="103918"/>
                </a:cubicBezTo>
                <a:close/>
                <a:moveTo>
                  <a:pt x="2567464" y="90297"/>
                </a:moveTo>
                <a:lnTo>
                  <a:pt x="2558225" y="90297"/>
                </a:lnTo>
                <a:lnTo>
                  <a:pt x="2558225" y="29432"/>
                </a:lnTo>
                <a:lnTo>
                  <a:pt x="2581466" y="29432"/>
                </a:lnTo>
                <a:cubicBezTo>
                  <a:pt x="2595848" y="29432"/>
                  <a:pt x="2602897" y="34766"/>
                  <a:pt x="2602897" y="46768"/>
                </a:cubicBezTo>
                <a:cubicBezTo>
                  <a:pt x="2602897" y="57626"/>
                  <a:pt x="2596039" y="62389"/>
                  <a:pt x="2587085" y="63532"/>
                </a:cubicBezTo>
                <a:lnTo>
                  <a:pt x="2604421" y="90297"/>
                </a:lnTo>
                <a:lnTo>
                  <a:pt x="2594134" y="90297"/>
                </a:lnTo>
                <a:lnTo>
                  <a:pt x="2578037" y="63913"/>
                </a:lnTo>
                <a:lnTo>
                  <a:pt x="2567464" y="63913"/>
                </a:lnTo>
                <a:lnTo>
                  <a:pt x="2567464" y="90297"/>
                </a:lnTo>
                <a:close/>
                <a:moveTo>
                  <a:pt x="2578418" y="56102"/>
                </a:moveTo>
                <a:cubicBezTo>
                  <a:pt x="2586228" y="56102"/>
                  <a:pt x="2593277" y="55531"/>
                  <a:pt x="2593277" y="46196"/>
                </a:cubicBezTo>
                <a:cubicBezTo>
                  <a:pt x="2593277" y="38671"/>
                  <a:pt x="2586418" y="37243"/>
                  <a:pt x="2580037" y="37243"/>
                </a:cubicBezTo>
                <a:lnTo>
                  <a:pt x="2567464" y="37243"/>
                </a:lnTo>
                <a:lnTo>
                  <a:pt x="2567464" y="56102"/>
                </a:lnTo>
                <a:lnTo>
                  <a:pt x="2578418" y="561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11"/>
          <p:cNvSpPr txBox="1">
            <a:spLocks noGrp="1"/>
          </p:cNvSpPr>
          <p:nvPr>
            <p:ph type="ctrTitle"/>
          </p:nvPr>
        </p:nvSpPr>
        <p:spPr>
          <a:xfrm>
            <a:off x="381001" y="2170162"/>
            <a:ext cx="7534274" cy="137611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1"/>
          <p:cNvSpPr txBox="1">
            <a:spLocks noGrp="1"/>
          </p:cNvSpPr>
          <p:nvPr>
            <p:ph type="subTitle" idx="1"/>
          </p:nvPr>
        </p:nvSpPr>
        <p:spPr>
          <a:xfrm>
            <a:off x="381001" y="3550705"/>
            <a:ext cx="7534274" cy="457200"/>
          </a:xfrm>
          <a:prstGeom prst="rect">
            <a:avLst/>
          </a:prstGeom>
          <a:noFill/>
          <a:ln>
            <a:noFill/>
          </a:ln>
        </p:spPr>
        <p:txBody>
          <a:bodyPr spcFirstLastPara="1" wrap="square" lIns="0" tIns="91425" rIns="0" bIns="0" anchor="t" anchorCtr="0">
            <a:noAutofit/>
          </a:bodyPr>
          <a:lstStyle>
            <a:lvl1pPr lvl="0" algn="l">
              <a:lnSpc>
                <a:spcPct val="100000"/>
              </a:lnSpc>
              <a:spcBef>
                <a:spcPts val="0"/>
              </a:spcBef>
              <a:spcAft>
                <a:spcPts val="0"/>
              </a:spcAft>
              <a:buSzPts val="2800"/>
              <a:buNone/>
              <a:defRPr sz="2800" b="0">
                <a:solidFill>
                  <a:schemeClr val="lt1"/>
                </a:solidFill>
                <a:latin typeface="Arial"/>
                <a:ea typeface="Arial"/>
                <a:cs typeface="Arial"/>
                <a:sym typeface="Arial"/>
              </a:defRPr>
            </a:lvl1pPr>
            <a:lvl2pPr lvl="1" algn="ctr">
              <a:lnSpc>
                <a:spcPct val="100000"/>
              </a:lnSpc>
              <a:spcBef>
                <a:spcPts val="600"/>
              </a:spcBef>
              <a:spcAft>
                <a:spcPts val="0"/>
              </a:spcAft>
              <a:buSzPts val="1800"/>
              <a:buNone/>
              <a:defRPr>
                <a:solidFill>
                  <a:srgbClr val="888888"/>
                </a:solidFill>
              </a:defRPr>
            </a:lvl2pPr>
            <a:lvl3pPr lvl="2" algn="ctr">
              <a:lnSpc>
                <a:spcPct val="100000"/>
              </a:lnSpc>
              <a:spcBef>
                <a:spcPts val="600"/>
              </a:spcBef>
              <a:spcAft>
                <a:spcPts val="0"/>
              </a:spcAft>
              <a:buSzPts val="1600"/>
              <a:buNone/>
              <a:defRPr>
                <a:solidFill>
                  <a:srgbClr val="888888"/>
                </a:solidFill>
              </a:defRPr>
            </a:lvl3pPr>
            <a:lvl4pPr lvl="3" algn="ctr">
              <a:lnSpc>
                <a:spcPct val="100000"/>
              </a:lnSpc>
              <a:spcBef>
                <a:spcPts val="600"/>
              </a:spcBef>
              <a:spcAft>
                <a:spcPts val="0"/>
              </a:spcAft>
              <a:buSzPts val="1400"/>
              <a:buNone/>
              <a:defRPr>
                <a:solidFill>
                  <a:srgbClr val="888888"/>
                </a:solidFill>
              </a:defRPr>
            </a:lvl4pPr>
            <a:lvl5pPr lvl="4" algn="ctr">
              <a:lnSpc>
                <a:spcPct val="100000"/>
              </a:lnSpc>
              <a:spcBef>
                <a:spcPts val="300"/>
              </a:spcBef>
              <a:spcAft>
                <a:spcPts val="0"/>
              </a:spcAft>
              <a:buSzPts val="1400"/>
              <a:buNone/>
              <a:defRPr>
                <a:solidFill>
                  <a:srgbClr val="888888"/>
                </a:solidFill>
              </a:defRPr>
            </a:lvl5pPr>
            <a:lvl6pPr lvl="5" algn="ctr">
              <a:lnSpc>
                <a:spcPct val="100000"/>
              </a:lnSpc>
              <a:spcBef>
                <a:spcPts val="300"/>
              </a:spcBef>
              <a:spcAft>
                <a:spcPts val="0"/>
              </a:spcAft>
              <a:buSzPts val="1400"/>
              <a:buNone/>
              <a:defRPr>
                <a:solidFill>
                  <a:srgbClr val="888888"/>
                </a:solidFill>
              </a:defRPr>
            </a:lvl6pPr>
            <a:lvl7pPr lvl="6" algn="ctr">
              <a:lnSpc>
                <a:spcPct val="100000"/>
              </a:lnSpc>
              <a:spcBef>
                <a:spcPts val="300"/>
              </a:spcBef>
              <a:spcAft>
                <a:spcPts val="0"/>
              </a:spcAft>
              <a:buSzPts val="1400"/>
              <a:buNone/>
              <a:defRPr>
                <a:solidFill>
                  <a:srgbClr val="888888"/>
                </a:solidFill>
              </a:defRPr>
            </a:lvl7pPr>
            <a:lvl8pPr lvl="7" algn="ctr">
              <a:lnSpc>
                <a:spcPct val="100000"/>
              </a:lnSpc>
              <a:spcBef>
                <a:spcPts val="300"/>
              </a:spcBef>
              <a:spcAft>
                <a:spcPts val="0"/>
              </a:spcAft>
              <a:buSzPts val="1400"/>
              <a:buNone/>
              <a:defRPr>
                <a:solidFill>
                  <a:srgbClr val="888888"/>
                </a:solidFill>
              </a:defRPr>
            </a:lvl8pPr>
            <a:lvl9pPr lvl="8" algn="ctr">
              <a:lnSpc>
                <a:spcPct val="100000"/>
              </a:lnSpc>
              <a:spcBef>
                <a:spcPts val="300"/>
              </a:spcBef>
              <a:spcAft>
                <a:spcPts val="300"/>
              </a:spcAft>
              <a:buSzPts val="1400"/>
              <a:buNone/>
              <a:defRPr>
                <a:solidFill>
                  <a:srgbClr val="888888"/>
                </a:solidFill>
              </a:defRPr>
            </a:lvl9pPr>
          </a:lstStyle>
          <a:p>
            <a:endParaRPr/>
          </a:p>
        </p:txBody>
      </p:sp>
      <p:sp>
        <p:nvSpPr>
          <p:cNvPr id="20" name="Google Shape;20;p11"/>
          <p:cNvSpPr txBox="1">
            <a:spLocks noGrp="1"/>
          </p:cNvSpPr>
          <p:nvPr>
            <p:ph type="body" idx="2"/>
          </p:nvPr>
        </p:nvSpPr>
        <p:spPr>
          <a:xfrm>
            <a:off x="381000" y="4194595"/>
            <a:ext cx="6561138" cy="73152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2400"/>
              <a:buNone/>
              <a:defRPr sz="2400">
                <a:solidFill>
                  <a:schemeClr val="lt1"/>
                </a:solidFill>
                <a:latin typeface="Arial"/>
                <a:ea typeface="Arial"/>
                <a:cs typeface="Arial"/>
                <a:sym typeface="Arial"/>
              </a:defRPr>
            </a:lvl1pPr>
            <a:lvl2pPr marL="914400" lvl="1" indent="-228600" algn="ctr">
              <a:lnSpc>
                <a:spcPct val="100000"/>
              </a:lnSpc>
              <a:spcBef>
                <a:spcPts val="600"/>
              </a:spcBef>
              <a:spcAft>
                <a:spcPts val="0"/>
              </a:spcAft>
              <a:buSzPts val="1800"/>
              <a:buNone/>
              <a:defRPr>
                <a:solidFill>
                  <a:srgbClr val="595959"/>
                </a:solidFill>
              </a:defRPr>
            </a:lvl2pPr>
            <a:lvl3pPr marL="1371600" lvl="2" indent="-330200" algn="ctr">
              <a:lnSpc>
                <a:spcPct val="100000"/>
              </a:lnSpc>
              <a:spcBef>
                <a:spcPts val="600"/>
              </a:spcBef>
              <a:spcAft>
                <a:spcPts val="0"/>
              </a:spcAft>
              <a:buSzPts val="1600"/>
              <a:buChar char="–"/>
              <a:defRPr>
                <a:solidFill>
                  <a:srgbClr val="595959"/>
                </a:solidFill>
              </a:defRPr>
            </a:lvl3pPr>
            <a:lvl4pPr marL="1828800" lvl="3" indent="-317500" algn="ctr">
              <a:lnSpc>
                <a:spcPct val="100000"/>
              </a:lnSpc>
              <a:spcBef>
                <a:spcPts val="600"/>
              </a:spcBef>
              <a:spcAft>
                <a:spcPts val="0"/>
              </a:spcAft>
              <a:buSzPts val="1400"/>
              <a:buChar char="–"/>
              <a:defRPr>
                <a:solidFill>
                  <a:srgbClr val="595959"/>
                </a:solidFill>
              </a:defRPr>
            </a:lvl4pPr>
            <a:lvl5pPr marL="2286000" lvl="4" indent="-317500" algn="ctr">
              <a:lnSpc>
                <a:spcPct val="100000"/>
              </a:lnSpc>
              <a:spcBef>
                <a:spcPts val="300"/>
              </a:spcBef>
              <a:spcAft>
                <a:spcPts val="0"/>
              </a:spcAft>
              <a:buSzPts val="1400"/>
              <a:buChar char="–"/>
              <a:defRPr>
                <a:solidFill>
                  <a:srgbClr val="595959"/>
                </a:solidFill>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1" name="Google Shape;21;p11"/>
          <p:cNvSpPr txBox="1">
            <a:spLocks noGrp="1"/>
          </p:cNvSpPr>
          <p:nvPr>
            <p:ph type="body" idx="3"/>
          </p:nvPr>
        </p:nvSpPr>
        <p:spPr>
          <a:xfrm>
            <a:off x="381000" y="4937689"/>
            <a:ext cx="6561138" cy="39681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None/>
              <a:defRPr sz="2000">
                <a:solidFill>
                  <a:schemeClr val="lt1"/>
                </a:solidFill>
                <a:latin typeface="Arial"/>
                <a:ea typeface="Arial"/>
                <a:cs typeface="Arial"/>
                <a:sym typeface="Arial"/>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Legal Disclosure NDA">
  <p:cSld name="Legal Disclosure NDA">
    <p:spTree>
      <p:nvGrpSpPr>
        <p:cNvPr id="1" name="Shape 22"/>
        <p:cNvGrpSpPr/>
        <p:nvPr/>
      </p:nvGrpSpPr>
      <p:grpSpPr>
        <a:xfrm>
          <a:off x="0" y="0"/>
          <a:ext cx="0" cy="0"/>
          <a:chOff x="0" y="0"/>
          <a:chExt cx="0" cy="0"/>
        </a:xfrm>
      </p:grpSpPr>
      <p:sp>
        <p:nvSpPr>
          <p:cNvPr id="23" name="Google Shape;23;p12"/>
          <p:cNvSpPr/>
          <p:nvPr/>
        </p:nvSpPr>
        <p:spPr>
          <a:xfrm>
            <a:off x="2327275" y="0"/>
            <a:ext cx="9864726" cy="6857790"/>
          </a:xfrm>
          <a:prstGeom prst="rect">
            <a:avLst/>
          </a:prstGeom>
          <a:gradFill>
            <a:gsLst>
              <a:gs pos="0">
                <a:srgbClr val="EEF2F6"/>
              </a:gs>
              <a:gs pos="30000">
                <a:srgbClr val="EEF2F6"/>
              </a:gs>
              <a:gs pos="90000">
                <a:srgbClr val="EEF2F6">
                  <a:alpha val="0"/>
                </a:srgbClr>
              </a:gs>
              <a:gs pos="100000">
                <a:srgbClr val="EEF2F6">
                  <a:alpha val="0"/>
                </a:srgbClr>
              </a:gs>
            </a:gsLst>
            <a:lin ang="1062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4" name="Google Shape;24;p12"/>
          <p:cNvGrpSpPr/>
          <p:nvPr/>
        </p:nvGrpSpPr>
        <p:grpSpPr>
          <a:xfrm>
            <a:off x="0" y="0"/>
            <a:ext cx="4866641" cy="6858000"/>
            <a:chOff x="0" y="0"/>
            <a:chExt cx="4866641" cy="6858000"/>
          </a:xfrm>
        </p:grpSpPr>
        <p:sp>
          <p:nvSpPr>
            <p:cNvPr id="25" name="Google Shape;25;p12"/>
            <p:cNvSpPr/>
            <p:nvPr/>
          </p:nvSpPr>
          <p:spPr>
            <a:xfrm>
              <a:off x="0" y="0"/>
              <a:ext cx="4866641" cy="6858000"/>
            </a:xfrm>
            <a:prstGeom prst="parallelogram">
              <a:avLst>
                <a:gd name="adj" fmla="val 44720"/>
              </a:avLst>
            </a:prstGeom>
            <a:gradFill>
              <a:gsLst>
                <a:gs pos="0">
                  <a:srgbClr val="FFFFFF">
                    <a:alpha val="0"/>
                  </a:srgbClr>
                </a:gs>
                <a:gs pos="19000">
                  <a:srgbClr val="FFFFFF">
                    <a:alpha val="0"/>
                  </a:srgbClr>
                </a:gs>
                <a:gs pos="85000">
                  <a:schemeClr val="lt1"/>
                </a:gs>
                <a:gs pos="95000">
                  <a:srgbClr val="FFFFFF">
                    <a:alpha val="0"/>
                  </a:srgbClr>
                </a:gs>
                <a:gs pos="100000">
                  <a:srgbClr val="FFFFFF">
                    <a:alpha val="0"/>
                  </a:srgbClr>
                </a:gs>
              </a:gsLst>
              <a:lin ang="5400000" scaled="0"/>
            </a:gradFill>
            <a:ln>
              <a:noFill/>
            </a:ln>
            <a:effectLst>
              <a:outerShdw blurRad="127000" algn="ctr" rotWithShape="0">
                <a:srgbClr val="000000">
                  <a:alpha val="30196"/>
                </a:srgbClr>
              </a:outerShdw>
            </a:effectLst>
          </p:spPr>
          <p:txBody>
            <a:bodyPr spcFirstLastPara="1" wrap="square" lIns="0" tIns="0" rIns="0" bIns="0" anchor="ctr" anchorCtr="0">
              <a:noAutofit/>
            </a:bodyPr>
            <a:lstStyle/>
            <a:p>
              <a:pPr marL="0" marR="0" lvl="0" indent="0" algn="r" rtl="0">
                <a:spcBef>
                  <a:spcPts val="0"/>
                </a:spcBef>
                <a:spcAft>
                  <a:spcPts val="0"/>
                </a:spcAft>
                <a:buNone/>
              </a:pPr>
              <a:endParaRPr sz="2400">
                <a:solidFill>
                  <a:srgbClr val="FFFFFF"/>
                </a:solidFill>
                <a:latin typeface="Arial"/>
                <a:ea typeface="Arial"/>
                <a:cs typeface="Arial"/>
                <a:sym typeface="Arial"/>
              </a:endParaRPr>
            </a:p>
          </p:txBody>
        </p:sp>
        <p:sp>
          <p:nvSpPr>
            <p:cNvPr id="26" name="Google Shape;26;p12"/>
            <p:cNvSpPr/>
            <p:nvPr/>
          </p:nvSpPr>
          <p:spPr>
            <a:xfrm>
              <a:off x="0" y="0"/>
              <a:ext cx="4866641" cy="6858000"/>
            </a:xfrm>
            <a:prstGeom prst="parallelogram">
              <a:avLst>
                <a:gd name="adj" fmla="val 44720"/>
              </a:avLst>
            </a:prstGeom>
            <a:solidFill>
              <a:schemeClr val="lt1"/>
            </a:solidFill>
            <a:ln>
              <a:noFill/>
            </a:ln>
          </p:spPr>
          <p:txBody>
            <a:bodyPr spcFirstLastPara="1" wrap="square" lIns="0" tIns="0" rIns="0" bIns="0" anchor="ctr" anchorCtr="0">
              <a:noAutofit/>
            </a:bodyPr>
            <a:lstStyle/>
            <a:p>
              <a:pPr marL="0" marR="0" lvl="0" indent="0" algn="r" rtl="0">
                <a:spcBef>
                  <a:spcPts val="0"/>
                </a:spcBef>
                <a:spcAft>
                  <a:spcPts val="0"/>
                </a:spcAft>
                <a:buNone/>
              </a:pPr>
              <a:endParaRPr sz="2400">
                <a:solidFill>
                  <a:srgbClr val="FFFFFF"/>
                </a:solidFill>
                <a:latin typeface="Arial"/>
                <a:ea typeface="Arial"/>
                <a:cs typeface="Arial"/>
                <a:sym typeface="Arial"/>
              </a:endParaRPr>
            </a:p>
          </p:txBody>
        </p:sp>
        <p:sp>
          <p:nvSpPr>
            <p:cNvPr id="27" name="Google Shape;27;p12"/>
            <p:cNvSpPr/>
            <p:nvPr/>
          </p:nvSpPr>
          <p:spPr>
            <a:xfrm>
              <a:off x="0" y="0"/>
              <a:ext cx="267570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28" name="Google Shape;28;p12"/>
          <p:cNvSpPr txBox="1"/>
          <p:nvPr/>
        </p:nvSpPr>
        <p:spPr>
          <a:xfrm>
            <a:off x="381000" y="2943117"/>
            <a:ext cx="2666999" cy="959065"/>
          </a:xfrm>
          <a:prstGeom prst="rect">
            <a:avLst/>
          </a:prstGeom>
          <a:noFill/>
          <a:ln>
            <a:noFill/>
          </a:ln>
        </p:spPr>
        <p:txBody>
          <a:bodyPr spcFirstLastPara="1" wrap="square" lIns="0" tIns="0" rIns="0" bIns="45700" anchor="ctr" anchorCtr="0">
            <a:noAutofit/>
          </a:bodyPr>
          <a:lstStyle/>
          <a:p>
            <a:pPr marL="0" marR="0" lvl="0" indent="0" algn="l" rtl="0">
              <a:lnSpc>
                <a:spcPct val="90000"/>
              </a:lnSpc>
              <a:spcBef>
                <a:spcPts val="0"/>
              </a:spcBef>
              <a:spcAft>
                <a:spcPts val="0"/>
              </a:spcAft>
              <a:buClr>
                <a:schemeClr val="accent1"/>
              </a:buClr>
              <a:buSzPts val="3600"/>
              <a:buFont typeface="Arial"/>
              <a:buNone/>
            </a:pPr>
            <a:r>
              <a:rPr lang="en-US" sz="3600" b="0">
                <a:solidFill>
                  <a:schemeClr val="accent1"/>
                </a:solidFill>
                <a:latin typeface="Arial"/>
                <a:ea typeface="Arial"/>
                <a:cs typeface="Arial"/>
                <a:sym typeface="Arial"/>
              </a:rPr>
              <a:t>Legal Disclosure</a:t>
            </a:r>
            <a:endParaRPr/>
          </a:p>
        </p:txBody>
      </p:sp>
      <p:sp>
        <p:nvSpPr>
          <p:cNvPr id="29" name="Google Shape;29;p12"/>
          <p:cNvSpPr/>
          <p:nvPr/>
        </p:nvSpPr>
        <p:spPr>
          <a:xfrm>
            <a:off x="5247641" y="416083"/>
            <a:ext cx="6563360" cy="6013133"/>
          </a:xfrm>
          <a:prstGeom prst="rect">
            <a:avLst/>
          </a:prstGeom>
          <a:noFill/>
          <a:ln>
            <a:noFill/>
          </a:ln>
        </p:spPr>
        <p:txBody>
          <a:bodyPr spcFirstLastPara="1" wrap="square" lIns="0" tIns="0" rIns="0" bIns="0" anchor="ctr" anchorCtr="0">
            <a:noAutofit/>
          </a:bodyPr>
          <a:lstStyle/>
          <a:p>
            <a:pPr marL="342900" marR="0" lvl="0" indent="-342900" algn="l" rtl="0">
              <a:spcBef>
                <a:spcPts val="0"/>
              </a:spcBef>
              <a:spcAft>
                <a:spcPts val="0"/>
              </a:spcAft>
              <a:buClr>
                <a:schemeClr val="dk1"/>
              </a:buClr>
              <a:buSzPts val="1600"/>
              <a:buFont typeface="Arial"/>
              <a:buNone/>
            </a:pPr>
            <a:r>
              <a:rPr lang="en-US" sz="1600" b="1">
                <a:solidFill>
                  <a:schemeClr val="dk1"/>
                </a:solidFill>
                <a:latin typeface="Arial"/>
                <a:ea typeface="Arial"/>
                <a:cs typeface="Arial"/>
                <a:sym typeface="Arial"/>
              </a:rPr>
              <a:t>CONFIDENTIAL INFORMATION</a:t>
            </a:r>
            <a:endParaRPr/>
          </a:p>
          <a:p>
            <a:pPr marL="0" marR="0" lvl="0" indent="0" algn="l" rtl="0">
              <a:spcBef>
                <a:spcPts val="30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The information contained in this presentation is the confidential and proprietary information of Synopsys. You are not permitted to disseminate or use any of the information provided to you in this presentation outside of Synopsys without prior written authorization</a:t>
            </a:r>
            <a:r>
              <a:rPr lang="en-US" sz="1400">
                <a:solidFill>
                  <a:schemeClr val="dk1"/>
                </a:solidFill>
                <a:latin typeface="Arial"/>
                <a:ea typeface="Arial"/>
                <a:cs typeface="Arial"/>
                <a:sym typeface="Arial"/>
              </a:rPr>
              <a:t>. </a:t>
            </a:r>
            <a:endParaRPr/>
          </a:p>
          <a:p>
            <a:pPr marL="342900" marR="0" lvl="0" indent="-342900" algn="l" rtl="0">
              <a:spcBef>
                <a:spcPts val="2400"/>
              </a:spcBef>
              <a:spcAft>
                <a:spcPts val="0"/>
              </a:spcAft>
              <a:buClr>
                <a:schemeClr val="dk1"/>
              </a:buClr>
              <a:buSzPts val="1600"/>
              <a:buFont typeface="Arial"/>
              <a:buNone/>
            </a:pPr>
            <a:r>
              <a:rPr lang="en-US" sz="1600" b="1">
                <a:solidFill>
                  <a:schemeClr val="dk1"/>
                </a:solidFill>
                <a:latin typeface="Arial"/>
                <a:ea typeface="Arial"/>
                <a:cs typeface="Arial"/>
                <a:sym typeface="Arial"/>
              </a:rPr>
              <a:t>IMPORTANT NOTICE</a:t>
            </a:r>
            <a:endParaRPr/>
          </a:p>
          <a:p>
            <a:pPr marL="0" marR="0" lvl="0" indent="0" algn="l" rtl="0">
              <a:spcBef>
                <a:spcPts val="300"/>
              </a:spcBef>
              <a:spcAft>
                <a:spcPts val="0"/>
              </a:spcAft>
              <a:buClr>
                <a:schemeClr val="dk1"/>
              </a:buClr>
              <a:buSzPts val="1400"/>
              <a:buFont typeface="Arial"/>
              <a:buNone/>
            </a:pPr>
            <a:r>
              <a:rPr lang="en-US" sz="1400">
                <a:solidFill>
                  <a:schemeClr val="dk1"/>
                </a:solidFill>
                <a:latin typeface="Arial"/>
                <a:ea typeface="Arial"/>
                <a:cs typeface="Arial"/>
                <a:sym typeface="Arial"/>
              </a:rPr>
              <a:t>This presentation may include information related to Synopsys’ future product or business plans. Such plans are as of the date of this presentation and subject to change. Synopsys is not obligated to update this presentation or develop the products with the features and/or functionality discussed in this presentation. Additionally, Synopsys’ products and services may only be offered and purchased pursuant to an authorized quote and purchase order or a mutually agreed upon written contract.</a:t>
            </a:r>
            <a:endParaRPr sz="1400">
              <a:solidFill>
                <a:schemeClr val="dk1"/>
              </a:solidFill>
              <a:latin typeface="Arial"/>
              <a:ea typeface="Arial"/>
              <a:cs typeface="Arial"/>
              <a:sym typeface="Arial"/>
            </a:endParaRPr>
          </a:p>
          <a:p>
            <a:pPr marL="342900" marR="0" lvl="0" indent="-342900" algn="l" rtl="0">
              <a:spcBef>
                <a:spcPts val="2400"/>
              </a:spcBef>
              <a:spcAft>
                <a:spcPts val="0"/>
              </a:spcAft>
              <a:buClr>
                <a:schemeClr val="dk1"/>
              </a:buClr>
              <a:buSzPts val="1600"/>
              <a:buFont typeface="Arial"/>
              <a:buNone/>
            </a:pPr>
            <a:r>
              <a:rPr lang="en-US" sz="1600" b="1">
                <a:solidFill>
                  <a:schemeClr val="dk1"/>
                </a:solidFill>
                <a:latin typeface="Arial"/>
                <a:ea typeface="Arial"/>
                <a:cs typeface="Arial"/>
                <a:sym typeface="Arial"/>
              </a:rPr>
              <a:t>FORWARD LOOKING STATEMENTS</a:t>
            </a:r>
            <a:endParaRPr/>
          </a:p>
          <a:p>
            <a:pPr marL="0" marR="0" lvl="0" indent="0" algn="l" rtl="0">
              <a:spcBef>
                <a:spcPts val="300"/>
              </a:spcBef>
              <a:spcAft>
                <a:spcPts val="0"/>
              </a:spcAft>
              <a:buClr>
                <a:schemeClr val="dk1"/>
              </a:buClr>
              <a:buSzPts val="1400"/>
              <a:buFont typeface="Arial"/>
              <a:buNone/>
            </a:pPr>
            <a:r>
              <a:rPr lang="en-US" sz="1400">
                <a:solidFill>
                  <a:schemeClr val="dk1"/>
                </a:solidFill>
                <a:latin typeface="Arial"/>
                <a:ea typeface="Arial"/>
                <a:cs typeface="Arial"/>
                <a:sym typeface="Arial"/>
              </a:rPr>
              <a:t>This presentation may include certain statements including, but not limited to, Synopsys’ financial targets, expectations and objectives; business and market outlook, business opportunities, strategies and technological trends; and more. These statements are made only as of the date hereof and subject to change. Actual results or events could differ materially from those anticipated in such statements due to a number of factors. Synopsys undertakes no duty to, and does not intend to, update any statement in this presentation, whether as a result of new information, future events or otherwise, unless required by law.</a:t>
            </a:r>
            <a:endParaRPr sz="1400">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0"/>
        <p:cNvGrpSpPr/>
        <p:nvPr/>
      </p:nvGrpSpPr>
      <p:grpSpPr>
        <a:xfrm>
          <a:off x="0" y="0"/>
          <a:ext cx="0" cy="0"/>
          <a:chOff x="0" y="0"/>
          <a:chExt cx="0" cy="0"/>
        </a:xfrm>
      </p:grpSpPr>
      <p:sp>
        <p:nvSpPr>
          <p:cNvPr id="31" name="Google Shape;31;p13"/>
          <p:cNvSpPr/>
          <p:nvPr/>
        </p:nvSpPr>
        <p:spPr>
          <a:xfrm>
            <a:off x="0" y="254001"/>
            <a:ext cx="12192000" cy="965199"/>
          </a:xfrm>
          <a:prstGeom prst="rect">
            <a:avLst/>
          </a:prstGeom>
          <a:gradFill>
            <a:gsLst>
              <a:gs pos="0">
                <a:srgbClr val="DFE2E6"/>
              </a:gs>
              <a:gs pos="100000">
                <a:srgbClr val="F2F2F2"/>
              </a:gs>
            </a:gsLst>
            <a:lin ang="1062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 name="Google Shape;32;p13"/>
          <p:cNvSpPr/>
          <p:nvPr/>
        </p:nvSpPr>
        <p:spPr>
          <a:xfrm>
            <a:off x="11505247" y="254002"/>
            <a:ext cx="686753" cy="965199"/>
          </a:xfrm>
          <a:custGeom>
            <a:avLst/>
            <a:gdLst/>
            <a:ahLst/>
            <a:cxnLst/>
            <a:rect l="l" t="t" r="r" b="b"/>
            <a:pathLst>
              <a:path w="686753" h="965199" extrusionOk="0">
                <a:moveTo>
                  <a:pt x="305620" y="0"/>
                </a:moveTo>
                <a:lnTo>
                  <a:pt x="686753" y="0"/>
                </a:lnTo>
                <a:lnTo>
                  <a:pt x="686753" y="965199"/>
                </a:lnTo>
                <a:lnTo>
                  <a:pt x="0" y="965199"/>
                </a:lnTo>
                <a:lnTo>
                  <a:pt x="305620" y="0"/>
                </a:lnTo>
                <a:close/>
              </a:path>
            </a:pathLst>
          </a:custGeom>
          <a:gradFill>
            <a:gsLst>
              <a:gs pos="0">
                <a:srgbClr val="2D1541"/>
              </a:gs>
              <a:gs pos="50000">
                <a:srgbClr val="582A82"/>
              </a:gs>
              <a:gs pos="100000">
                <a:schemeClr val="accent1"/>
              </a:gs>
            </a:gsLst>
            <a:lin ang="1062000" scaled="0"/>
          </a:gradFill>
          <a:ln>
            <a:noFill/>
          </a:ln>
        </p:spPr>
        <p:txBody>
          <a:bodyPr spcFirstLastPara="1" wrap="square" lIns="1828800" tIns="0" rIns="640075" bIns="0" anchor="ctr" anchorCtr="0">
            <a:noAutofit/>
          </a:bodyPr>
          <a:lstStyle/>
          <a:p>
            <a:pPr marL="0" marR="0" lvl="0" indent="0" algn="l" rtl="0">
              <a:lnSpc>
                <a:spcPct val="100000"/>
              </a:lnSpc>
              <a:spcBef>
                <a:spcPts val="0"/>
              </a:spcBef>
              <a:spcAft>
                <a:spcPts val="0"/>
              </a:spcAft>
              <a:buClr>
                <a:schemeClr val="dk1"/>
              </a:buClr>
              <a:buSzPts val="800"/>
              <a:buFont typeface="Arial"/>
              <a:buNone/>
            </a:pPr>
            <a:endParaRPr sz="800" b="0">
              <a:solidFill>
                <a:schemeClr val="dk1"/>
              </a:solidFill>
              <a:latin typeface="Arial"/>
              <a:ea typeface="Arial"/>
              <a:cs typeface="Arial"/>
              <a:sym typeface="Arial"/>
            </a:endParaRPr>
          </a:p>
        </p:txBody>
      </p:sp>
      <p:sp>
        <p:nvSpPr>
          <p:cNvPr id="33" name="Google Shape;33;p13"/>
          <p:cNvSpPr txBox="1">
            <a:spLocks noGrp="1"/>
          </p:cNvSpPr>
          <p:nvPr>
            <p:ph type="title"/>
          </p:nvPr>
        </p:nvSpPr>
        <p:spPr>
          <a:xfrm>
            <a:off x="381001" y="254000"/>
            <a:ext cx="10455274" cy="959065"/>
          </a:xfrm>
          <a:prstGeom prst="rect">
            <a:avLst/>
          </a:prstGeom>
          <a:noFill/>
          <a:ln>
            <a:noFill/>
          </a:ln>
        </p:spPr>
        <p:txBody>
          <a:bodyPr spcFirstLastPara="1" wrap="square" lIns="0" tIns="0" rIns="0" bIns="45700" anchor="ctr" anchorCtr="0">
            <a:noAutofit/>
          </a:bodyPr>
          <a:lstStyle>
            <a:lvl1pPr lvl="0" algn="l">
              <a:lnSpc>
                <a:spcPct val="90000"/>
              </a:lnSpc>
              <a:spcBef>
                <a:spcPts val="0"/>
              </a:spcBef>
              <a:spcAft>
                <a:spcPts val="0"/>
              </a:spcAft>
              <a:buClr>
                <a:schemeClr val="accent1"/>
              </a:buClr>
              <a:buSzPts val="3600"/>
              <a:buFont typeface="Arial"/>
              <a:buNone/>
              <a:defRPr sz="3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3"/>
          <p:cNvSpPr txBox="1">
            <a:spLocks noGrp="1"/>
          </p:cNvSpPr>
          <p:nvPr>
            <p:ph type="body" idx="1"/>
          </p:nvPr>
        </p:nvSpPr>
        <p:spPr>
          <a:xfrm>
            <a:off x="381000" y="1493838"/>
            <a:ext cx="11432032" cy="4959351"/>
          </a:xfrm>
          <a:prstGeom prst="rect">
            <a:avLst/>
          </a:prstGeom>
          <a:noFill/>
          <a:ln>
            <a:noFill/>
          </a:ln>
        </p:spPr>
        <p:txBody>
          <a:bodyPr spcFirstLastPara="1" wrap="square" lIns="0" tIns="0" rIns="0" bIns="0" anchor="t" anchorCtr="0">
            <a:noAutofit/>
          </a:bodyPr>
          <a:lstStyle>
            <a:lvl1pPr marL="457200" lvl="0" indent="-381000" algn="l">
              <a:lnSpc>
                <a:spcPct val="100000"/>
              </a:lnSpc>
              <a:spcBef>
                <a:spcPts val="1200"/>
              </a:spcBef>
              <a:spcAft>
                <a:spcPts val="0"/>
              </a:spcAft>
              <a:buClr>
                <a:schemeClr val="dk1"/>
              </a:buClr>
              <a:buSzPts val="2400"/>
              <a:buFont typeface="Arial"/>
              <a:buChar char="•"/>
              <a:defRPr sz="2400">
                <a:solidFill>
                  <a:schemeClr val="dk1"/>
                </a:solidFill>
              </a:defRPr>
            </a:lvl1pPr>
            <a:lvl2pPr marL="914400" lvl="1" indent="-342900" algn="l">
              <a:lnSpc>
                <a:spcPct val="100000"/>
              </a:lnSpc>
              <a:spcBef>
                <a:spcPts val="600"/>
              </a:spcBef>
              <a:spcAft>
                <a:spcPts val="0"/>
              </a:spcAft>
              <a:buClr>
                <a:schemeClr val="dk1"/>
              </a:buClr>
              <a:buSzPts val="1800"/>
              <a:buFont typeface="Arial"/>
              <a:buChar char="–"/>
              <a:defRPr sz="1800">
                <a:solidFill>
                  <a:schemeClr val="dk1"/>
                </a:solidFill>
              </a:defRPr>
            </a:lvl2pPr>
            <a:lvl3pPr marL="1371600" lvl="2" indent="-330200" algn="l">
              <a:lnSpc>
                <a:spcPct val="100000"/>
              </a:lnSpc>
              <a:spcBef>
                <a:spcPts val="600"/>
              </a:spcBef>
              <a:spcAft>
                <a:spcPts val="0"/>
              </a:spcAft>
              <a:buClr>
                <a:schemeClr val="dk1"/>
              </a:buClr>
              <a:buSzPts val="1600"/>
              <a:buFont typeface="Arial"/>
              <a:buChar char="–"/>
              <a:defRPr sz="1600">
                <a:solidFill>
                  <a:schemeClr val="dk1"/>
                </a:solidFill>
              </a:defRPr>
            </a:lvl3pPr>
            <a:lvl4pPr marL="1828800" lvl="3" indent="-317500" algn="l">
              <a:lnSpc>
                <a:spcPct val="100000"/>
              </a:lnSpc>
              <a:spcBef>
                <a:spcPts val="600"/>
              </a:spcBef>
              <a:spcAft>
                <a:spcPts val="0"/>
              </a:spcAft>
              <a:buClr>
                <a:schemeClr val="dk1"/>
              </a:buClr>
              <a:buSzPts val="1400"/>
              <a:buFont typeface="Arial"/>
              <a:buChar char="–"/>
              <a:defRPr sz="1400">
                <a:solidFill>
                  <a:schemeClr val="dk1"/>
                </a:solidFill>
              </a:defRPr>
            </a:lvl4pPr>
            <a:lvl5pPr marL="2286000" lvl="4" indent="-317500" algn="l">
              <a:lnSpc>
                <a:spcPct val="100000"/>
              </a:lnSpc>
              <a:spcBef>
                <a:spcPts val="300"/>
              </a:spcBef>
              <a:spcAft>
                <a:spcPts val="0"/>
              </a:spcAft>
              <a:buClr>
                <a:schemeClr val="dk1"/>
              </a:buClr>
              <a:buSzPts val="1400"/>
              <a:buFont typeface="Arial"/>
              <a:buChar char="–"/>
              <a:defRPr sz="1400">
                <a:solidFill>
                  <a:schemeClr val="dk1"/>
                </a:solidFill>
              </a:defRPr>
            </a:lvl5pPr>
            <a:lvl6pPr marL="2743200" lvl="5" indent="-317500" algn="l">
              <a:lnSpc>
                <a:spcPct val="100000"/>
              </a:lnSpc>
              <a:spcBef>
                <a:spcPts val="300"/>
              </a:spcBef>
              <a:spcAft>
                <a:spcPts val="0"/>
              </a:spcAft>
              <a:buClr>
                <a:schemeClr val="dk1"/>
              </a:buClr>
              <a:buSzPts val="1400"/>
              <a:buFont typeface="Arial"/>
              <a:buChar char="–"/>
              <a:defRPr sz="1400"/>
            </a:lvl6pPr>
            <a:lvl7pPr marL="3200400" lvl="6" indent="-317500" algn="l">
              <a:lnSpc>
                <a:spcPct val="100000"/>
              </a:lnSpc>
              <a:spcBef>
                <a:spcPts val="300"/>
              </a:spcBef>
              <a:spcAft>
                <a:spcPts val="0"/>
              </a:spcAft>
              <a:buClr>
                <a:schemeClr val="dk1"/>
              </a:buClr>
              <a:buSzPts val="1400"/>
              <a:buFont typeface="Arial"/>
              <a:buChar char="–"/>
              <a:defRPr sz="1400"/>
            </a:lvl7pPr>
            <a:lvl8pPr marL="3657600" lvl="7" indent="-317500" algn="l">
              <a:lnSpc>
                <a:spcPct val="100000"/>
              </a:lnSpc>
              <a:spcBef>
                <a:spcPts val="300"/>
              </a:spcBef>
              <a:spcAft>
                <a:spcPts val="0"/>
              </a:spcAft>
              <a:buClr>
                <a:schemeClr val="dk1"/>
              </a:buClr>
              <a:buSzPts val="1400"/>
              <a:buFont typeface="Arial"/>
              <a:buChar char="–"/>
              <a:defRPr sz="1400"/>
            </a:lvl8pPr>
            <a:lvl9pPr marL="4114800" lvl="8" indent="-317500" algn="l">
              <a:lnSpc>
                <a:spcPct val="100000"/>
              </a:lnSpc>
              <a:spcBef>
                <a:spcPts val="300"/>
              </a:spcBef>
              <a:spcAft>
                <a:spcPts val="300"/>
              </a:spcAft>
              <a:buClr>
                <a:schemeClr val="dk1"/>
              </a:buClr>
              <a:buSzPts val="1400"/>
              <a:buFont typeface="Arial"/>
              <a:buChar char="–"/>
              <a:defRPr sz="1400"/>
            </a:lvl9pPr>
          </a:lstStyle>
          <a:p>
            <a:endParaRPr/>
          </a:p>
        </p:txBody>
      </p:sp>
      <p:sp>
        <p:nvSpPr>
          <p:cNvPr id="35" name="Google Shape;35;p13"/>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36"/>
        <p:cNvGrpSpPr/>
        <p:nvPr/>
      </p:nvGrpSpPr>
      <p:grpSpPr>
        <a:xfrm>
          <a:off x="0" y="0"/>
          <a:ext cx="0" cy="0"/>
          <a:chOff x="0" y="0"/>
          <a:chExt cx="0" cy="0"/>
        </a:xfrm>
      </p:grpSpPr>
      <p:sp>
        <p:nvSpPr>
          <p:cNvPr id="37" name="Google Shape;37;p14"/>
          <p:cNvSpPr txBox="1">
            <a:spLocks noGrp="1"/>
          </p:cNvSpPr>
          <p:nvPr>
            <p:ph type="title"/>
          </p:nvPr>
        </p:nvSpPr>
        <p:spPr>
          <a:xfrm>
            <a:off x="381000" y="166710"/>
            <a:ext cx="11430000"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4"/>
          <p:cNvSpPr txBox="1">
            <a:spLocks noGrp="1"/>
          </p:cNvSpPr>
          <p:nvPr>
            <p:ph type="body" idx="1"/>
          </p:nvPr>
        </p:nvSpPr>
        <p:spPr>
          <a:xfrm>
            <a:off x="381001" y="661035"/>
            <a:ext cx="11429998" cy="320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Font typeface="Arial"/>
              <a:buNone/>
              <a:defRPr sz="2000" i="0">
                <a:solidFill>
                  <a:schemeClr val="dk1"/>
                </a:solidFill>
                <a:latin typeface="Arial"/>
                <a:ea typeface="Arial"/>
                <a:cs typeface="Arial"/>
                <a:sym typeface="Arial"/>
              </a:defRPr>
            </a:lvl1pPr>
            <a:lvl2pPr marL="914400" lvl="1" indent="-228600" algn="l">
              <a:lnSpc>
                <a:spcPct val="100000"/>
              </a:lnSpc>
              <a:spcBef>
                <a:spcPts val="600"/>
              </a:spcBef>
              <a:spcAft>
                <a:spcPts val="0"/>
              </a:spcAft>
              <a:buSzPts val="2400"/>
              <a:buNone/>
              <a:defRPr sz="2400">
                <a:solidFill>
                  <a:srgbClr val="595959"/>
                </a:solidFill>
              </a:defRPr>
            </a:lvl2pPr>
            <a:lvl3pPr marL="1371600" lvl="2" indent="-228600" algn="l">
              <a:lnSpc>
                <a:spcPct val="100000"/>
              </a:lnSpc>
              <a:spcBef>
                <a:spcPts val="600"/>
              </a:spcBef>
              <a:spcAft>
                <a:spcPts val="0"/>
              </a:spcAft>
              <a:buSzPts val="2400"/>
              <a:buNone/>
              <a:defRPr sz="2400">
                <a:solidFill>
                  <a:srgbClr val="595959"/>
                </a:solidFill>
              </a:defRPr>
            </a:lvl3pPr>
            <a:lvl4pPr marL="1828800" lvl="3" indent="-228600" algn="l">
              <a:lnSpc>
                <a:spcPct val="100000"/>
              </a:lnSpc>
              <a:spcBef>
                <a:spcPts val="600"/>
              </a:spcBef>
              <a:spcAft>
                <a:spcPts val="0"/>
              </a:spcAft>
              <a:buSzPts val="2400"/>
              <a:buNone/>
              <a:defRPr sz="2400">
                <a:solidFill>
                  <a:srgbClr val="595959"/>
                </a:solidFill>
              </a:defRPr>
            </a:lvl4pPr>
            <a:lvl5pPr marL="2286000" lvl="4" indent="-228600" algn="l">
              <a:lnSpc>
                <a:spcPct val="100000"/>
              </a:lnSpc>
              <a:spcBef>
                <a:spcPts val="300"/>
              </a:spcBef>
              <a:spcAft>
                <a:spcPts val="0"/>
              </a:spcAft>
              <a:buSzPts val="2400"/>
              <a:buNone/>
              <a:defRPr sz="2400">
                <a:solidFill>
                  <a:srgbClr val="595959"/>
                </a:solidFill>
              </a:defRPr>
            </a:lvl5pPr>
            <a:lvl6pPr marL="2743200" lvl="5" indent="-228600" algn="l">
              <a:lnSpc>
                <a:spcPct val="100000"/>
              </a:lnSpc>
              <a:spcBef>
                <a:spcPts val="300"/>
              </a:spcBef>
              <a:spcAft>
                <a:spcPts val="0"/>
              </a:spcAft>
              <a:buSzPts val="2400"/>
              <a:buNone/>
              <a:defRPr sz="2400">
                <a:solidFill>
                  <a:srgbClr val="595959"/>
                </a:solidFill>
              </a:defRPr>
            </a:lvl6pPr>
            <a:lvl7pPr marL="3200400" lvl="6" indent="-228600" algn="l">
              <a:lnSpc>
                <a:spcPct val="100000"/>
              </a:lnSpc>
              <a:spcBef>
                <a:spcPts val="300"/>
              </a:spcBef>
              <a:spcAft>
                <a:spcPts val="0"/>
              </a:spcAft>
              <a:buSzPts val="2400"/>
              <a:buNone/>
              <a:defRPr sz="2400">
                <a:solidFill>
                  <a:srgbClr val="595959"/>
                </a:solidFill>
              </a:defRPr>
            </a:lvl7pPr>
            <a:lvl8pPr marL="3657600" lvl="7" indent="-228600" algn="l">
              <a:lnSpc>
                <a:spcPct val="100000"/>
              </a:lnSpc>
              <a:spcBef>
                <a:spcPts val="300"/>
              </a:spcBef>
              <a:spcAft>
                <a:spcPts val="0"/>
              </a:spcAft>
              <a:buSzPts val="2400"/>
              <a:buNone/>
              <a:defRPr sz="2400">
                <a:solidFill>
                  <a:srgbClr val="595959"/>
                </a:solidFill>
              </a:defRPr>
            </a:lvl8pPr>
            <a:lvl9pPr marL="4114800" lvl="8" indent="-228600" algn="l">
              <a:lnSpc>
                <a:spcPct val="100000"/>
              </a:lnSpc>
              <a:spcBef>
                <a:spcPts val="300"/>
              </a:spcBef>
              <a:spcAft>
                <a:spcPts val="300"/>
              </a:spcAft>
              <a:buSzPts val="2400"/>
              <a:buNone/>
              <a:defRPr sz="2400">
                <a:solidFill>
                  <a:srgbClr val="595959"/>
                </a:solidFill>
              </a:defRPr>
            </a:lvl9pPr>
          </a:lstStyle>
          <a:p>
            <a:endParaRPr/>
          </a:p>
        </p:txBody>
      </p:sp>
      <p:sp>
        <p:nvSpPr>
          <p:cNvPr id="39" name="Google Shape;39;p14"/>
          <p:cNvSpPr txBox="1">
            <a:spLocks noGrp="1"/>
          </p:cNvSpPr>
          <p:nvPr>
            <p:ph type="body" idx="2"/>
          </p:nvPr>
        </p:nvSpPr>
        <p:spPr>
          <a:xfrm>
            <a:off x="381000" y="1219200"/>
            <a:ext cx="11430000" cy="523398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30200" algn="l">
              <a:lnSpc>
                <a:spcPct val="100000"/>
              </a:lnSpc>
              <a:spcBef>
                <a:spcPts val="600"/>
              </a:spcBef>
              <a:spcAft>
                <a:spcPts val="0"/>
              </a:spcAft>
              <a:buSzPts val="1600"/>
              <a:buChar char="–"/>
              <a:defRPr/>
            </a:lvl3pPr>
            <a:lvl4pPr marL="1828800" lvl="3" indent="-317500" algn="l">
              <a:lnSpc>
                <a:spcPct val="100000"/>
              </a:lnSpc>
              <a:spcBef>
                <a:spcPts val="600"/>
              </a:spcBef>
              <a:spcAft>
                <a:spcPts val="0"/>
              </a:spcAft>
              <a:buSzPts val="14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40" name="Google Shape;40;p14"/>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1"/>
        <p:cNvGrpSpPr/>
        <p:nvPr/>
      </p:nvGrpSpPr>
      <p:grpSpPr>
        <a:xfrm>
          <a:off x="0" y="0"/>
          <a:ext cx="0" cy="0"/>
          <a:chOff x="0" y="0"/>
          <a:chExt cx="0" cy="0"/>
        </a:xfrm>
      </p:grpSpPr>
      <p:sp>
        <p:nvSpPr>
          <p:cNvPr id="42" name="Google Shape;42;p15"/>
          <p:cNvSpPr txBox="1">
            <a:spLocks noGrp="1"/>
          </p:cNvSpPr>
          <p:nvPr>
            <p:ph type="title"/>
          </p:nvPr>
        </p:nvSpPr>
        <p:spPr>
          <a:xfrm>
            <a:off x="379288" y="166710"/>
            <a:ext cx="11431708"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5"/>
          <p:cNvSpPr txBox="1">
            <a:spLocks noGrp="1"/>
          </p:cNvSpPr>
          <p:nvPr>
            <p:ph type="body" idx="1"/>
          </p:nvPr>
        </p:nvSpPr>
        <p:spPr>
          <a:xfrm>
            <a:off x="379288" y="942975"/>
            <a:ext cx="11433424" cy="5510212"/>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30200" algn="l">
              <a:lnSpc>
                <a:spcPct val="100000"/>
              </a:lnSpc>
              <a:spcBef>
                <a:spcPts val="600"/>
              </a:spcBef>
              <a:spcAft>
                <a:spcPts val="0"/>
              </a:spcAft>
              <a:buSzPts val="1600"/>
              <a:buChar char="–"/>
              <a:defRPr/>
            </a:lvl3pPr>
            <a:lvl4pPr marL="1828800" lvl="3" indent="-317500" algn="l">
              <a:lnSpc>
                <a:spcPct val="100000"/>
              </a:lnSpc>
              <a:spcBef>
                <a:spcPts val="600"/>
              </a:spcBef>
              <a:spcAft>
                <a:spcPts val="0"/>
              </a:spcAft>
              <a:buSzPts val="14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44" name="Google Shape;44;p15"/>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ubtitle Content Gray Bar">
  <p:cSld name="Title Subtitle Content Gray Bar">
    <p:spTree>
      <p:nvGrpSpPr>
        <p:cNvPr id="1" name="Shape 45"/>
        <p:cNvGrpSpPr/>
        <p:nvPr/>
      </p:nvGrpSpPr>
      <p:grpSpPr>
        <a:xfrm>
          <a:off x="0" y="0"/>
          <a:ext cx="0" cy="0"/>
          <a:chOff x="0" y="0"/>
          <a:chExt cx="0" cy="0"/>
        </a:xfrm>
      </p:grpSpPr>
      <p:sp>
        <p:nvSpPr>
          <p:cNvPr id="46" name="Google Shape;46;p16"/>
          <p:cNvSpPr/>
          <p:nvPr/>
        </p:nvSpPr>
        <p:spPr>
          <a:xfrm>
            <a:off x="8169275" y="-1"/>
            <a:ext cx="4022724" cy="6858000"/>
          </a:xfrm>
          <a:prstGeom prst="rect">
            <a:avLst/>
          </a:prstGeom>
          <a:solidFill>
            <a:srgbClr val="DFE2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16"/>
          <p:cNvSpPr txBox="1">
            <a:spLocks noGrp="1"/>
          </p:cNvSpPr>
          <p:nvPr>
            <p:ph type="title"/>
          </p:nvPr>
        </p:nvSpPr>
        <p:spPr>
          <a:xfrm>
            <a:off x="380999" y="166710"/>
            <a:ext cx="7534275"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16"/>
          <p:cNvSpPr txBox="1">
            <a:spLocks noGrp="1"/>
          </p:cNvSpPr>
          <p:nvPr>
            <p:ph type="body" idx="1"/>
          </p:nvPr>
        </p:nvSpPr>
        <p:spPr>
          <a:xfrm>
            <a:off x="380999" y="658835"/>
            <a:ext cx="7534275" cy="320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Font typeface="Arial"/>
              <a:buNone/>
              <a:defRPr sz="2000" i="0">
                <a:solidFill>
                  <a:schemeClr val="dk1"/>
                </a:solidFill>
                <a:latin typeface="Arial"/>
                <a:ea typeface="Arial"/>
                <a:cs typeface="Arial"/>
                <a:sym typeface="Arial"/>
              </a:defRPr>
            </a:lvl1pPr>
            <a:lvl2pPr marL="914400" lvl="1" indent="-228600" algn="l">
              <a:lnSpc>
                <a:spcPct val="100000"/>
              </a:lnSpc>
              <a:spcBef>
                <a:spcPts val="600"/>
              </a:spcBef>
              <a:spcAft>
                <a:spcPts val="0"/>
              </a:spcAft>
              <a:buSzPts val="2400"/>
              <a:buFont typeface="Arial"/>
              <a:buNone/>
              <a:defRPr sz="2400">
                <a:solidFill>
                  <a:srgbClr val="595959"/>
                </a:solidFill>
              </a:defRPr>
            </a:lvl2pPr>
            <a:lvl3pPr marL="1371600" lvl="2" indent="-228600" algn="l">
              <a:lnSpc>
                <a:spcPct val="100000"/>
              </a:lnSpc>
              <a:spcBef>
                <a:spcPts val="600"/>
              </a:spcBef>
              <a:spcAft>
                <a:spcPts val="0"/>
              </a:spcAft>
              <a:buSzPts val="2400"/>
              <a:buFont typeface="Arial"/>
              <a:buNone/>
              <a:defRPr sz="2400">
                <a:solidFill>
                  <a:srgbClr val="595959"/>
                </a:solidFill>
              </a:defRPr>
            </a:lvl3pPr>
            <a:lvl4pPr marL="1828800" lvl="3" indent="-228600" algn="l">
              <a:lnSpc>
                <a:spcPct val="100000"/>
              </a:lnSpc>
              <a:spcBef>
                <a:spcPts val="600"/>
              </a:spcBef>
              <a:spcAft>
                <a:spcPts val="0"/>
              </a:spcAft>
              <a:buSzPts val="2400"/>
              <a:buFont typeface="Arial"/>
              <a:buNone/>
              <a:defRPr sz="2400">
                <a:solidFill>
                  <a:srgbClr val="595959"/>
                </a:solidFill>
              </a:defRPr>
            </a:lvl4pPr>
            <a:lvl5pPr marL="2286000" lvl="4" indent="-228600" algn="l">
              <a:lnSpc>
                <a:spcPct val="100000"/>
              </a:lnSpc>
              <a:spcBef>
                <a:spcPts val="300"/>
              </a:spcBef>
              <a:spcAft>
                <a:spcPts val="0"/>
              </a:spcAft>
              <a:buSzPts val="2400"/>
              <a:buFont typeface="Arial"/>
              <a:buNone/>
              <a:defRPr sz="2400">
                <a:solidFill>
                  <a:srgbClr val="595959"/>
                </a:solidFill>
              </a:defRPr>
            </a:lvl5pPr>
            <a:lvl6pPr marL="2743200" lvl="5" indent="-228600" algn="l">
              <a:lnSpc>
                <a:spcPct val="100000"/>
              </a:lnSpc>
              <a:spcBef>
                <a:spcPts val="300"/>
              </a:spcBef>
              <a:spcAft>
                <a:spcPts val="0"/>
              </a:spcAft>
              <a:buSzPts val="2400"/>
              <a:buFont typeface="Arial"/>
              <a:buNone/>
              <a:defRPr sz="2400">
                <a:solidFill>
                  <a:srgbClr val="595959"/>
                </a:solidFill>
              </a:defRPr>
            </a:lvl6pPr>
            <a:lvl7pPr marL="3200400" lvl="6" indent="-228600" algn="l">
              <a:lnSpc>
                <a:spcPct val="100000"/>
              </a:lnSpc>
              <a:spcBef>
                <a:spcPts val="300"/>
              </a:spcBef>
              <a:spcAft>
                <a:spcPts val="0"/>
              </a:spcAft>
              <a:buSzPts val="2400"/>
              <a:buFont typeface="Arial"/>
              <a:buNone/>
              <a:defRPr sz="2400">
                <a:solidFill>
                  <a:srgbClr val="595959"/>
                </a:solidFill>
              </a:defRPr>
            </a:lvl7pPr>
            <a:lvl8pPr marL="3657600" lvl="7" indent="-228600" algn="l">
              <a:lnSpc>
                <a:spcPct val="100000"/>
              </a:lnSpc>
              <a:spcBef>
                <a:spcPts val="300"/>
              </a:spcBef>
              <a:spcAft>
                <a:spcPts val="0"/>
              </a:spcAft>
              <a:buSzPts val="2400"/>
              <a:buFont typeface="Arial"/>
              <a:buNone/>
              <a:defRPr sz="2400">
                <a:solidFill>
                  <a:srgbClr val="595959"/>
                </a:solidFill>
              </a:defRPr>
            </a:lvl8pPr>
            <a:lvl9pPr marL="4114800" lvl="8" indent="-228600" algn="l">
              <a:lnSpc>
                <a:spcPct val="100000"/>
              </a:lnSpc>
              <a:spcBef>
                <a:spcPts val="300"/>
              </a:spcBef>
              <a:spcAft>
                <a:spcPts val="300"/>
              </a:spcAft>
              <a:buSzPts val="2400"/>
              <a:buFont typeface="Arial"/>
              <a:buNone/>
              <a:defRPr sz="2400">
                <a:solidFill>
                  <a:srgbClr val="595959"/>
                </a:solidFill>
              </a:defRPr>
            </a:lvl9pPr>
          </a:lstStyle>
          <a:p>
            <a:endParaRPr/>
          </a:p>
        </p:txBody>
      </p:sp>
      <p:sp>
        <p:nvSpPr>
          <p:cNvPr id="49" name="Google Shape;49;p16"/>
          <p:cNvSpPr txBox="1">
            <a:spLocks noGrp="1"/>
          </p:cNvSpPr>
          <p:nvPr>
            <p:ph type="body" idx="2"/>
          </p:nvPr>
        </p:nvSpPr>
        <p:spPr>
          <a:xfrm>
            <a:off x="381000" y="1219199"/>
            <a:ext cx="7534275" cy="5235575"/>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30200" algn="l">
              <a:lnSpc>
                <a:spcPct val="100000"/>
              </a:lnSpc>
              <a:spcBef>
                <a:spcPts val="600"/>
              </a:spcBef>
              <a:spcAft>
                <a:spcPts val="0"/>
              </a:spcAft>
              <a:buSzPts val="16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50" name="Google Shape;50;p16"/>
          <p:cNvSpPr txBox="1">
            <a:spLocks noGrp="1"/>
          </p:cNvSpPr>
          <p:nvPr>
            <p:ph type="body" idx="3"/>
          </p:nvPr>
        </p:nvSpPr>
        <p:spPr>
          <a:xfrm>
            <a:off x="8436864" y="254000"/>
            <a:ext cx="3374136" cy="6199188"/>
          </a:xfrm>
          <a:prstGeom prst="rect">
            <a:avLst/>
          </a:prstGeom>
          <a:noFill/>
          <a:ln>
            <a:noFill/>
          </a:ln>
        </p:spPr>
        <p:txBody>
          <a:bodyPr spcFirstLastPara="1" wrap="square" lIns="0" tIns="0" rIns="0" bIns="0" anchor="ctr" anchorCtr="0">
            <a:noAutofit/>
          </a:bodyPr>
          <a:lstStyle>
            <a:lvl1pPr marL="457200" lvl="0" indent="-355600" algn="l">
              <a:lnSpc>
                <a:spcPct val="100000"/>
              </a:lnSpc>
              <a:spcBef>
                <a:spcPts val="1200"/>
              </a:spcBef>
              <a:spcAft>
                <a:spcPts val="0"/>
              </a:spcAft>
              <a:buSzPts val="2000"/>
              <a:buFont typeface="Arial"/>
              <a:buChar char="•"/>
              <a:defRPr sz="2000"/>
            </a:lvl1pPr>
            <a:lvl2pPr marL="914400" lvl="1" indent="-342900" algn="l">
              <a:lnSpc>
                <a:spcPct val="100000"/>
              </a:lnSpc>
              <a:spcBef>
                <a:spcPts val="600"/>
              </a:spcBef>
              <a:spcAft>
                <a:spcPts val="0"/>
              </a:spcAft>
              <a:buSzPts val="1800"/>
              <a:buFont typeface="Arial"/>
              <a:buChar char="–"/>
              <a:defRPr sz="1800"/>
            </a:lvl2pPr>
            <a:lvl3pPr marL="1371600" lvl="2" indent="-330200" algn="l">
              <a:lnSpc>
                <a:spcPct val="100000"/>
              </a:lnSpc>
              <a:spcBef>
                <a:spcPts val="600"/>
              </a:spcBef>
              <a:spcAft>
                <a:spcPts val="0"/>
              </a:spcAft>
              <a:buSzPts val="1600"/>
              <a:buFont typeface="Arial"/>
              <a:buChar char="–"/>
              <a:defRPr sz="1600"/>
            </a:lvl3pPr>
            <a:lvl4pPr marL="1828800" lvl="3" indent="-317500" algn="l">
              <a:lnSpc>
                <a:spcPct val="100000"/>
              </a:lnSpc>
              <a:spcBef>
                <a:spcPts val="600"/>
              </a:spcBef>
              <a:spcAft>
                <a:spcPts val="0"/>
              </a:spcAft>
              <a:buSzPts val="1400"/>
              <a:buFont typeface="Arial"/>
              <a:buChar char="–"/>
              <a:defRPr sz="1400"/>
            </a:lvl4pPr>
            <a:lvl5pPr marL="2286000" lvl="4" indent="-317500" algn="l">
              <a:lnSpc>
                <a:spcPct val="100000"/>
              </a:lnSpc>
              <a:spcBef>
                <a:spcPts val="300"/>
              </a:spcBef>
              <a:spcAft>
                <a:spcPts val="0"/>
              </a:spcAft>
              <a:buSzPts val="1400"/>
              <a:buFont typeface="Arial"/>
              <a:buChar char="–"/>
              <a:defRPr sz="1400"/>
            </a:lvl5pPr>
            <a:lvl6pPr marL="2743200" lvl="5" indent="-317500" algn="l">
              <a:lnSpc>
                <a:spcPct val="100000"/>
              </a:lnSpc>
              <a:spcBef>
                <a:spcPts val="300"/>
              </a:spcBef>
              <a:spcAft>
                <a:spcPts val="0"/>
              </a:spcAft>
              <a:buSzPts val="1400"/>
              <a:buFont typeface="Arial"/>
              <a:buChar char="–"/>
              <a:defRPr sz="1400"/>
            </a:lvl6pPr>
            <a:lvl7pPr marL="3200400" lvl="6" indent="-317500" algn="l">
              <a:lnSpc>
                <a:spcPct val="100000"/>
              </a:lnSpc>
              <a:spcBef>
                <a:spcPts val="300"/>
              </a:spcBef>
              <a:spcAft>
                <a:spcPts val="0"/>
              </a:spcAft>
              <a:buSzPts val="1400"/>
              <a:buFont typeface="Arial"/>
              <a:buChar char="–"/>
              <a:defRPr sz="1400"/>
            </a:lvl7pPr>
            <a:lvl8pPr marL="3657600" lvl="7" indent="-317500" algn="l">
              <a:lnSpc>
                <a:spcPct val="100000"/>
              </a:lnSpc>
              <a:spcBef>
                <a:spcPts val="300"/>
              </a:spcBef>
              <a:spcAft>
                <a:spcPts val="0"/>
              </a:spcAft>
              <a:buSzPts val="1400"/>
              <a:buFont typeface="Arial"/>
              <a:buChar char="–"/>
              <a:defRPr sz="1400"/>
            </a:lvl8pPr>
            <a:lvl9pPr marL="4114800" lvl="8" indent="-317500" algn="l">
              <a:lnSpc>
                <a:spcPct val="100000"/>
              </a:lnSpc>
              <a:spcBef>
                <a:spcPts val="300"/>
              </a:spcBef>
              <a:spcAft>
                <a:spcPts val="300"/>
              </a:spcAft>
              <a:buSzPts val="1400"/>
              <a:buFont typeface="Arial"/>
              <a:buChar char="–"/>
              <a:defRPr sz="1400"/>
            </a:lvl9pPr>
          </a:lstStyle>
          <a:p>
            <a:endParaRPr/>
          </a:p>
        </p:txBody>
      </p:sp>
      <p:sp>
        <p:nvSpPr>
          <p:cNvPr id="51" name="Google Shape;51;p16"/>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6"/>
          <p:cNvSpPr txBox="1"/>
          <p:nvPr/>
        </p:nvSpPr>
        <p:spPr>
          <a:xfrm>
            <a:off x="10203830" y="6544891"/>
            <a:ext cx="1226107" cy="215444"/>
          </a:xfrm>
          <a:prstGeom prst="rect">
            <a:avLst/>
          </a:prstGeom>
          <a:noFill/>
          <a:ln>
            <a:noFill/>
          </a:ln>
        </p:spPr>
        <p:txBody>
          <a:bodyPr spcFirstLastPara="1" wrap="square" lIns="91425" tIns="45700" rIns="0" bIns="45700" anchor="ctr" anchorCtr="0">
            <a:noAutofit/>
          </a:bodyPr>
          <a:lstStyle/>
          <a:p>
            <a:pPr marL="0" marR="0" lvl="0" indent="0" algn="r" rtl="0">
              <a:spcBef>
                <a:spcPts val="0"/>
              </a:spcBef>
              <a:spcAft>
                <a:spcPts val="0"/>
              </a:spcAft>
              <a:buNone/>
            </a:pPr>
            <a:r>
              <a:rPr lang="en-US" sz="700">
                <a:solidFill>
                  <a:srgbClr val="646E81"/>
                </a:solidFill>
                <a:latin typeface="Arial"/>
                <a:ea typeface="Arial"/>
                <a:cs typeface="Arial"/>
                <a:sym typeface="Arial"/>
              </a:rPr>
              <a:t>© 2025 Synopsys, Inc. </a:t>
            </a:r>
            <a:endParaRPr/>
          </a:p>
        </p:txBody>
      </p:sp>
      <p:sp>
        <p:nvSpPr>
          <p:cNvPr id="53" name="Google Shape;53;p16"/>
          <p:cNvSpPr txBox="1"/>
          <p:nvPr/>
        </p:nvSpPr>
        <p:spPr>
          <a:xfrm>
            <a:off x="11429937" y="6544891"/>
            <a:ext cx="374204" cy="21544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700">
                <a:solidFill>
                  <a:srgbClr val="646E81"/>
                </a:solidFill>
                <a:latin typeface="Arial"/>
                <a:ea typeface="Arial"/>
                <a:cs typeface="Arial"/>
                <a:sym typeface="Arial"/>
              </a:rPr>
              <a:t>‹Nº›</a:t>
            </a:fld>
            <a:endParaRPr sz="700">
              <a:solidFill>
                <a:srgbClr val="646E8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ynopsys Title Slide Image">
  <p:cSld name="Synopsys Title Slide Image">
    <p:spTree>
      <p:nvGrpSpPr>
        <p:cNvPr id="1" name="Shape 54"/>
        <p:cNvGrpSpPr/>
        <p:nvPr/>
      </p:nvGrpSpPr>
      <p:grpSpPr>
        <a:xfrm>
          <a:off x="0" y="0"/>
          <a:ext cx="0" cy="0"/>
          <a:chOff x="0" y="0"/>
          <a:chExt cx="0" cy="0"/>
        </a:xfrm>
      </p:grpSpPr>
      <p:pic>
        <p:nvPicPr>
          <p:cNvPr id="55" name="Google Shape;55;p17"/>
          <p:cNvPicPr preferRelativeResize="0"/>
          <p:nvPr/>
        </p:nvPicPr>
        <p:blipFill rotWithShape="1">
          <a:blip r:embed="rId2">
            <a:alphaModFix/>
          </a:blip>
          <a:srcRect b="-3"/>
          <a:stretch/>
        </p:blipFill>
        <p:spPr>
          <a:xfrm>
            <a:off x="0" y="0"/>
            <a:ext cx="12192000" cy="6857999"/>
          </a:xfrm>
          <a:prstGeom prst="rect">
            <a:avLst/>
          </a:prstGeom>
          <a:noFill/>
          <a:ln>
            <a:noFill/>
          </a:ln>
        </p:spPr>
      </p:pic>
      <p:sp>
        <p:nvSpPr>
          <p:cNvPr id="56" name="Google Shape;56;p17"/>
          <p:cNvSpPr/>
          <p:nvPr/>
        </p:nvSpPr>
        <p:spPr>
          <a:xfrm>
            <a:off x="0" y="-4572"/>
            <a:ext cx="12192000" cy="6867144"/>
          </a:xfrm>
          <a:prstGeom prst="rect">
            <a:avLst/>
          </a:prstGeom>
          <a:gradFill>
            <a:gsLst>
              <a:gs pos="0">
                <a:srgbClr val="000000"/>
              </a:gs>
              <a:gs pos="20000">
                <a:srgbClr val="000000"/>
              </a:gs>
              <a:gs pos="45000">
                <a:srgbClr val="000000">
                  <a:alpha val="80000"/>
                </a:srgbClr>
              </a:gs>
              <a:gs pos="70000">
                <a:srgbClr val="000000">
                  <a:alpha val="0"/>
                </a:srgbClr>
              </a:gs>
              <a:gs pos="100000">
                <a:srgbClr val="000000">
                  <a:alpha val="0"/>
                </a:srgbClr>
              </a:gs>
            </a:gsLst>
            <a:lin ang="1062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7" name="Google Shape;57;p17"/>
          <p:cNvSpPr/>
          <p:nvPr/>
        </p:nvSpPr>
        <p:spPr>
          <a:xfrm>
            <a:off x="-7146" y="-4572"/>
            <a:ext cx="9555231" cy="6867144"/>
          </a:xfrm>
          <a:custGeom>
            <a:avLst/>
            <a:gdLst/>
            <a:ahLst/>
            <a:cxnLst/>
            <a:rect l="l" t="t" r="r" b="b"/>
            <a:pathLst>
              <a:path w="9542508" h="6858000" extrusionOk="0">
                <a:moveTo>
                  <a:pt x="0" y="0"/>
                </a:moveTo>
                <a:lnTo>
                  <a:pt x="9542508" y="0"/>
                </a:lnTo>
                <a:lnTo>
                  <a:pt x="7366146" y="6858000"/>
                </a:lnTo>
                <a:lnTo>
                  <a:pt x="7351569" y="6858000"/>
                </a:lnTo>
                <a:lnTo>
                  <a:pt x="0" y="6858000"/>
                </a:lnTo>
                <a:lnTo>
                  <a:pt x="0" y="0"/>
                </a:lnTo>
                <a:close/>
              </a:path>
            </a:pathLst>
          </a:custGeom>
          <a:gradFill>
            <a:gsLst>
              <a:gs pos="0">
                <a:srgbClr val="2D1541"/>
              </a:gs>
              <a:gs pos="50000">
                <a:srgbClr val="582A82">
                  <a:alpha val="94902"/>
                </a:srgbClr>
              </a:gs>
              <a:gs pos="96000">
                <a:srgbClr val="7E45AF">
                  <a:alpha val="90196"/>
                </a:srgbClr>
              </a:gs>
              <a:gs pos="100000">
                <a:srgbClr val="7E45AF">
                  <a:alpha val="90196"/>
                </a:srgbClr>
              </a:gs>
            </a:gsLst>
            <a:lin ang="1062000" scaled="0"/>
          </a:gradFill>
          <a:ln>
            <a:noFill/>
          </a:ln>
          <a:effectLst>
            <a:outerShdw dist="76200" algn="l" rotWithShape="0">
              <a:schemeClr val="accent1">
                <a:alpha val="60000"/>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8" name="Google Shape;58;p17"/>
          <p:cNvSpPr/>
          <p:nvPr/>
        </p:nvSpPr>
        <p:spPr>
          <a:xfrm>
            <a:off x="384914" y="381002"/>
            <a:ext cx="1783611" cy="388145"/>
          </a:xfrm>
          <a:custGeom>
            <a:avLst/>
            <a:gdLst/>
            <a:ahLst/>
            <a:cxnLst/>
            <a:rect l="l" t="t" r="r" b="b"/>
            <a:pathLst>
              <a:path w="2631852" h="572738" extrusionOk="0">
                <a:moveTo>
                  <a:pt x="183261" y="66961"/>
                </a:moveTo>
                <a:cubicBezTo>
                  <a:pt x="183261" y="49339"/>
                  <a:pt x="174498" y="36195"/>
                  <a:pt x="135541" y="36195"/>
                </a:cubicBezTo>
                <a:cubicBezTo>
                  <a:pt x="96679" y="36195"/>
                  <a:pt x="87820" y="49339"/>
                  <a:pt x="87820" y="66961"/>
                </a:cubicBezTo>
                <a:lnTo>
                  <a:pt x="87820" y="114681"/>
                </a:lnTo>
                <a:cubicBezTo>
                  <a:pt x="87820" y="129159"/>
                  <a:pt x="92869" y="143542"/>
                  <a:pt x="106680" y="155543"/>
                </a:cubicBezTo>
                <a:lnTo>
                  <a:pt x="238506" y="268510"/>
                </a:lnTo>
                <a:cubicBezTo>
                  <a:pt x="257366" y="284226"/>
                  <a:pt x="268605" y="303657"/>
                  <a:pt x="268605" y="323755"/>
                </a:cubicBezTo>
                <a:lnTo>
                  <a:pt x="268605" y="395287"/>
                </a:lnTo>
                <a:cubicBezTo>
                  <a:pt x="268605" y="437960"/>
                  <a:pt x="218408" y="461772"/>
                  <a:pt x="135541" y="461772"/>
                </a:cubicBezTo>
                <a:cubicBezTo>
                  <a:pt x="43910" y="461772"/>
                  <a:pt x="0" y="441103"/>
                  <a:pt x="0" y="395287"/>
                </a:cubicBezTo>
                <a:lnTo>
                  <a:pt x="0" y="333089"/>
                </a:lnTo>
                <a:lnTo>
                  <a:pt x="82868" y="333089"/>
                </a:lnTo>
                <a:lnTo>
                  <a:pt x="82868" y="392716"/>
                </a:lnTo>
                <a:cubicBezTo>
                  <a:pt x="82868" y="414052"/>
                  <a:pt x="99155" y="426625"/>
                  <a:pt x="135541" y="426625"/>
                </a:cubicBezTo>
                <a:cubicBezTo>
                  <a:pt x="169450" y="426625"/>
                  <a:pt x="185738" y="414052"/>
                  <a:pt x="185738" y="392716"/>
                </a:cubicBezTo>
                <a:lnTo>
                  <a:pt x="185738" y="329375"/>
                </a:lnTo>
                <a:cubicBezTo>
                  <a:pt x="185738" y="313658"/>
                  <a:pt x="179451" y="301752"/>
                  <a:pt x="161925" y="286036"/>
                </a:cubicBezTo>
                <a:lnTo>
                  <a:pt x="40100" y="179927"/>
                </a:lnTo>
                <a:cubicBezTo>
                  <a:pt x="17526" y="160496"/>
                  <a:pt x="4953" y="145352"/>
                  <a:pt x="4953" y="122206"/>
                </a:cubicBezTo>
                <a:lnTo>
                  <a:pt x="4953" y="67627"/>
                </a:lnTo>
                <a:cubicBezTo>
                  <a:pt x="4953" y="23051"/>
                  <a:pt x="51435" y="1048"/>
                  <a:pt x="135541" y="1048"/>
                </a:cubicBezTo>
                <a:cubicBezTo>
                  <a:pt x="228410" y="1048"/>
                  <a:pt x="266129" y="23051"/>
                  <a:pt x="266129" y="64484"/>
                </a:cubicBezTo>
                <a:lnTo>
                  <a:pt x="266129" y="122206"/>
                </a:lnTo>
                <a:lnTo>
                  <a:pt x="183261" y="122206"/>
                </a:lnTo>
                <a:lnTo>
                  <a:pt x="183261" y="66961"/>
                </a:lnTo>
                <a:close/>
                <a:moveTo>
                  <a:pt x="982218" y="76581"/>
                </a:moveTo>
                <a:cubicBezTo>
                  <a:pt x="982218" y="32004"/>
                  <a:pt x="1016127" y="0"/>
                  <a:pt x="1127855" y="0"/>
                </a:cubicBezTo>
                <a:cubicBezTo>
                  <a:pt x="1239583" y="0"/>
                  <a:pt x="1273493" y="32004"/>
                  <a:pt x="1273493" y="76581"/>
                </a:cubicBezTo>
                <a:lnTo>
                  <a:pt x="1273493" y="384143"/>
                </a:lnTo>
                <a:cubicBezTo>
                  <a:pt x="1273493" y="428720"/>
                  <a:pt x="1239583" y="460724"/>
                  <a:pt x="1127855" y="460724"/>
                </a:cubicBezTo>
                <a:cubicBezTo>
                  <a:pt x="1016127" y="460724"/>
                  <a:pt x="982218" y="428720"/>
                  <a:pt x="982218" y="384143"/>
                </a:cubicBezTo>
                <a:lnTo>
                  <a:pt x="982218" y="76581"/>
                </a:lnTo>
                <a:close/>
                <a:moveTo>
                  <a:pt x="1065086" y="382905"/>
                </a:moveTo>
                <a:cubicBezTo>
                  <a:pt x="1065086" y="408051"/>
                  <a:pt x="1075087" y="425577"/>
                  <a:pt x="1127855" y="425577"/>
                </a:cubicBezTo>
                <a:cubicBezTo>
                  <a:pt x="1180624" y="425577"/>
                  <a:pt x="1190625" y="407956"/>
                  <a:pt x="1190625" y="382905"/>
                </a:cubicBezTo>
                <a:lnTo>
                  <a:pt x="1190625" y="77914"/>
                </a:lnTo>
                <a:cubicBezTo>
                  <a:pt x="1190625" y="52768"/>
                  <a:pt x="1180529" y="35242"/>
                  <a:pt x="1127855" y="35242"/>
                </a:cubicBezTo>
                <a:cubicBezTo>
                  <a:pt x="1075087" y="35242"/>
                  <a:pt x="1065086" y="52864"/>
                  <a:pt x="1065086" y="77914"/>
                </a:cubicBezTo>
                <a:lnTo>
                  <a:pt x="1065086" y="382905"/>
                </a:lnTo>
                <a:close/>
                <a:moveTo>
                  <a:pt x="1319212" y="3810"/>
                </a:moveTo>
                <a:lnTo>
                  <a:pt x="1451039" y="3810"/>
                </a:lnTo>
                <a:cubicBezTo>
                  <a:pt x="1557719" y="3810"/>
                  <a:pt x="1589151" y="21431"/>
                  <a:pt x="1589151" y="72866"/>
                </a:cubicBezTo>
                <a:lnTo>
                  <a:pt x="1589151" y="183928"/>
                </a:lnTo>
                <a:cubicBezTo>
                  <a:pt x="1589151" y="235363"/>
                  <a:pt x="1557814" y="252984"/>
                  <a:pt x="1451134" y="252984"/>
                </a:cubicBezTo>
                <a:lnTo>
                  <a:pt x="1402175" y="252984"/>
                </a:lnTo>
                <a:lnTo>
                  <a:pt x="1402175" y="457010"/>
                </a:lnTo>
                <a:lnTo>
                  <a:pt x="1319308" y="457010"/>
                </a:lnTo>
                <a:lnTo>
                  <a:pt x="1319308" y="3810"/>
                </a:lnTo>
                <a:close/>
                <a:moveTo>
                  <a:pt x="1442276" y="217837"/>
                </a:moveTo>
                <a:cubicBezTo>
                  <a:pt x="1479995" y="217837"/>
                  <a:pt x="1506283" y="212788"/>
                  <a:pt x="1506283" y="189548"/>
                </a:cubicBezTo>
                <a:lnTo>
                  <a:pt x="1506283" y="67151"/>
                </a:lnTo>
                <a:cubicBezTo>
                  <a:pt x="1506283" y="43910"/>
                  <a:pt x="1479995" y="38862"/>
                  <a:pt x="1442276" y="38862"/>
                </a:cubicBezTo>
                <a:lnTo>
                  <a:pt x="1402080" y="38862"/>
                </a:lnTo>
                <a:lnTo>
                  <a:pt x="1402080" y="217837"/>
                </a:lnTo>
                <a:lnTo>
                  <a:pt x="1442276" y="217837"/>
                </a:lnTo>
                <a:close/>
                <a:moveTo>
                  <a:pt x="1796034" y="65913"/>
                </a:moveTo>
                <a:cubicBezTo>
                  <a:pt x="1796034" y="48292"/>
                  <a:pt x="1787271" y="35147"/>
                  <a:pt x="1748409" y="35147"/>
                </a:cubicBezTo>
                <a:cubicBezTo>
                  <a:pt x="1709452" y="35147"/>
                  <a:pt x="1700594" y="48292"/>
                  <a:pt x="1700594" y="65913"/>
                </a:cubicBezTo>
                <a:lnTo>
                  <a:pt x="1700594" y="113633"/>
                </a:lnTo>
                <a:cubicBezTo>
                  <a:pt x="1700594" y="128016"/>
                  <a:pt x="1705642" y="142494"/>
                  <a:pt x="1719453" y="154400"/>
                </a:cubicBezTo>
                <a:lnTo>
                  <a:pt x="1851279" y="267367"/>
                </a:lnTo>
                <a:cubicBezTo>
                  <a:pt x="1870043" y="283083"/>
                  <a:pt x="1881378" y="302514"/>
                  <a:pt x="1881378" y="322612"/>
                </a:cubicBezTo>
                <a:lnTo>
                  <a:pt x="1881378" y="394145"/>
                </a:lnTo>
                <a:cubicBezTo>
                  <a:pt x="1881378" y="436817"/>
                  <a:pt x="1831181" y="460629"/>
                  <a:pt x="1748314" y="460629"/>
                </a:cubicBezTo>
                <a:cubicBezTo>
                  <a:pt x="1656683" y="460629"/>
                  <a:pt x="1612678" y="439960"/>
                  <a:pt x="1612678" y="394049"/>
                </a:cubicBezTo>
                <a:lnTo>
                  <a:pt x="1612678" y="331946"/>
                </a:lnTo>
                <a:lnTo>
                  <a:pt x="1695545" y="331946"/>
                </a:lnTo>
                <a:lnTo>
                  <a:pt x="1695545" y="391573"/>
                </a:lnTo>
                <a:cubicBezTo>
                  <a:pt x="1695545" y="412909"/>
                  <a:pt x="1711833" y="425482"/>
                  <a:pt x="1748314" y="425482"/>
                </a:cubicBezTo>
                <a:cubicBezTo>
                  <a:pt x="1782223" y="425482"/>
                  <a:pt x="1798511" y="412909"/>
                  <a:pt x="1798511" y="391573"/>
                </a:cubicBezTo>
                <a:lnTo>
                  <a:pt x="1798511" y="328327"/>
                </a:lnTo>
                <a:cubicBezTo>
                  <a:pt x="1798511" y="312610"/>
                  <a:pt x="1792319" y="300704"/>
                  <a:pt x="1774698" y="284988"/>
                </a:cubicBezTo>
                <a:lnTo>
                  <a:pt x="1652969" y="178880"/>
                </a:lnTo>
                <a:cubicBezTo>
                  <a:pt x="1630394" y="159449"/>
                  <a:pt x="1617821" y="144399"/>
                  <a:pt x="1617821" y="121158"/>
                </a:cubicBezTo>
                <a:lnTo>
                  <a:pt x="1617821" y="66484"/>
                </a:lnTo>
                <a:cubicBezTo>
                  <a:pt x="1617821" y="21907"/>
                  <a:pt x="1664208" y="0"/>
                  <a:pt x="1748409" y="0"/>
                </a:cubicBezTo>
                <a:cubicBezTo>
                  <a:pt x="1841278" y="0"/>
                  <a:pt x="1878902" y="21907"/>
                  <a:pt x="1878902" y="63437"/>
                </a:cubicBezTo>
                <a:lnTo>
                  <a:pt x="1878902" y="121158"/>
                </a:lnTo>
                <a:lnTo>
                  <a:pt x="1796034" y="121158"/>
                </a:lnTo>
                <a:lnTo>
                  <a:pt x="1796034" y="65913"/>
                </a:lnTo>
                <a:close/>
                <a:moveTo>
                  <a:pt x="2407444" y="65913"/>
                </a:moveTo>
                <a:cubicBezTo>
                  <a:pt x="2407444" y="48387"/>
                  <a:pt x="2398585" y="35147"/>
                  <a:pt x="2359724" y="35147"/>
                </a:cubicBezTo>
                <a:cubicBezTo>
                  <a:pt x="2320862" y="35147"/>
                  <a:pt x="2312003" y="48292"/>
                  <a:pt x="2312003" y="65913"/>
                </a:cubicBezTo>
                <a:lnTo>
                  <a:pt x="2312003" y="113633"/>
                </a:lnTo>
                <a:cubicBezTo>
                  <a:pt x="2312003" y="128111"/>
                  <a:pt x="2317052" y="142494"/>
                  <a:pt x="2330863" y="154400"/>
                </a:cubicBezTo>
                <a:lnTo>
                  <a:pt x="2462689" y="267367"/>
                </a:lnTo>
                <a:cubicBezTo>
                  <a:pt x="2481548" y="283083"/>
                  <a:pt x="2492788" y="302514"/>
                  <a:pt x="2492788" y="322612"/>
                </a:cubicBezTo>
                <a:lnTo>
                  <a:pt x="2492788" y="394145"/>
                </a:lnTo>
                <a:cubicBezTo>
                  <a:pt x="2492788" y="436817"/>
                  <a:pt x="2442591" y="460629"/>
                  <a:pt x="2359724" y="460629"/>
                </a:cubicBezTo>
                <a:cubicBezTo>
                  <a:pt x="2268093" y="460629"/>
                  <a:pt x="2224088" y="439960"/>
                  <a:pt x="2224088" y="394145"/>
                </a:cubicBezTo>
                <a:lnTo>
                  <a:pt x="2224088" y="332042"/>
                </a:lnTo>
                <a:lnTo>
                  <a:pt x="2306955" y="332042"/>
                </a:lnTo>
                <a:lnTo>
                  <a:pt x="2306955" y="391668"/>
                </a:lnTo>
                <a:cubicBezTo>
                  <a:pt x="2306955" y="413004"/>
                  <a:pt x="2323338" y="425577"/>
                  <a:pt x="2359724" y="425577"/>
                </a:cubicBezTo>
                <a:cubicBezTo>
                  <a:pt x="2393537" y="425577"/>
                  <a:pt x="2409920" y="413004"/>
                  <a:pt x="2409920" y="391668"/>
                </a:cubicBezTo>
                <a:lnTo>
                  <a:pt x="2409920" y="328327"/>
                </a:lnTo>
                <a:cubicBezTo>
                  <a:pt x="2409920" y="312610"/>
                  <a:pt x="2403634" y="300704"/>
                  <a:pt x="2386013" y="284988"/>
                </a:cubicBezTo>
                <a:lnTo>
                  <a:pt x="2264283" y="178880"/>
                </a:lnTo>
                <a:cubicBezTo>
                  <a:pt x="2241709" y="159449"/>
                  <a:pt x="2229136" y="144399"/>
                  <a:pt x="2229136" y="121158"/>
                </a:cubicBezTo>
                <a:lnTo>
                  <a:pt x="2229136" y="66484"/>
                </a:lnTo>
                <a:cubicBezTo>
                  <a:pt x="2229136" y="21907"/>
                  <a:pt x="2275618" y="0"/>
                  <a:pt x="2359724" y="0"/>
                </a:cubicBezTo>
                <a:cubicBezTo>
                  <a:pt x="2452592" y="0"/>
                  <a:pt x="2490216" y="22003"/>
                  <a:pt x="2490216" y="63437"/>
                </a:cubicBezTo>
                <a:lnTo>
                  <a:pt x="2490216" y="121158"/>
                </a:lnTo>
                <a:lnTo>
                  <a:pt x="2407444" y="121158"/>
                </a:lnTo>
                <a:lnTo>
                  <a:pt x="2407444" y="65913"/>
                </a:lnTo>
                <a:close/>
                <a:moveTo>
                  <a:pt x="343376" y="572738"/>
                </a:moveTo>
                <a:lnTo>
                  <a:pt x="426339" y="572738"/>
                </a:lnTo>
                <a:lnTo>
                  <a:pt x="607886" y="3810"/>
                </a:lnTo>
                <a:lnTo>
                  <a:pt x="524923" y="3810"/>
                </a:lnTo>
                <a:lnTo>
                  <a:pt x="343376" y="572738"/>
                </a:lnTo>
                <a:close/>
                <a:moveTo>
                  <a:pt x="435578" y="226981"/>
                </a:moveTo>
                <a:lnTo>
                  <a:pt x="364807" y="4858"/>
                </a:lnTo>
                <a:lnTo>
                  <a:pt x="281845" y="4858"/>
                </a:lnTo>
                <a:lnTo>
                  <a:pt x="394049" y="357283"/>
                </a:lnTo>
                <a:lnTo>
                  <a:pt x="435578" y="226981"/>
                </a:lnTo>
                <a:close/>
                <a:moveTo>
                  <a:pt x="1955292" y="572738"/>
                </a:moveTo>
                <a:lnTo>
                  <a:pt x="2038255" y="572738"/>
                </a:lnTo>
                <a:lnTo>
                  <a:pt x="2219801" y="3715"/>
                </a:lnTo>
                <a:lnTo>
                  <a:pt x="2136839" y="3715"/>
                </a:lnTo>
                <a:lnTo>
                  <a:pt x="1955292" y="572738"/>
                </a:lnTo>
                <a:close/>
                <a:moveTo>
                  <a:pt x="2047875" y="225933"/>
                </a:moveTo>
                <a:lnTo>
                  <a:pt x="1977104" y="3810"/>
                </a:lnTo>
                <a:lnTo>
                  <a:pt x="1894141" y="3810"/>
                </a:lnTo>
                <a:lnTo>
                  <a:pt x="2006346" y="356235"/>
                </a:lnTo>
                <a:lnTo>
                  <a:pt x="2047875" y="225933"/>
                </a:lnTo>
                <a:close/>
                <a:moveTo>
                  <a:pt x="931164" y="457010"/>
                </a:moveTo>
                <a:lnTo>
                  <a:pt x="931545" y="457010"/>
                </a:lnTo>
                <a:lnTo>
                  <a:pt x="931545" y="72962"/>
                </a:lnTo>
                <a:cubicBezTo>
                  <a:pt x="931545" y="21527"/>
                  <a:pt x="900113" y="3905"/>
                  <a:pt x="793528" y="3905"/>
                </a:cubicBezTo>
                <a:lnTo>
                  <a:pt x="633698" y="3905"/>
                </a:lnTo>
                <a:lnTo>
                  <a:pt x="633698" y="457105"/>
                </a:lnTo>
                <a:lnTo>
                  <a:pt x="716471" y="457105"/>
                </a:lnTo>
                <a:lnTo>
                  <a:pt x="716566" y="457010"/>
                </a:lnTo>
                <a:lnTo>
                  <a:pt x="716566" y="39052"/>
                </a:lnTo>
                <a:lnTo>
                  <a:pt x="784670" y="39052"/>
                </a:lnTo>
                <a:cubicBezTo>
                  <a:pt x="822293" y="39052"/>
                  <a:pt x="848678" y="44101"/>
                  <a:pt x="848678" y="67342"/>
                </a:cubicBezTo>
                <a:lnTo>
                  <a:pt x="848678" y="457010"/>
                </a:lnTo>
                <a:lnTo>
                  <a:pt x="931164" y="457010"/>
                </a:lnTo>
                <a:close/>
                <a:moveTo>
                  <a:pt x="2524982" y="59722"/>
                </a:moveTo>
                <a:cubicBezTo>
                  <a:pt x="2524982" y="29432"/>
                  <a:pt x="2549557" y="7144"/>
                  <a:pt x="2578608" y="7144"/>
                </a:cubicBezTo>
                <a:cubicBezTo>
                  <a:pt x="2607374" y="7144"/>
                  <a:pt x="2631853" y="29432"/>
                  <a:pt x="2631853" y="59722"/>
                </a:cubicBezTo>
                <a:cubicBezTo>
                  <a:pt x="2631853" y="90297"/>
                  <a:pt x="2607278" y="112681"/>
                  <a:pt x="2578608" y="112681"/>
                </a:cubicBezTo>
                <a:cubicBezTo>
                  <a:pt x="2549557" y="112681"/>
                  <a:pt x="2524982" y="90297"/>
                  <a:pt x="2524982" y="59722"/>
                </a:cubicBezTo>
                <a:close/>
                <a:moveTo>
                  <a:pt x="2578608" y="103918"/>
                </a:moveTo>
                <a:cubicBezTo>
                  <a:pt x="2602516" y="103918"/>
                  <a:pt x="2621280" y="85249"/>
                  <a:pt x="2621280" y="59817"/>
                </a:cubicBezTo>
                <a:cubicBezTo>
                  <a:pt x="2621280" y="34862"/>
                  <a:pt x="2602516" y="16002"/>
                  <a:pt x="2578608" y="16002"/>
                </a:cubicBezTo>
                <a:cubicBezTo>
                  <a:pt x="2554415" y="16002"/>
                  <a:pt x="2535555" y="34862"/>
                  <a:pt x="2535555" y="59817"/>
                </a:cubicBezTo>
                <a:cubicBezTo>
                  <a:pt x="2535650" y="85153"/>
                  <a:pt x="2554415" y="103918"/>
                  <a:pt x="2578608" y="103918"/>
                </a:cubicBezTo>
                <a:close/>
                <a:moveTo>
                  <a:pt x="2567464" y="90297"/>
                </a:moveTo>
                <a:lnTo>
                  <a:pt x="2558225" y="90297"/>
                </a:lnTo>
                <a:lnTo>
                  <a:pt x="2558225" y="29432"/>
                </a:lnTo>
                <a:lnTo>
                  <a:pt x="2581466" y="29432"/>
                </a:lnTo>
                <a:cubicBezTo>
                  <a:pt x="2595848" y="29432"/>
                  <a:pt x="2602897" y="34766"/>
                  <a:pt x="2602897" y="46768"/>
                </a:cubicBezTo>
                <a:cubicBezTo>
                  <a:pt x="2602897" y="57626"/>
                  <a:pt x="2596039" y="62389"/>
                  <a:pt x="2587085" y="63532"/>
                </a:cubicBezTo>
                <a:lnTo>
                  <a:pt x="2604421" y="90297"/>
                </a:lnTo>
                <a:lnTo>
                  <a:pt x="2594134" y="90297"/>
                </a:lnTo>
                <a:lnTo>
                  <a:pt x="2578037" y="63913"/>
                </a:lnTo>
                <a:lnTo>
                  <a:pt x="2567464" y="63913"/>
                </a:lnTo>
                <a:lnTo>
                  <a:pt x="2567464" y="90297"/>
                </a:lnTo>
                <a:close/>
                <a:moveTo>
                  <a:pt x="2578418" y="56102"/>
                </a:moveTo>
                <a:cubicBezTo>
                  <a:pt x="2586228" y="56102"/>
                  <a:pt x="2593277" y="55531"/>
                  <a:pt x="2593277" y="46196"/>
                </a:cubicBezTo>
                <a:cubicBezTo>
                  <a:pt x="2593277" y="38671"/>
                  <a:pt x="2586418" y="37243"/>
                  <a:pt x="2580037" y="37243"/>
                </a:cubicBezTo>
                <a:lnTo>
                  <a:pt x="2567464" y="37243"/>
                </a:lnTo>
                <a:lnTo>
                  <a:pt x="2567464" y="56102"/>
                </a:lnTo>
                <a:lnTo>
                  <a:pt x="2578418" y="561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 name="Google Shape;59;p17"/>
          <p:cNvSpPr txBox="1">
            <a:spLocks noGrp="1"/>
          </p:cNvSpPr>
          <p:nvPr>
            <p:ph type="ctrTitle"/>
          </p:nvPr>
        </p:nvSpPr>
        <p:spPr>
          <a:xfrm>
            <a:off x="381001" y="2170162"/>
            <a:ext cx="7534274" cy="137611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7"/>
          <p:cNvSpPr txBox="1">
            <a:spLocks noGrp="1"/>
          </p:cNvSpPr>
          <p:nvPr>
            <p:ph type="subTitle" idx="1"/>
          </p:nvPr>
        </p:nvSpPr>
        <p:spPr>
          <a:xfrm>
            <a:off x="381001" y="3550705"/>
            <a:ext cx="7534274" cy="457200"/>
          </a:xfrm>
          <a:prstGeom prst="rect">
            <a:avLst/>
          </a:prstGeom>
          <a:noFill/>
          <a:ln>
            <a:noFill/>
          </a:ln>
        </p:spPr>
        <p:txBody>
          <a:bodyPr spcFirstLastPara="1" wrap="square" lIns="0" tIns="91425" rIns="0" bIns="0" anchor="t" anchorCtr="0">
            <a:noAutofit/>
          </a:bodyPr>
          <a:lstStyle>
            <a:lvl1pPr lvl="0" algn="l">
              <a:lnSpc>
                <a:spcPct val="100000"/>
              </a:lnSpc>
              <a:spcBef>
                <a:spcPts val="0"/>
              </a:spcBef>
              <a:spcAft>
                <a:spcPts val="0"/>
              </a:spcAft>
              <a:buSzPts val="2800"/>
              <a:buNone/>
              <a:defRPr sz="2800" b="0">
                <a:solidFill>
                  <a:schemeClr val="lt1"/>
                </a:solidFill>
                <a:latin typeface="Arial"/>
                <a:ea typeface="Arial"/>
                <a:cs typeface="Arial"/>
                <a:sym typeface="Arial"/>
              </a:defRPr>
            </a:lvl1pPr>
            <a:lvl2pPr lvl="1" algn="ctr">
              <a:lnSpc>
                <a:spcPct val="100000"/>
              </a:lnSpc>
              <a:spcBef>
                <a:spcPts val="600"/>
              </a:spcBef>
              <a:spcAft>
                <a:spcPts val="0"/>
              </a:spcAft>
              <a:buSzPts val="1800"/>
              <a:buNone/>
              <a:defRPr>
                <a:solidFill>
                  <a:srgbClr val="888888"/>
                </a:solidFill>
              </a:defRPr>
            </a:lvl2pPr>
            <a:lvl3pPr lvl="2" algn="ctr">
              <a:lnSpc>
                <a:spcPct val="100000"/>
              </a:lnSpc>
              <a:spcBef>
                <a:spcPts val="600"/>
              </a:spcBef>
              <a:spcAft>
                <a:spcPts val="0"/>
              </a:spcAft>
              <a:buSzPts val="1600"/>
              <a:buNone/>
              <a:defRPr>
                <a:solidFill>
                  <a:srgbClr val="888888"/>
                </a:solidFill>
              </a:defRPr>
            </a:lvl3pPr>
            <a:lvl4pPr lvl="3" algn="ctr">
              <a:lnSpc>
                <a:spcPct val="100000"/>
              </a:lnSpc>
              <a:spcBef>
                <a:spcPts val="600"/>
              </a:spcBef>
              <a:spcAft>
                <a:spcPts val="0"/>
              </a:spcAft>
              <a:buSzPts val="1400"/>
              <a:buNone/>
              <a:defRPr>
                <a:solidFill>
                  <a:srgbClr val="888888"/>
                </a:solidFill>
              </a:defRPr>
            </a:lvl4pPr>
            <a:lvl5pPr lvl="4" algn="ctr">
              <a:lnSpc>
                <a:spcPct val="100000"/>
              </a:lnSpc>
              <a:spcBef>
                <a:spcPts val="300"/>
              </a:spcBef>
              <a:spcAft>
                <a:spcPts val="0"/>
              </a:spcAft>
              <a:buSzPts val="1400"/>
              <a:buNone/>
              <a:defRPr>
                <a:solidFill>
                  <a:srgbClr val="888888"/>
                </a:solidFill>
              </a:defRPr>
            </a:lvl5pPr>
            <a:lvl6pPr lvl="5" algn="ctr">
              <a:lnSpc>
                <a:spcPct val="100000"/>
              </a:lnSpc>
              <a:spcBef>
                <a:spcPts val="300"/>
              </a:spcBef>
              <a:spcAft>
                <a:spcPts val="0"/>
              </a:spcAft>
              <a:buSzPts val="1400"/>
              <a:buNone/>
              <a:defRPr>
                <a:solidFill>
                  <a:srgbClr val="888888"/>
                </a:solidFill>
              </a:defRPr>
            </a:lvl6pPr>
            <a:lvl7pPr lvl="6" algn="ctr">
              <a:lnSpc>
                <a:spcPct val="100000"/>
              </a:lnSpc>
              <a:spcBef>
                <a:spcPts val="300"/>
              </a:spcBef>
              <a:spcAft>
                <a:spcPts val="0"/>
              </a:spcAft>
              <a:buSzPts val="1400"/>
              <a:buNone/>
              <a:defRPr>
                <a:solidFill>
                  <a:srgbClr val="888888"/>
                </a:solidFill>
              </a:defRPr>
            </a:lvl7pPr>
            <a:lvl8pPr lvl="7" algn="ctr">
              <a:lnSpc>
                <a:spcPct val="100000"/>
              </a:lnSpc>
              <a:spcBef>
                <a:spcPts val="300"/>
              </a:spcBef>
              <a:spcAft>
                <a:spcPts val="0"/>
              </a:spcAft>
              <a:buSzPts val="1400"/>
              <a:buNone/>
              <a:defRPr>
                <a:solidFill>
                  <a:srgbClr val="888888"/>
                </a:solidFill>
              </a:defRPr>
            </a:lvl8pPr>
            <a:lvl9pPr lvl="8" algn="ctr">
              <a:lnSpc>
                <a:spcPct val="100000"/>
              </a:lnSpc>
              <a:spcBef>
                <a:spcPts val="300"/>
              </a:spcBef>
              <a:spcAft>
                <a:spcPts val="300"/>
              </a:spcAft>
              <a:buSzPts val="1400"/>
              <a:buNone/>
              <a:defRPr>
                <a:solidFill>
                  <a:srgbClr val="888888"/>
                </a:solidFill>
              </a:defRPr>
            </a:lvl9pPr>
          </a:lstStyle>
          <a:p>
            <a:endParaRPr/>
          </a:p>
        </p:txBody>
      </p:sp>
      <p:sp>
        <p:nvSpPr>
          <p:cNvPr id="61" name="Google Shape;61;p17"/>
          <p:cNvSpPr txBox="1">
            <a:spLocks noGrp="1"/>
          </p:cNvSpPr>
          <p:nvPr>
            <p:ph type="body" idx="2"/>
          </p:nvPr>
        </p:nvSpPr>
        <p:spPr>
          <a:xfrm>
            <a:off x="381000" y="4194595"/>
            <a:ext cx="6561138" cy="73152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2400"/>
              <a:buNone/>
              <a:defRPr sz="2400">
                <a:solidFill>
                  <a:schemeClr val="lt1"/>
                </a:solidFill>
                <a:latin typeface="Arial"/>
                <a:ea typeface="Arial"/>
                <a:cs typeface="Arial"/>
                <a:sym typeface="Arial"/>
              </a:defRPr>
            </a:lvl1pPr>
            <a:lvl2pPr marL="914400" lvl="1" indent="-228600" algn="ctr">
              <a:lnSpc>
                <a:spcPct val="100000"/>
              </a:lnSpc>
              <a:spcBef>
                <a:spcPts val="600"/>
              </a:spcBef>
              <a:spcAft>
                <a:spcPts val="0"/>
              </a:spcAft>
              <a:buSzPts val="1800"/>
              <a:buNone/>
              <a:defRPr>
                <a:solidFill>
                  <a:srgbClr val="595959"/>
                </a:solidFill>
              </a:defRPr>
            </a:lvl2pPr>
            <a:lvl3pPr marL="1371600" lvl="2" indent="-330200" algn="ctr">
              <a:lnSpc>
                <a:spcPct val="100000"/>
              </a:lnSpc>
              <a:spcBef>
                <a:spcPts val="600"/>
              </a:spcBef>
              <a:spcAft>
                <a:spcPts val="0"/>
              </a:spcAft>
              <a:buSzPts val="1600"/>
              <a:buChar char="–"/>
              <a:defRPr>
                <a:solidFill>
                  <a:srgbClr val="595959"/>
                </a:solidFill>
              </a:defRPr>
            </a:lvl3pPr>
            <a:lvl4pPr marL="1828800" lvl="3" indent="-317500" algn="ctr">
              <a:lnSpc>
                <a:spcPct val="100000"/>
              </a:lnSpc>
              <a:spcBef>
                <a:spcPts val="600"/>
              </a:spcBef>
              <a:spcAft>
                <a:spcPts val="0"/>
              </a:spcAft>
              <a:buSzPts val="1400"/>
              <a:buChar char="–"/>
              <a:defRPr>
                <a:solidFill>
                  <a:srgbClr val="595959"/>
                </a:solidFill>
              </a:defRPr>
            </a:lvl4pPr>
            <a:lvl5pPr marL="2286000" lvl="4" indent="-317500" algn="ctr">
              <a:lnSpc>
                <a:spcPct val="100000"/>
              </a:lnSpc>
              <a:spcBef>
                <a:spcPts val="300"/>
              </a:spcBef>
              <a:spcAft>
                <a:spcPts val="0"/>
              </a:spcAft>
              <a:buSzPts val="1400"/>
              <a:buChar char="–"/>
              <a:defRPr>
                <a:solidFill>
                  <a:srgbClr val="595959"/>
                </a:solidFill>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62" name="Google Shape;62;p17"/>
          <p:cNvSpPr txBox="1">
            <a:spLocks noGrp="1"/>
          </p:cNvSpPr>
          <p:nvPr>
            <p:ph type="body" idx="3"/>
          </p:nvPr>
        </p:nvSpPr>
        <p:spPr>
          <a:xfrm>
            <a:off x="381000" y="4937689"/>
            <a:ext cx="6561138" cy="39681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None/>
              <a:defRPr sz="2000">
                <a:solidFill>
                  <a:schemeClr val="lt1"/>
                </a:solidFill>
                <a:latin typeface="Arial"/>
                <a:ea typeface="Arial"/>
                <a:cs typeface="Arial"/>
                <a:sym typeface="Arial"/>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Synopsys Title Slide Design">
  <p:cSld name="Synopsys Title Slide Design">
    <p:spTree>
      <p:nvGrpSpPr>
        <p:cNvPr id="1" name="Shape 63"/>
        <p:cNvGrpSpPr/>
        <p:nvPr/>
      </p:nvGrpSpPr>
      <p:grpSpPr>
        <a:xfrm>
          <a:off x="0" y="0"/>
          <a:ext cx="0" cy="0"/>
          <a:chOff x="0" y="0"/>
          <a:chExt cx="0" cy="0"/>
        </a:xfrm>
      </p:grpSpPr>
      <p:pic>
        <p:nvPicPr>
          <p:cNvPr id="64" name="Google Shape;64;p18"/>
          <p:cNvPicPr preferRelativeResize="0"/>
          <p:nvPr/>
        </p:nvPicPr>
        <p:blipFill rotWithShape="1">
          <a:blip r:embed="rId2">
            <a:alphaModFix/>
          </a:blip>
          <a:srcRect/>
          <a:stretch/>
        </p:blipFill>
        <p:spPr>
          <a:xfrm>
            <a:off x="0" y="1"/>
            <a:ext cx="12206854" cy="6856282"/>
          </a:xfrm>
          <a:prstGeom prst="rect">
            <a:avLst/>
          </a:prstGeom>
          <a:noFill/>
          <a:ln>
            <a:noFill/>
          </a:ln>
        </p:spPr>
      </p:pic>
      <p:sp>
        <p:nvSpPr>
          <p:cNvPr id="65" name="Google Shape;65;p18"/>
          <p:cNvSpPr/>
          <p:nvPr/>
        </p:nvSpPr>
        <p:spPr>
          <a:xfrm>
            <a:off x="0" y="-9144"/>
            <a:ext cx="12192000" cy="6867144"/>
          </a:xfrm>
          <a:prstGeom prst="rect">
            <a:avLst/>
          </a:prstGeom>
          <a:gradFill>
            <a:gsLst>
              <a:gs pos="0">
                <a:srgbClr val="000000"/>
              </a:gs>
              <a:gs pos="20000">
                <a:srgbClr val="000000"/>
              </a:gs>
              <a:gs pos="45000">
                <a:srgbClr val="000000">
                  <a:alpha val="80000"/>
                </a:srgbClr>
              </a:gs>
              <a:gs pos="70000">
                <a:srgbClr val="000000">
                  <a:alpha val="0"/>
                </a:srgbClr>
              </a:gs>
              <a:gs pos="100000">
                <a:srgbClr val="000000">
                  <a:alpha val="0"/>
                </a:srgbClr>
              </a:gs>
            </a:gsLst>
            <a:lin ang="1062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6" name="Google Shape;66;p18"/>
          <p:cNvSpPr/>
          <p:nvPr/>
        </p:nvSpPr>
        <p:spPr>
          <a:xfrm>
            <a:off x="-7146" y="-4572"/>
            <a:ext cx="9555231" cy="6867144"/>
          </a:xfrm>
          <a:custGeom>
            <a:avLst/>
            <a:gdLst/>
            <a:ahLst/>
            <a:cxnLst/>
            <a:rect l="l" t="t" r="r" b="b"/>
            <a:pathLst>
              <a:path w="9542508" h="6858000" extrusionOk="0">
                <a:moveTo>
                  <a:pt x="0" y="0"/>
                </a:moveTo>
                <a:lnTo>
                  <a:pt x="9542508" y="0"/>
                </a:lnTo>
                <a:lnTo>
                  <a:pt x="7366146" y="6858000"/>
                </a:lnTo>
                <a:lnTo>
                  <a:pt x="7351569" y="6858000"/>
                </a:lnTo>
                <a:lnTo>
                  <a:pt x="0" y="6858000"/>
                </a:lnTo>
                <a:lnTo>
                  <a:pt x="0" y="0"/>
                </a:lnTo>
                <a:close/>
              </a:path>
            </a:pathLst>
          </a:custGeom>
          <a:gradFill>
            <a:gsLst>
              <a:gs pos="0">
                <a:srgbClr val="2D1541"/>
              </a:gs>
              <a:gs pos="50000">
                <a:srgbClr val="582A82">
                  <a:alpha val="90196"/>
                </a:srgbClr>
              </a:gs>
              <a:gs pos="96000">
                <a:srgbClr val="7E45AF">
                  <a:alpha val="90196"/>
                </a:srgbClr>
              </a:gs>
              <a:gs pos="100000">
                <a:srgbClr val="7E45AF">
                  <a:alpha val="90196"/>
                </a:srgbClr>
              </a:gs>
            </a:gsLst>
            <a:lin ang="1062000" scaled="0"/>
          </a:gradFill>
          <a:ln>
            <a:noFill/>
          </a:ln>
          <a:effectLst>
            <a:outerShdw dist="76200" algn="l" rotWithShape="0">
              <a:schemeClr val="accent1">
                <a:alpha val="60000"/>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7" name="Google Shape;67;p18"/>
          <p:cNvSpPr/>
          <p:nvPr/>
        </p:nvSpPr>
        <p:spPr>
          <a:xfrm>
            <a:off x="384914" y="381002"/>
            <a:ext cx="1783611" cy="388145"/>
          </a:xfrm>
          <a:custGeom>
            <a:avLst/>
            <a:gdLst/>
            <a:ahLst/>
            <a:cxnLst/>
            <a:rect l="l" t="t" r="r" b="b"/>
            <a:pathLst>
              <a:path w="2631852" h="572738" extrusionOk="0">
                <a:moveTo>
                  <a:pt x="183261" y="66961"/>
                </a:moveTo>
                <a:cubicBezTo>
                  <a:pt x="183261" y="49339"/>
                  <a:pt x="174498" y="36195"/>
                  <a:pt x="135541" y="36195"/>
                </a:cubicBezTo>
                <a:cubicBezTo>
                  <a:pt x="96679" y="36195"/>
                  <a:pt x="87820" y="49339"/>
                  <a:pt x="87820" y="66961"/>
                </a:cubicBezTo>
                <a:lnTo>
                  <a:pt x="87820" y="114681"/>
                </a:lnTo>
                <a:cubicBezTo>
                  <a:pt x="87820" y="129159"/>
                  <a:pt x="92869" y="143542"/>
                  <a:pt x="106680" y="155543"/>
                </a:cubicBezTo>
                <a:lnTo>
                  <a:pt x="238506" y="268510"/>
                </a:lnTo>
                <a:cubicBezTo>
                  <a:pt x="257366" y="284226"/>
                  <a:pt x="268605" y="303657"/>
                  <a:pt x="268605" y="323755"/>
                </a:cubicBezTo>
                <a:lnTo>
                  <a:pt x="268605" y="395287"/>
                </a:lnTo>
                <a:cubicBezTo>
                  <a:pt x="268605" y="437960"/>
                  <a:pt x="218408" y="461772"/>
                  <a:pt x="135541" y="461772"/>
                </a:cubicBezTo>
                <a:cubicBezTo>
                  <a:pt x="43910" y="461772"/>
                  <a:pt x="0" y="441103"/>
                  <a:pt x="0" y="395287"/>
                </a:cubicBezTo>
                <a:lnTo>
                  <a:pt x="0" y="333089"/>
                </a:lnTo>
                <a:lnTo>
                  <a:pt x="82868" y="333089"/>
                </a:lnTo>
                <a:lnTo>
                  <a:pt x="82868" y="392716"/>
                </a:lnTo>
                <a:cubicBezTo>
                  <a:pt x="82868" y="414052"/>
                  <a:pt x="99155" y="426625"/>
                  <a:pt x="135541" y="426625"/>
                </a:cubicBezTo>
                <a:cubicBezTo>
                  <a:pt x="169450" y="426625"/>
                  <a:pt x="185738" y="414052"/>
                  <a:pt x="185738" y="392716"/>
                </a:cubicBezTo>
                <a:lnTo>
                  <a:pt x="185738" y="329375"/>
                </a:lnTo>
                <a:cubicBezTo>
                  <a:pt x="185738" y="313658"/>
                  <a:pt x="179451" y="301752"/>
                  <a:pt x="161925" y="286036"/>
                </a:cubicBezTo>
                <a:lnTo>
                  <a:pt x="40100" y="179927"/>
                </a:lnTo>
                <a:cubicBezTo>
                  <a:pt x="17526" y="160496"/>
                  <a:pt x="4953" y="145352"/>
                  <a:pt x="4953" y="122206"/>
                </a:cubicBezTo>
                <a:lnTo>
                  <a:pt x="4953" y="67627"/>
                </a:lnTo>
                <a:cubicBezTo>
                  <a:pt x="4953" y="23051"/>
                  <a:pt x="51435" y="1048"/>
                  <a:pt x="135541" y="1048"/>
                </a:cubicBezTo>
                <a:cubicBezTo>
                  <a:pt x="228410" y="1048"/>
                  <a:pt x="266129" y="23051"/>
                  <a:pt x="266129" y="64484"/>
                </a:cubicBezTo>
                <a:lnTo>
                  <a:pt x="266129" y="122206"/>
                </a:lnTo>
                <a:lnTo>
                  <a:pt x="183261" y="122206"/>
                </a:lnTo>
                <a:lnTo>
                  <a:pt x="183261" y="66961"/>
                </a:lnTo>
                <a:close/>
                <a:moveTo>
                  <a:pt x="982218" y="76581"/>
                </a:moveTo>
                <a:cubicBezTo>
                  <a:pt x="982218" y="32004"/>
                  <a:pt x="1016127" y="0"/>
                  <a:pt x="1127855" y="0"/>
                </a:cubicBezTo>
                <a:cubicBezTo>
                  <a:pt x="1239583" y="0"/>
                  <a:pt x="1273493" y="32004"/>
                  <a:pt x="1273493" y="76581"/>
                </a:cubicBezTo>
                <a:lnTo>
                  <a:pt x="1273493" y="384143"/>
                </a:lnTo>
                <a:cubicBezTo>
                  <a:pt x="1273493" y="428720"/>
                  <a:pt x="1239583" y="460724"/>
                  <a:pt x="1127855" y="460724"/>
                </a:cubicBezTo>
                <a:cubicBezTo>
                  <a:pt x="1016127" y="460724"/>
                  <a:pt x="982218" y="428720"/>
                  <a:pt x="982218" y="384143"/>
                </a:cubicBezTo>
                <a:lnTo>
                  <a:pt x="982218" y="76581"/>
                </a:lnTo>
                <a:close/>
                <a:moveTo>
                  <a:pt x="1065086" y="382905"/>
                </a:moveTo>
                <a:cubicBezTo>
                  <a:pt x="1065086" y="408051"/>
                  <a:pt x="1075087" y="425577"/>
                  <a:pt x="1127855" y="425577"/>
                </a:cubicBezTo>
                <a:cubicBezTo>
                  <a:pt x="1180624" y="425577"/>
                  <a:pt x="1190625" y="407956"/>
                  <a:pt x="1190625" y="382905"/>
                </a:cubicBezTo>
                <a:lnTo>
                  <a:pt x="1190625" y="77914"/>
                </a:lnTo>
                <a:cubicBezTo>
                  <a:pt x="1190625" y="52768"/>
                  <a:pt x="1180529" y="35242"/>
                  <a:pt x="1127855" y="35242"/>
                </a:cubicBezTo>
                <a:cubicBezTo>
                  <a:pt x="1075087" y="35242"/>
                  <a:pt x="1065086" y="52864"/>
                  <a:pt x="1065086" y="77914"/>
                </a:cubicBezTo>
                <a:lnTo>
                  <a:pt x="1065086" y="382905"/>
                </a:lnTo>
                <a:close/>
                <a:moveTo>
                  <a:pt x="1319212" y="3810"/>
                </a:moveTo>
                <a:lnTo>
                  <a:pt x="1451039" y="3810"/>
                </a:lnTo>
                <a:cubicBezTo>
                  <a:pt x="1557719" y="3810"/>
                  <a:pt x="1589151" y="21431"/>
                  <a:pt x="1589151" y="72866"/>
                </a:cubicBezTo>
                <a:lnTo>
                  <a:pt x="1589151" y="183928"/>
                </a:lnTo>
                <a:cubicBezTo>
                  <a:pt x="1589151" y="235363"/>
                  <a:pt x="1557814" y="252984"/>
                  <a:pt x="1451134" y="252984"/>
                </a:cubicBezTo>
                <a:lnTo>
                  <a:pt x="1402175" y="252984"/>
                </a:lnTo>
                <a:lnTo>
                  <a:pt x="1402175" y="457010"/>
                </a:lnTo>
                <a:lnTo>
                  <a:pt x="1319308" y="457010"/>
                </a:lnTo>
                <a:lnTo>
                  <a:pt x="1319308" y="3810"/>
                </a:lnTo>
                <a:close/>
                <a:moveTo>
                  <a:pt x="1442276" y="217837"/>
                </a:moveTo>
                <a:cubicBezTo>
                  <a:pt x="1479995" y="217837"/>
                  <a:pt x="1506283" y="212788"/>
                  <a:pt x="1506283" y="189548"/>
                </a:cubicBezTo>
                <a:lnTo>
                  <a:pt x="1506283" y="67151"/>
                </a:lnTo>
                <a:cubicBezTo>
                  <a:pt x="1506283" y="43910"/>
                  <a:pt x="1479995" y="38862"/>
                  <a:pt x="1442276" y="38862"/>
                </a:cubicBezTo>
                <a:lnTo>
                  <a:pt x="1402080" y="38862"/>
                </a:lnTo>
                <a:lnTo>
                  <a:pt x="1402080" y="217837"/>
                </a:lnTo>
                <a:lnTo>
                  <a:pt x="1442276" y="217837"/>
                </a:lnTo>
                <a:close/>
                <a:moveTo>
                  <a:pt x="1796034" y="65913"/>
                </a:moveTo>
                <a:cubicBezTo>
                  <a:pt x="1796034" y="48292"/>
                  <a:pt x="1787271" y="35147"/>
                  <a:pt x="1748409" y="35147"/>
                </a:cubicBezTo>
                <a:cubicBezTo>
                  <a:pt x="1709452" y="35147"/>
                  <a:pt x="1700594" y="48292"/>
                  <a:pt x="1700594" y="65913"/>
                </a:cubicBezTo>
                <a:lnTo>
                  <a:pt x="1700594" y="113633"/>
                </a:lnTo>
                <a:cubicBezTo>
                  <a:pt x="1700594" y="128016"/>
                  <a:pt x="1705642" y="142494"/>
                  <a:pt x="1719453" y="154400"/>
                </a:cubicBezTo>
                <a:lnTo>
                  <a:pt x="1851279" y="267367"/>
                </a:lnTo>
                <a:cubicBezTo>
                  <a:pt x="1870043" y="283083"/>
                  <a:pt x="1881378" y="302514"/>
                  <a:pt x="1881378" y="322612"/>
                </a:cubicBezTo>
                <a:lnTo>
                  <a:pt x="1881378" y="394145"/>
                </a:lnTo>
                <a:cubicBezTo>
                  <a:pt x="1881378" y="436817"/>
                  <a:pt x="1831181" y="460629"/>
                  <a:pt x="1748314" y="460629"/>
                </a:cubicBezTo>
                <a:cubicBezTo>
                  <a:pt x="1656683" y="460629"/>
                  <a:pt x="1612678" y="439960"/>
                  <a:pt x="1612678" y="394049"/>
                </a:cubicBezTo>
                <a:lnTo>
                  <a:pt x="1612678" y="331946"/>
                </a:lnTo>
                <a:lnTo>
                  <a:pt x="1695545" y="331946"/>
                </a:lnTo>
                <a:lnTo>
                  <a:pt x="1695545" y="391573"/>
                </a:lnTo>
                <a:cubicBezTo>
                  <a:pt x="1695545" y="412909"/>
                  <a:pt x="1711833" y="425482"/>
                  <a:pt x="1748314" y="425482"/>
                </a:cubicBezTo>
                <a:cubicBezTo>
                  <a:pt x="1782223" y="425482"/>
                  <a:pt x="1798511" y="412909"/>
                  <a:pt x="1798511" y="391573"/>
                </a:cubicBezTo>
                <a:lnTo>
                  <a:pt x="1798511" y="328327"/>
                </a:lnTo>
                <a:cubicBezTo>
                  <a:pt x="1798511" y="312610"/>
                  <a:pt x="1792319" y="300704"/>
                  <a:pt x="1774698" y="284988"/>
                </a:cubicBezTo>
                <a:lnTo>
                  <a:pt x="1652969" y="178880"/>
                </a:lnTo>
                <a:cubicBezTo>
                  <a:pt x="1630394" y="159449"/>
                  <a:pt x="1617821" y="144399"/>
                  <a:pt x="1617821" y="121158"/>
                </a:cubicBezTo>
                <a:lnTo>
                  <a:pt x="1617821" y="66484"/>
                </a:lnTo>
                <a:cubicBezTo>
                  <a:pt x="1617821" y="21907"/>
                  <a:pt x="1664208" y="0"/>
                  <a:pt x="1748409" y="0"/>
                </a:cubicBezTo>
                <a:cubicBezTo>
                  <a:pt x="1841278" y="0"/>
                  <a:pt x="1878902" y="21907"/>
                  <a:pt x="1878902" y="63437"/>
                </a:cubicBezTo>
                <a:lnTo>
                  <a:pt x="1878902" y="121158"/>
                </a:lnTo>
                <a:lnTo>
                  <a:pt x="1796034" y="121158"/>
                </a:lnTo>
                <a:lnTo>
                  <a:pt x="1796034" y="65913"/>
                </a:lnTo>
                <a:close/>
                <a:moveTo>
                  <a:pt x="2407444" y="65913"/>
                </a:moveTo>
                <a:cubicBezTo>
                  <a:pt x="2407444" y="48387"/>
                  <a:pt x="2398585" y="35147"/>
                  <a:pt x="2359724" y="35147"/>
                </a:cubicBezTo>
                <a:cubicBezTo>
                  <a:pt x="2320862" y="35147"/>
                  <a:pt x="2312003" y="48292"/>
                  <a:pt x="2312003" y="65913"/>
                </a:cubicBezTo>
                <a:lnTo>
                  <a:pt x="2312003" y="113633"/>
                </a:lnTo>
                <a:cubicBezTo>
                  <a:pt x="2312003" y="128111"/>
                  <a:pt x="2317052" y="142494"/>
                  <a:pt x="2330863" y="154400"/>
                </a:cubicBezTo>
                <a:lnTo>
                  <a:pt x="2462689" y="267367"/>
                </a:lnTo>
                <a:cubicBezTo>
                  <a:pt x="2481548" y="283083"/>
                  <a:pt x="2492788" y="302514"/>
                  <a:pt x="2492788" y="322612"/>
                </a:cubicBezTo>
                <a:lnTo>
                  <a:pt x="2492788" y="394145"/>
                </a:lnTo>
                <a:cubicBezTo>
                  <a:pt x="2492788" y="436817"/>
                  <a:pt x="2442591" y="460629"/>
                  <a:pt x="2359724" y="460629"/>
                </a:cubicBezTo>
                <a:cubicBezTo>
                  <a:pt x="2268093" y="460629"/>
                  <a:pt x="2224088" y="439960"/>
                  <a:pt x="2224088" y="394145"/>
                </a:cubicBezTo>
                <a:lnTo>
                  <a:pt x="2224088" y="332042"/>
                </a:lnTo>
                <a:lnTo>
                  <a:pt x="2306955" y="332042"/>
                </a:lnTo>
                <a:lnTo>
                  <a:pt x="2306955" y="391668"/>
                </a:lnTo>
                <a:cubicBezTo>
                  <a:pt x="2306955" y="413004"/>
                  <a:pt x="2323338" y="425577"/>
                  <a:pt x="2359724" y="425577"/>
                </a:cubicBezTo>
                <a:cubicBezTo>
                  <a:pt x="2393537" y="425577"/>
                  <a:pt x="2409920" y="413004"/>
                  <a:pt x="2409920" y="391668"/>
                </a:cubicBezTo>
                <a:lnTo>
                  <a:pt x="2409920" y="328327"/>
                </a:lnTo>
                <a:cubicBezTo>
                  <a:pt x="2409920" y="312610"/>
                  <a:pt x="2403634" y="300704"/>
                  <a:pt x="2386013" y="284988"/>
                </a:cubicBezTo>
                <a:lnTo>
                  <a:pt x="2264283" y="178880"/>
                </a:lnTo>
                <a:cubicBezTo>
                  <a:pt x="2241709" y="159449"/>
                  <a:pt x="2229136" y="144399"/>
                  <a:pt x="2229136" y="121158"/>
                </a:cubicBezTo>
                <a:lnTo>
                  <a:pt x="2229136" y="66484"/>
                </a:lnTo>
                <a:cubicBezTo>
                  <a:pt x="2229136" y="21907"/>
                  <a:pt x="2275618" y="0"/>
                  <a:pt x="2359724" y="0"/>
                </a:cubicBezTo>
                <a:cubicBezTo>
                  <a:pt x="2452592" y="0"/>
                  <a:pt x="2490216" y="22003"/>
                  <a:pt x="2490216" y="63437"/>
                </a:cubicBezTo>
                <a:lnTo>
                  <a:pt x="2490216" y="121158"/>
                </a:lnTo>
                <a:lnTo>
                  <a:pt x="2407444" y="121158"/>
                </a:lnTo>
                <a:lnTo>
                  <a:pt x="2407444" y="65913"/>
                </a:lnTo>
                <a:close/>
                <a:moveTo>
                  <a:pt x="343376" y="572738"/>
                </a:moveTo>
                <a:lnTo>
                  <a:pt x="426339" y="572738"/>
                </a:lnTo>
                <a:lnTo>
                  <a:pt x="607886" y="3810"/>
                </a:lnTo>
                <a:lnTo>
                  <a:pt x="524923" y="3810"/>
                </a:lnTo>
                <a:lnTo>
                  <a:pt x="343376" y="572738"/>
                </a:lnTo>
                <a:close/>
                <a:moveTo>
                  <a:pt x="435578" y="226981"/>
                </a:moveTo>
                <a:lnTo>
                  <a:pt x="364807" y="4858"/>
                </a:lnTo>
                <a:lnTo>
                  <a:pt x="281845" y="4858"/>
                </a:lnTo>
                <a:lnTo>
                  <a:pt x="394049" y="357283"/>
                </a:lnTo>
                <a:lnTo>
                  <a:pt x="435578" y="226981"/>
                </a:lnTo>
                <a:close/>
                <a:moveTo>
                  <a:pt x="1955292" y="572738"/>
                </a:moveTo>
                <a:lnTo>
                  <a:pt x="2038255" y="572738"/>
                </a:lnTo>
                <a:lnTo>
                  <a:pt x="2219801" y="3715"/>
                </a:lnTo>
                <a:lnTo>
                  <a:pt x="2136839" y="3715"/>
                </a:lnTo>
                <a:lnTo>
                  <a:pt x="1955292" y="572738"/>
                </a:lnTo>
                <a:close/>
                <a:moveTo>
                  <a:pt x="2047875" y="225933"/>
                </a:moveTo>
                <a:lnTo>
                  <a:pt x="1977104" y="3810"/>
                </a:lnTo>
                <a:lnTo>
                  <a:pt x="1894141" y="3810"/>
                </a:lnTo>
                <a:lnTo>
                  <a:pt x="2006346" y="356235"/>
                </a:lnTo>
                <a:lnTo>
                  <a:pt x="2047875" y="225933"/>
                </a:lnTo>
                <a:close/>
                <a:moveTo>
                  <a:pt x="931164" y="457010"/>
                </a:moveTo>
                <a:lnTo>
                  <a:pt x="931545" y="457010"/>
                </a:lnTo>
                <a:lnTo>
                  <a:pt x="931545" y="72962"/>
                </a:lnTo>
                <a:cubicBezTo>
                  <a:pt x="931545" y="21527"/>
                  <a:pt x="900113" y="3905"/>
                  <a:pt x="793528" y="3905"/>
                </a:cubicBezTo>
                <a:lnTo>
                  <a:pt x="633698" y="3905"/>
                </a:lnTo>
                <a:lnTo>
                  <a:pt x="633698" y="457105"/>
                </a:lnTo>
                <a:lnTo>
                  <a:pt x="716471" y="457105"/>
                </a:lnTo>
                <a:lnTo>
                  <a:pt x="716566" y="457010"/>
                </a:lnTo>
                <a:lnTo>
                  <a:pt x="716566" y="39052"/>
                </a:lnTo>
                <a:lnTo>
                  <a:pt x="784670" y="39052"/>
                </a:lnTo>
                <a:cubicBezTo>
                  <a:pt x="822293" y="39052"/>
                  <a:pt x="848678" y="44101"/>
                  <a:pt x="848678" y="67342"/>
                </a:cubicBezTo>
                <a:lnTo>
                  <a:pt x="848678" y="457010"/>
                </a:lnTo>
                <a:lnTo>
                  <a:pt x="931164" y="457010"/>
                </a:lnTo>
                <a:close/>
                <a:moveTo>
                  <a:pt x="2524982" y="59722"/>
                </a:moveTo>
                <a:cubicBezTo>
                  <a:pt x="2524982" y="29432"/>
                  <a:pt x="2549557" y="7144"/>
                  <a:pt x="2578608" y="7144"/>
                </a:cubicBezTo>
                <a:cubicBezTo>
                  <a:pt x="2607374" y="7144"/>
                  <a:pt x="2631853" y="29432"/>
                  <a:pt x="2631853" y="59722"/>
                </a:cubicBezTo>
                <a:cubicBezTo>
                  <a:pt x="2631853" y="90297"/>
                  <a:pt x="2607278" y="112681"/>
                  <a:pt x="2578608" y="112681"/>
                </a:cubicBezTo>
                <a:cubicBezTo>
                  <a:pt x="2549557" y="112681"/>
                  <a:pt x="2524982" y="90297"/>
                  <a:pt x="2524982" y="59722"/>
                </a:cubicBezTo>
                <a:close/>
                <a:moveTo>
                  <a:pt x="2578608" y="103918"/>
                </a:moveTo>
                <a:cubicBezTo>
                  <a:pt x="2602516" y="103918"/>
                  <a:pt x="2621280" y="85249"/>
                  <a:pt x="2621280" y="59817"/>
                </a:cubicBezTo>
                <a:cubicBezTo>
                  <a:pt x="2621280" y="34862"/>
                  <a:pt x="2602516" y="16002"/>
                  <a:pt x="2578608" y="16002"/>
                </a:cubicBezTo>
                <a:cubicBezTo>
                  <a:pt x="2554415" y="16002"/>
                  <a:pt x="2535555" y="34862"/>
                  <a:pt x="2535555" y="59817"/>
                </a:cubicBezTo>
                <a:cubicBezTo>
                  <a:pt x="2535650" y="85153"/>
                  <a:pt x="2554415" y="103918"/>
                  <a:pt x="2578608" y="103918"/>
                </a:cubicBezTo>
                <a:close/>
                <a:moveTo>
                  <a:pt x="2567464" y="90297"/>
                </a:moveTo>
                <a:lnTo>
                  <a:pt x="2558225" y="90297"/>
                </a:lnTo>
                <a:lnTo>
                  <a:pt x="2558225" y="29432"/>
                </a:lnTo>
                <a:lnTo>
                  <a:pt x="2581466" y="29432"/>
                </a:lnTo>
                <a:cubicBezTo>
                  <a:pt x="2595848" y="29432"/>
                  <a:pt x="2602897" y="34766"/>
                  <a:pt x="2602897" y="46768"/>
                </a:cubicBezTo>
                <a:cubicBezTo>
                  <a:pt x="2602897" y="57626"/>
                  <a:pt x="2596039" y="62389"/>
                  <a:pt x="2587085" y="63532"/>
                </a:cubicBezTo>
                <a:lnTo>
                  <a:pt x="2604421" y="90297"/>
                </a:lnTo>
                <a:lnTo>
                  <a:pt x="2594134" y="90297"/>
                </a:lnTo>
                <a:lnTo>
                  <a:pt x="2578037" y="63913"/>
                </a:lnTo>
                <a:lnTo>
                  <a:pt x="2567464" y="63913"/>
                </a:lnTo>
                <a:lnTo>
                  <a:pt x="2567464" y="90297"/>
                </a:lnTo>
                <a:close/>
                <a:moveTo>
                  <a:pt x="2578418" y="56102"/>
                </a:moveTo>
                <a:cubicBezTo>
                  <a:pt x="2586228" y="56102"/>
                  <a:pt x="2593277" y="55531"/>
                  <a:pt x="2593277" y="46196"/>
                </a:cubicBezTo>
                <a:cubicBezTo>
                  <a:pt x="2593277" y="38671"/>
                  <a:pt x="2586418" y="37243"/>
                  <a:pt x="2580037" y="37243"/>
                </a:cubicBezTo>
                <a:lnTo>
                  <a:pt x="2567464" y="37243"/>
                </a:lnTo>
                <a:lnTo>
                  <a:pt x="2567464" y="56102"/>
                </a:lnTo>
                <a:lnTo>
                  <a:pt x="2578418" y="561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 name="Google Shape;68;p18"/>
          <p:cNvSpPr txBox="1">
            <a:spLocks noGrp="1"/>
          </p:cNvSpPr>
          <p:nvPr>
            <p:ph type="ctrTitle"/>
          </p:nvPr>
        </p:nvSpPr>
        <p:spPr>
          <a:xfrm>
            <a:off x="381001" y="2170162"/>
            <a:ext cx="7534274" cy="137611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8"/>
          <p:cNvSpPr txBox="1">
            <a:spLocks noGrp="1"/>
          </p:cNvSpPr>
          <p:nvPr>
            <p:ph type="subTitle" idx="1"/>
          </p:nvPr>
        </p:nvSpPr>
        <p:spPr>
          <a:xfrm>
            <a:off x="381001" y="3550705"/>
            <a:ext cx="7534274" cy="457200"/>
          </a:xfrm>
          <a:prstGeom prst="rect">
            <a:avLst/>
          </a:prstGeom>
          <a:noFill/>
          <a:ln>
            <a:noFill/>
          </a:ln>
        </p:spPr>
        <p:txBody>
          <a:bodyPr spcFirstLastPara="1" wrap="square" lIns="0" tIns="91425" rIns="0" bIns="0" anchor="t" anchorCtr="0">
            <a:noAutofit/>
          </a:bodyPr>
          <a:lstStyle>
            <a:lvl1pPr lvl="0" algn="l">
              <a:lnSpc>
                <a:spcPct val="100000"/>
              </a:lnSpc>
              <a:spcBef>
                <a:spcPts val="0"/>
              </a:spcBef>
              <a:spcAft>
                <a:spcPts val="0"/>
              </a:spcAft>
              <a:buSzPts val="2800"/>
              <a:buNone/>
              <a:defRPr sz="2800" b="0">
                <a:solidFill>
                  <a:schemeClr val="lt1"/>
                </a:solidFill>
                <a:latin typeface="Arial"/>
                <a:ea typeface="Arial"/>
                <a:cs typeface="Arial"/>
                <a:sym typeface="Arial"/>
              </a:defRPr>
            </a:lvl1pPr>
            <a:lvl2pPr lvl="1" algn="ctr">
              <a:lnSpc>
                <a:spcPct val="100000"/>
              </a:lnSpc>
              <a:spcBef>
                <a:spcPts val="600"/>
              </a:spcBef>
              <a:spcAft>
                <a:spcPts val="0"/>
              </a:spcAft>
              <a:buSzPts val="1800"/>
              <a:buNone/>
              <a:defRPr>
                <a:solidFill>
                  <a:srgbClr val="888888"/>
                </a:solidFill>
              </a:defRPr>
            </a:lvl2pPr>
            <a:lvl3pPr lvl="2" algn="ctr">
              <a:lnSpc>
                <a:spcPct val="100000"/>
              </a:lnSpc>
              <a:spcBef>
                <a:spcPts val="600"/>
              </a:spcBef>
              <a:spcAft>
                <a:spcPts val="0"/>
              </a:spcAft>
              <a:buSzPts val="1600"/>
              <a:buNone/>
              <a:defRPr>
                <a:solidFill>
                  <a:srgbClr val="888888"/>
                </a:solidFill>
              </a:defRPr>
            </a:lvl3pPr>
            <a:lvl4pPr lvl="3" algn="ctr">
              <a:lnSpc>
                <a:spcPct val="100000"/>
              </a:lnSpc>
              <a:spcBef>
                <a:spcPts val="600"/>
              </a:spcBef>
              <a:spcAft>
                <a:spcPts val="0"/>
              </a:spcAft>
              <a:buSzPts val="1400"/>
              <a:buNone/>
              <a:defRPr>
                <a:solidFill>
                  <a:srgbClr val="888888"/>
                </a:solidFill>
              </a:defRPr>
            </a:lvl4pPr>
            <a:lvl5pPr lvl="4" algn="ctr">
              <a:lnSpc>
                <a:spcPct val="100000"/>
              </a:lnSpc>
              <a:spcBef>
                <a:spcPts val="300"/>
              </a:spcBef>
              <a:spcAft>
                <a:spcPts val="0"/>
              </a:spcAft>
              <a:buSzPts val="1400"/>
              <a:buNone/>
              <a:defRPr>
                <a:solidFill>
                  <a:srgbClr val="888888"/>
                </a:solidFill>
              </a:defRPr>
            </a:lvl5pPr>
            <a:lvl6pPr lvl="5" algn="ctr">
              <a:lnSpc>
                <a:spcPct val="100000"/>
              </a:lnSpc>
              <a:spcBef>
                <a:spcPts val="300"/>
              </a:spcBef>
              <a:spcAft>
                <a:spcPts val="0"/>
              </a:spcAft>
              <a:buSzPts val="1400"/>
              <a:buNone/>
              <a:defRPr>
                <a:solidFill>
                  <a:srgbClr val="888888"/>
                </a:solidFill>
              </a:defRPr>
            </a:lvl6pPr>
            <a:lvl7pPr lvl="6" algn="ctr">
              <a:lnSpc>
                <a:spcPct val="100000"/>
              </a:lnSpc>
              <a:spcBef>
                <a:spcPts val="300"/>
              </a:spcBef>
              <a:spcAft>
                <a:spcPts val="0"/>
              </a:spcAft>
              <a:buSzPts val="1400"/>
              <a:buNone/>
              <a:defRPr>
                <a:solidFill>
                  <a:srgbClr val="888888"/>
                </a:solidFill>
              </a:defRPr>
            </a:lvl7pPr>
            <a:lvl8pPr lvl="7" algn="ctr">
              <a:lnSpc>
                <a:spcPct val="100000"/>
              </a:lnSpc>
              <a:spcBef>
                <a:spcPts val="300"/>
              </a:spcBef>
              <a:spcAft>
                <a:spcPts val="0"/>
              </a:spcAft>
              <a:buSzPts val="1400"/>
              <a:buNone/>
              <a:defRPr>
                <a:solidFill>
                  <a:srgbClr val="888888"/>
                </a:solidFill>
              </a:defRPr>
            </a:lvl8pPr>
            <a:lvl9pPr lvl="8" algn="ctr">
              <a:lnSpc>
                <a:spcPct val="100000"/>
              </a:lnSpc>
              <a:spcBef>
                <a:spcPts val="300"/>
              </a:spcBef>
              <a:spcAft>
                <a:spcPts val="300"/>
              </a:spcAft>
              <a:buSzPts val="1400"/>
              <a:buNone/>
              <a:defRPr>
                <a:solidFill>
                  <a:srgbClr val="888888"/>
                </a:solidFill>
              </a:defRPr>
            </a:lvl9pPr>
          </a:lstStyle>
          <a:p>
            <a:endParaRPr/>
          </a:p>
        </p:txBody>
      </p:sp>
      <p:sp>
        <p:nvSpPr>
          <p:cNvPr id="70" name="Google Shape;70;p18"/>
          <p:cNvSpPr txBox="1">
            <a:spLocks noGrp="1"/>
          </p:cNvSpPr>
          <p:nvPr>
            <p:ph type="body" idx="2"/>
          </p:nvPr>
        </p:nvSpPr>
        <p:spPr>
          <a:xfrm>
            <a:off x="381000" y="4194595"/>
            <a:ext cx="6561138" cy="73152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2400"/>
              <a:buNone/>
              <a:defRPr sz="2400">
                <a:solidFill>
                  <a:schemeClr val="lt1"/>
                </a:solidFill>
                <a:latin typeface="Arial"/>
                <a:ea typeface="Arial"/>
                <a:cs typeface="Arial"/>
                <a:sym typeface="Arial"/>
              </a:defRPr>
            </a:lvl1pPr>
            <a:lvl2pPr marL="914400" lvl="1" indent="-228600" algn="ctr">
              <a:lnSpc>
                <a:spcPct val="100000"/>
              </a:lnSpc>
              <a:spcBef>
                <a:spcPts val="600"/>
              </a:spcBef>
              <a:spcAft>
                <a:spcPts val="0"/>
              </a:spcAft>
              <a:buSzPts val="1800"/>
              <a:buNone/>
              <a:defRPr>
                <a:solidFill>
                  <a:srgbClr val="595959"/>
                </a:solidFill>
              </a:defRPr>
            </a:lvl2pPr>
            <a:lvl3pPr marL="1371600" lvl="2" indent="-330200" algn="ctr">
              <a:lnSpc>
                <a:spcPct val="100000"/>
              </a:lnSpc>
              <a:spcBef>
                <a:spcPts val="600"/>
              </a:spcBef>
              <a:spcAft>
                <a:spcPts val="0"/>
              </a:spcAft>
              <a:buSzPts val="1600"/>
              <a:buChar char="–"/>
              <a:defRPr>
                <a:solidFill>
                  <a:srgbClr val="595959"/>
                </a:solidFill>
              </a:defRPr>
            </a:lvl3pPr>
            <a:lvl4pPr marL="1828800" lvl="3" indent="-317500" algn="ctr">
              <a:lnSpc>
                <a:spcPct val="100000"/>
              </a:lnSpc>
              <a:spcBef>
                <a:spcPts val="600"/>
              </a:spcBef>
              <a:spcAft>
                <a:spcPts val="0"/>
              </a:spcAft>
              <a:buSzPts val="1400"/>
              <a:buChar char="–"/>
              <a:defRPr>
                <a:solidFill>
                  <a:srgbClr val="595959"/>
                </a:solidFill>
              </a:defRPr>
            </a:lvl4pPr>
            <a:lvl5pPr marL="2286000" lvl="4" indent="-317500" algn="ctr">
              <a:lnSpc>
                <a:spcPct val="100000"/>
              </a:lnSpc>
              <a:spcBef>
                <a:spcPts val="300"/>
              </a:spcBef>
              <a:spcAft>
                <a:spcPts val="0"/>
              </a:spcAft>
              <a:buSzPts val="1400"/>
              <a:buChar char="–"/>
              <a:defRPr>
                <a:solidFill>
                  <a:srgbClr val="595959"/>
                </a:solidFill>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71" name="Google Shape;71;p18"/>
          <p:cNvSpPr txBox="1">
            <a:spLocks noGrp="1"/>
          </p:cNvSpPr>
          <p:nvPr>
            <p:ph type="body" idx="3"/>
          </p:nvPr>
        </p:nvSpPr>
        <p:spPr>
          <a:xfrm>
            <a:off x="381000" y="4937689"/>
            <a:ext cx="6561138" cy="39681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None/>
              <a:defRPr sz="2000">
                <a:solidFill>
                  <a:schemeClr val="lt1"/>
                </a:solidFill>
                <a:latin typeface="Arial"/>
                <a:ea typeface="Arial"/>
                <a:cs typeface="Arial"/>
                <a:sym typeface="Arial"/>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Synopsys Title Slide Design 2">
  <p:cSld name="Synopsys Title Slide Design 2">
    <p:spTree>
      <p:nvGrpSpPr>
        <p:cNvPr id="1" name="Shape 72"/>
        <p:cNvGrpSpPr/>
        <p:nvPr/>
      </p:nvGrpSpPr>
      <p:grpSpPr>
        <a:xfrm>
          <a:off x="0" y="0"/>
          <a:ext cx="0" cy="0"/>
          <a:chOff x="0" y="0"/>
          <a:chExt cx="0" cy="0"/>
        </a:xfrm>
      </p:grpSpPr>
      <p:pic>
        <p:nvPicPr>
          <p:cNvPr id="73" name="Google Shape;73;p19"/>
          <p:cNvPicPr preferRelativeResize="0"/>
          <p:nvPr/>
        </p:nvPicPr>
        <p:blipFill rotWithShape="1">
          <a:blip r:embed="rId2">
            <a:alphaModFix/>
          </a:blip>
          <a:srcRect/>
          <a:stretch/>
        </p:blipFill>
        <p:spPr>
          <a:xfrm>
            <a:off x="0" y="0"/>
            <a:ext cx="12209910" cy="6858000"/>
          </a:xfrm>
          <a:prstGeom prst="rect">
            <a:avLst/>
          </a:prstGeom>
          <a:noFill/>
          <a:ln>
            <a:noFill/>
          </a:ln>
        </p:spPr>
      </p:pic>
      <p:sp>
        <p:nvSpPr>
          <p:cNvPr id="74" name="Google Shape;74;p19"/>
          <p:cNvSpPr/>
          <p:nvPr/>
        </p:nvSpPr>
        <p:spPr>
          <a:xfrm>
            <a:off x="0" y="-4572"/>
            <a:ext cx="12192000" cy="6867144"/>
          </a:xfrm>
          <a:prstGeom prst="rect">
            <a:avLst/>
          </a:prstGeom>
          <a:gradFill>
            <a:gsLst>
              <a:gs pos="0">
                <a:srgbClr val="000000"/>
              </a:gs>
              <a:gs pos="20000">
                <a:srgbClr val="000000"/>
              </a:gs>
              <a:gs pos="45000">
                <a:srgbClr val="000000">
                  <a:alpha val="85098"/>
                </a:srgbClr>
              </a:gs>
              <a:gs pos="70000">
                <a:srgbClr val="000000">
                  <a:alpha val="0"/>
                </a:srgbClr>
              </a:gs>
              <a:gs pos="100000">
                <a:srgbClr val="000000">
                  <a:alpha val="0"/>
                </a:srgbClr>
              </a:gs>
            </a:gsLst>
            <a:lin ang="1062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5" name="Google Shape;75;p19"/>
          <p:cNvSpPr/>
          <p:nvPr/>
        </p:nvSpPr>
        <p:spPr>
          <a:xfrm>
            <a:off x="-7146" y="-4572"/>
            <a:ext cx="9555231" cy="6867144"/>
          </a:xfrm>
          <a:custGeom>
            <a:avLst/>
            <a:gdLst/>
            <a:ahLst/>
            <a:cxnLst/>
            <a:rect l="l" t="t" r="r" b="b"/>
            <a:pathLst>
              <a:path w="9542508" h="6858000" extrusionOk="0">
                <a:moveTo>
                  <a:pt x="0" y="0"/>
                </a:moveTo>
                <a:lnTo>
                  <a:pt x="9542508" y="0"/>
                </a:lnTo>
                <a:lnTo>
                  <a:pt x="7366146" y="6858000"/>
                </a:lnTo>
                <a:lnTo>
                  <a:pt x="7351569" y="6858000"/>
                </a:lnTo>
                <a:lnTo>
                  <a:pt x="0" y="6858000"/>
                </a:lnTo>
                <a:lnTo>
                  <a:pt x="0" y="0"/>
                </a:lnTo>
                <a:close/>
              </a:path>
            </a:pathLst>
          </a:custGeom>
          <a:gradFill>
            <a:gsLst>
              <a:gs pos="0">
                <a:srgbClr val="2D1541"/>
              </a:gs>
              <a:gs pos="50000">
                <a:srgbClr val="582A82">
                  <a:alpha val="94902"/>
                </a:srgbClr>
              </a:gs>
              <a:gs pos="96000">
                <a:srgbClr val="7E45AF">
                  <a:alpha val="90196"/>
                </a:srgbClr>
              </a:gs>
              <a:gs pos="100000">
                <a:srgbClr val="7E45AF">
                  <a:alpha val="90196"/>
                </a:srgbClr>
              </a:gs>
            </a:gsLst>
            <a:lin ang="1062000" scaled="0"/>
          </a:gradFill>
          <a:ln>
            <a:noFill/>
          </a:ln>
          <a:effectLst>
            <a:outerShdw dist="76200" algn="l" rotWithShape="0">
              <a:schemeClr val="accent1">
                <a:alpha val="60000"/>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6" name="Google Shape;76;p19"/>
          <p:cNvSpPr/>
          <p:nvPr/>
        </p:nvSpPr>
        <p:spPr>
          <a:xfrm>
            <a:off x="384914" y="381002"/>
            <a:ext cx="1783611" cy="388145"/>
          </a:xfrm>
          <a:custGeom>
            <a:avLst/>
            <a:gdLst/>
            <a:ahLst/>
            <a:cxnLst/>
            <a:rect l="l" t="t" r="r" b="b"/>
            <a:pathLst>
              <a:path w="2631852" h="572738" extrusionOk="0">
                <a:moveTo>
                  <a:pt x="183261" y="66961"/>
                </a:moveTo>
                <a:cubicBezTo>
                  <a:pt x="183261" y="49339"/>
                  <a:pt x="174498" y="36195"/>
                  <a:pt x="135541" y="36195"/>
                </a:cubicBezTo>
                <a:cubicBezTo>
                  <a:pt x="96679" y="36195"/>
                  <a:pt x="87820" y="49339"/>
                  <a:pt x="87820" y="66961"/>
                </a:cubicBezTo>
                <a:lnTo>
                  <a:pt x="87820" y="114681"/>
                </a:lnTo>
                <a:cubicBezTo>
                  <a:pt x="87820" y="129159"/>
                  <a:pt x="92869" y="143542"/>
                  <a:pt x="106680" y="155543"/>
                </a:cubicBezTo>
                <a:lnTo>
                  <a:pt x="238506" y="268510"/>
                </a:lnTo>
                <a:cubicBezTo>
                  <a:pt x="257366" y="284226"/>
                  <a:pt x="268605" y="303657"/>
                  <a:pt x="268605" y="323755"/>
                </a:cubicBezTo>
                <a:lnTo>
                  <a:pt x="268605" y="395287"/>
                </a:lnTo>
                <a:cubicBezTo>
                  <a:pt x="268605" y="437960"/>
                  <a:pt x="218408" y="461772"/>
                  <a:pt x="135541" y="461772"/>
                </a:cubicBezTo>
                <a:cubicBezTo>
                  <a:pt x="43910" y="461772"/>
                  <a:pt x="0" y="441103"/>
                  <a:pt x="0" y="395287"/>
                </a:cubicBezTo>
                <a:lnTo>
                  <a:pt x="0" y="333089"/>
                </a:lnTo>
                <a:lnTo>
                  <a:pt x="82868" y="333089"/>
                </a:lnTo>
                <a:lnTo>
                  <a:pt x="82868" y="392716"/>
                </a:lnTo>
                <a:cubicBezTo>
                  <a:pt x="82868" y="414052"/>
                  <a:pt x="99155" y="426625"/>
                  <a:pt x="135541" y="426625"/>
                </a:cubicBezTo>
                <a:cubicBezTo>
                  <a:pt x="169450" y="426625"/>
                  <a:pt x="185738" y="414052"/>
                  <a:pt x="185738" y="392716"/>
                </a:cubicBezTo>
                <a:lnTo>
                  <a:pt x="185738" y="329375"/>
                </a:lnTo>
                <a:cubicBezTo>
                  <a:pt x="185738" y="313658"/>
                  <a:pt x="179451" y="301752"/>
                  <a:pt x="161925" y="286036"/>
                </a:cubicBezTo>
                <a:lnTo>
                  <a:pt x="40100" y="179927"/>
                </a:lnTo>
                <a:cubicBezTo>
                  <a:pt x="17526" y="160496"/>
                  <a:pt x="4953" y="145352"/>
                  <a:pt x="4953" y="122206"/>
                </a:cubicBezTo>
                <a:lnTo>
                  <a:pt x="4953" y="67627"/>
                </a:lnTo>
                <a:cubicBezTo>
                  <a:pt x="4953" y="23051"/>
                  <a:pt x="51435" y="1048"/>
                  <a:pt x="135541" y="1048"/>
                </a:cubicBezTo>
                <a:cubicBezTo>
                  <a:pt x="228410" y="1048"/>
                  <a:pt x="266129" y="23051"/>
                  <a:pt x="266129" y="64484"/>
                </a:cubicBezTo>
                <a:lnTo>
                  <a:pt x="266129" y="122206"/>
                </a:lnTo>
                <a:lnTo>
                  <a:pt x="183261" y="122206"/>
                </a:lnTo>
                <a:lnTo>
                  <a:pt x="183261" y="66961"/>
                </a:lnTo>
                <a:close/>
                <a:moveTo>
                  <a:pt x="982218" y="76581"/>
                </a:moveTo>
                <a:cubicBezTo>
                  <a:pt x="982218" y="32004"/>
                  <a:pt x="1016127" y="0"/>
                  <a:pt x="1127855" y="0"/>
                </a:cubicBezTo>
                <a:cubicBezTo>
                  <a:pt x="1239583" y="0"/>
                  <a:pt x="1273493" y="32004"/>
                  <a:pt x="1273493" y="76581"/>
                </a:cubicBezTo>
                <a:lnTo>
                  <a:pt x="1273493" y="384143"/>
                </a:lnTo>
                <a:cubicBezTo>
                  <a:pt x="1273493" y="428720"/>
                  <a:pt x="1239583" y="460724"/>
                  <a:pt x="1127855" y="460724"/>
                </a:cubicBezTo>
                <a:cubicBezTo>
                  <a:pt x="1016127" y="460724"/>
                  <a:pt x="982218" y="428720"/>
                  <a:pt x="982218" y="384143"/>
                </a:cubicBezTo>
                <a:lnTo>
                  <a:pt x="982218" y="76581"/>
                </a:lnTo>
                <a:close/>
                <a:moveTo>
                  <a:pt x="1065086" y="382905"/>
                </a:moveTo>
                <a:cubicBezTo>
                  <a:pt x="1065086" y="408051"/>
                  <a:pt x="1075087" y="425577"/>
                  <a:pt x="1127855" y="425577"/>
                </a:cubicBezTo>
                <a:cubicBezTo>
                  <a:pt x="1180624" y="425577"/>
                  <a:pt x="1190625" y="407956"/>
                  <a:pt x="1190625" y="382905"/>
                </a:cubicBezTo>
                <a:lnTo>
                  <a:pt x="1190625" y="77914"/>
                </a:lnTo>
                <a:cubicBezTo>
                  <a:pt x="1190625" y="52768"/>
                  <a:pt x="1180529" y="35242"/>
                  <a:pt x="1127855" y="35242"/>
                </a:cubicBezTo>
                <a:cubicBezTo>
                  <a:pt x="1075087" y="35242"/>
                  <a:pt x="1065086" y="52864"/>
                  <a:pt x="1065086" y="77914"/>
                </a:cubicBezTo>
                <a:lnTo>
                  <a:pt x="1065086" y="382905"/>
                </a:lnTo>
                <a:close/>
                <a:moveTo>
                  <a:pt x="1319212" y="3810"/>
                </a:moveTo>
                <a:lnTo>
                  <a:pt x="1451039" y="3810"/>
                </a:lnTo>
                <a:cubicBezTo>
                  <a:pt x="1557719" y="3810"/>
                  <a:pt x="1589151" y="21431"/>
                  <a:pt x="1589151" y="72866"/>
                </a:cubicBezTo>
                <a:lnTo>
                  <a:pt x="1589151" y="183928"/>
                </a:lnTo>
                <a:cubicBezTo>
                  <a:pt x="1589151" y="235363"/>
                  <a:pt x="1557814" y="252984"/>
                  <a:pt x="1451134" y="252984"/>
                </a:cubicBezTo>
                <a:lnTo>
                  <a:pt x="1402175" y="252984"/>
                </a:lnTo>
                <a:lnTo>
                  <a:pt x="1402175" y="457010"/>
                </a:lnTo>
                <a:lnTo>
                  <a:pt x="1319308" y="457010"/>
                </a:lnTo>
                <a:lnTo>
                  <a:pt x="1319308" y="3810"/>
                </a:lnTo>
                <a:close/>
                <a:moveTo>
                  <a:pt x="1442276" y="217837"/>
                </a:moveTo>
                <a:cubicBezTo>
                  <a:pt x="1479995" y="217837"/>
                  <a:pt x="1506283" y="212788"/>
                  <a:pt x="1506283" y="189548"/>
                </a:cubicBezTo>
                <a:lnTo>
                  <a:pt x="1506283" y="67151"/>
                </a:lnTo>
                <a:cubicBezTo>
                  <a:pt x="1506283" y="43910"/>
                  <a:pt x="1479995" y="38862"/>
                  <a:pt x="1442276" y="38862"/>
                </a:cubicBezTo>
                <a:lnTo>
                  <a:pt x="1402080" y="38862"/>
                </a:lnTo>
                <a:lnTo>
                  <a:pt x="1402080" y="217837"/>
                </a:lnTo>
                <a:lnTo>
                  <a:pt x="1442276" y="217837"/>
                </a:lnTo>
                <a:close/>
                <a:moveTo>
                  <a:pt x="1796034" y="65913"/>
                </a:moveTo>
                <a:cubicBezTo>
                  <a:pt x="1796034" y="48292"/>
                  <a:pt x="1787271" y="35147"/>
                  <a:pt x="1748409" y="35147"/>
                </a:cubicBezTo>
                <a:cubicBezTo>
                  <a:pt x="1709452" y="35147"/>
                  <a:pt x="1700594" y="48292"/>
                  <a:pt x="1700594" y="65913"/>
                </a:cubicBezTo>
                <a:lnTo>
                  <a:pt x="1700594" y="113633"/>
                </a:lnTo>
                <a:cubicBezTo>
                  <a:pt x="1700594" y="128016"/>
                  <a:pt x="1705642" y="142494"/>
                  <a:pt x="1719453" y="154400"/>
                </a:cubicBezTo>
                <a:lnTo>
                  <a:pt x="1851279" y="267367"/>
                </a:lnTo>
                <a:cubicBezTo>
                  <a:pt x="1870043" y="283083"/>
                  <a:pt x="1881378" y="302514"/>
                  <a:pt x="1881378" y="322612"/>
                </a:cubicBezTo>
                <a:lnTo>
                  <a:pt x="1881378" y="394145"/>
                </a:lnTo>
                <a:cubicBezTo>
                  <a:pt x="1881378" y="436817"/>
                  <a:pt x="1831181" y="460629"/>
                  <a:pt x="1748314" y="460629"/>
                </a:cubicBezTo>
                <a:cubicBezTo>
                  <a:pt x="1656683" y="460629"/>
                  <a:pt x="1612678" y="439960"/>
                  <a:pt x="1612678" y="394049"/>
                </a:cubicBezTo>
                <a:lnTo>
                  <a:pt x="1612678" y="331946"/>
                </a:lnTo>
                <a:lnTo>
                  <a:pt x="1695545" y="331946"/>
                </a:lnTo>
                <a:lnTo>
                  <a:pt x="1695545" y="391573"/>
                </a:lnTo>
                <a:cubicBezTo>
                  <a:pt x="1695545" y="412909"/>
                  <a:pt x="1711833" y="425482"/>
                  <a:pt x="1748314" y="425482"/>
                </a:cubicBezTo>
                <a:cubicBezTo>
                  <a:pt x="1782223" y="425482"/>
                  <a:pt x="1798511" y="412909"/>
                  <a:pt x="1798511" y="391573"/>
                </a:cubicBezTo>
                <a:lnTo>
                  <a:pt x="1798511" y="328327"/>
                </a:lnTo>
                <a:cubicBezTo>
                  <a:pt x="1798511" y="312610"/>
                  <a:pt x="1792319" y="300704"/>
                  <a:pt x="1774698" y="284988"/>
                </a:cubicBezTo>
                <a:lnTo>
                  <a:pt x="1652969" y="178880"/>
                </a:lnTo>
                <a:cubicBezTo>
                  <a:pt x="1630394" y="159449"/>
                  <a:pt x="1617821" y="144399"/>
                  <a:pt x="1617821" y="121158"/>
                </a:cubicBezTo>
                <a:lnTo>
                  <a:pt x="1617821" y="66484"/>
                </a:lnTo>
                <a:cubicBezTo>
                  <a:pt x="1617821" y="21907"/>
                  <a:pt x="1664208" y="0"/>
                  <a:pt x="1748409" y="0"/>
                </a:cubicBezTo>
                <a:cubicBezTo>
                  <a:pt x="1841278" y="0"/>
                  <a:pt x="1878902" y="21907"/>
                  <a:pt x="1878902" y="63437"/>
                </a:cubicBezTo>
                <a:lnTo>
                  <a:pt x="1878902" y="121158"/>
                </a:lnTo>
                <a:lnTo>
                  <a:pt x="1796034" y="121158"/>
                </a:lnTo>
                <a:lnTo>
                  <a:pt x="1796034" y="65913"/>
                </a:lnTo>
                <a:close/>
                <a:moveTo>
                  <a:pt x="2407444" y="65913"/>
                </a:moveTo>
                <a:cubicBezTo>
                  <a:pt x="2407444" y="48387"/>
                  <a:pt x="2398585" y="35147"/>
                  <a:pt x="2359724" y="35147"/>
                </a:cubicBezTo>
                <a:cubicBezTo>
                  <a:pt x="2320862" y="35147"/>
                  <a:pt x="2312003" y="48292"/>
                  <a:pt x="2312003" y="65913"/>
                </a:cubicBezTo>
                <a:lnTo>
                  <a:pt x="2312003" y="113633"/>
                </a:lnTo>
                <a:cubicBezTo>
                  <a:pt x="2312003" y="128111"/>
                  <a:pt x="2317052" y="142494"/>
                  <a:pt x="2330863" y="154400"/>
                </a:cubicBezTo>
                <a:lnTo>
                  <a:pt x="2462689" y="267367"/>
                </a:lnTo>
                <a:cubicBezTo>
                  <a:pt x="2481548" y="283083"/>
                  <a:pt x="2492788" y="302514"/>
                  <a:pt x="2492788" y="322612"/>
                </a:cubicBezTo>
                <a:lnTo>
                  <a:pt x="2492788" y="394145"/>
                </a:lnTo>
                <a:cubicBezTo>
                  <a:pt x="2492788" y="436817"/>
                  <a:pt x="2442591" y="460629"/>
                  <a:pt x="2359724" y="460629"/>
                </a:cubicBezTo>
                <a:cubicBezTo>
                  <a:pt x="2268093" y="460629"/>
                  <a:pt x="2224088" y="439960"/>
                  <a:pt x="2224088" y="394145"/>
                </a:cubicBezTo>
                <a:lnTo>
                  <a:pt x="2224088" y="332042"/>
                </a:lnTo>
                <a:lnTo>
                  <a:pt x="2306955" y="332042"/>
                </a:lnTo>
                <a:lnTo>
                  <a:pt x="2306955" y="391668"/>
                </a:lnTo>
                <a:cubicBezTo>
                  <a:pt x="2306955" y="413004"/>
                  <a:pt x="2323338" y="425577"/>
                  <a:pt x="2359724" y="425577"/>
                </a:cubicBezTo>
                <a:cubicBezTo>
                  <a:pt x="2393537" y="425577"/>
                  <a:pt x="2409920" y="413004"/>
                  <a:pt x="2409920" y="391668"/>
                </a:cubicBezTo>
                <a:lnTo>
                  <a:pt x="2409920" y="328327"/>
                </a:lnTo>
                <a:cubicBezTo>
                  <a:pt x="2409920" y="312610"/>
                  <a:pt x="2403634" y="300704"/>
                  <a:pt x="2386013" y="284988"/>
                </a:cubicBezTo>
                <a:lnTo>
                  <a:pt x="2264283" y="178880"/>
                </a:lnTo>
                <a:cubicBezTo>
                  <a:pt x="2241709" y="159449"/>
                  <a:pt x="2229136" y="144399"/>
                  <a:pt x="2229136" y="121158"/>
                </a:cubicBezTo>
                <a:lnTo>
                  <a:pt x="2229136" y="66484"/>
                </a:lnTo>
                <a:cubicBezTo>
                  <a:pt x="2229136" y="21907"/>
                  <a:pt x="2275618" y="0"/>
                  <a:pt x="2359724" y="0"/>
                </a:cubicBezTo>
                <a:cubicBezTo>
                  <a:pt x="2452592" y="0"/>
                  <a:pt x="2490216" y="22003"/>
                  <a:pt x="2490216" y="63437"/>
                </a:cubicBezTo>
                <a:lnTo>
                  <a:pt x="2490216" y="121158"/>
                </a:lnTo>
                <a:lnTo>
                  <a:pt x="2407444" y="121158"/>
                </a:lnTo>
                <a:lnTo>
                  <a:pt x="2407444" y="65913"/>
                </a:lnTo>
                <a:close/>
                <a:moveTo>
                  <a:pt x="343376" y="572738"/>
                </a:moveTo>
                <a:lnTo>
                  <a:pt x="426339" y="572738"/>
                </a:lnTo>
                <a:lnTo>
                  <a:pt x="607886" y="3810"/>
                </a:lnTo>
                <a:lnTo>
                  <a:pt x="524923" y="3810"/>
                </a:lnTo>
                <a:lnTo>
                  <a:pt x="343376" y="572738"/>
                </a:lnTo>
                <a:close/>
                <a:moveTo>
                  <a:pt x="435578" y="226981"/>
                </a:moveTo>
                <a:lnTo>
                  <a:pt x="364807" y="4858"/>
                </a:lnTo>
                <a:lnTo>
                  <a:pt x="281845" y="4858"/>
                </a:lnTo>
                <a:lnTo>
                  <a:pt x="394049" y="357283"/>
                </a:lnTo>
                <a:lnTo>
                  <a:pt x="435578" y="226981"/>
                </a:lnTo>
                <a:close/>
                <a:moveTo>
                  <a:pt x="1955292" y="572738"/>
                </a:moveTo>
                <a:lnTo>
                  <a:pt x="2038255" y="572738"/>
                </a:lnTo>
                <a:lnTo>
                  <a:pt x="2219801" y="3715"/>
                </a:lnTo>
                <a:lnTo>
                  <a:pt x="2136839" y="3715"/>
                </a:lnTo>
                <a:lnTo>
                  <a:pt x="1955292" y="572738"/>
                </a:lnTo>
                <a:close/>
                <a:moveTo>
                  <a:pt x="2047875" y="225933"/>
                </a:moveTo>
                <a:lnTo>
                  <a:pt x="1977104" y="3810"/>
                </a:lnTo>
                <a:lnTo>
                  <a:pt x="1894141" y="3810"/>
                </a:lnTo>
                <a:lnTo>
                  <a:pt x="2006346" y="356235"/>
                </a:lnTo>
                <a:lnTo>
                  <a:pt x="2047875" y="225933"/>
                </a:lnTo>
                <a:close/>
                <a:moveTo>
                  <a:pt x="931164" y="457010"/>
                </a:moveTo>
                <a:lnTo>
                  <a:pt x="931545" y="457010"/>
                </a:lnTo>
                <a:lnTo>
                  <a:pt x="931545" y="72962"/>
                </a:lnTo>
                <a:cubicBezTo>
                  <a:pt x="931545" y="21527"/>
                  <a:pt x="900113" y="3905"/>
                  <a:pt x="793528" y="3905"/>
                </a:cubicBezTo>
                <a:lnTo>
                  <a:pt x="633698" y="3905"/>
                </a:lnTo>
                <a:lnTo>
                  <a:pt x="633698" y="457105"/>
                </a:lnTo>
                <a:lnTo>
                  <a:pt x="716471" y="457105"/>
                </a:lnTo>
                <a:lnTo>
                  <a:pt x="716566" y="457010"/>
                </a:lnTo>
                <a:lnTo>
                  <a:pt x="716566" y="39052"/>
                </a:lnTo>
                <a:lnTo>
                  <a:pt x="784670" y="39052"/>
                </a:lnTo>
                <a:cubicBezTo>
                  <a:pt x="822293" y="39052"/>
                  <a:pt x="848678" y="44101"/>
                  <a:pt x="848678" y="67342"/>
                </a:cubicBezTo>
                <a:lnTo>
                  <a:pt x="848678" y="457010"/>
                </a:lnTo>
                <a:lnTo>
                  <a:pt x="931164" y="457010"/>
                </a:lnTo>
                <a:close/>
                <a:moveTo>
                  <a:pt x="2524982" y="59722"/>
                </a:moveTo>
                <a:cubicBezTo>
                  <a:pt x="2524982" y="29432"/>
                  <a:pt x="2549557" y="7144"/>
                  <a:pt x="2578608" y="7144"/>
                </a:cubicBezTo>
                <a:cubicBezTo>
                  <a:pt x="2607374" y="7144"/>
                  <a:pt x="2631853" y="29432"/>
                  <a:pt x="2631853" y="59722"/>
                </a:cubicBezTo>
                <a:cubicBezTo>
                  <a:pt x="2631853" y="90297"/>
                  <a:pt x="2607278" y="112681"/>
                  <a:pt x="2578608" y="112681"/>
                </a:cubicBezTo>
                <a:cubicBezTo>
                  <a:pt x="2549557" y="112681"/>
                  <a:pt x="2524982" y="90297"/>
                  <a:pt x="2524982" y="59722"/>
                </a:cubicBezTo>
                <a:close/>
                <a:moveTo>
                  <a:pt x="2578608" y="103918"/>
                </a:moveTo>
                <a:cubicBezTo>
                  <a:pt x="2602516" y="103918"/>
                  <a:pt x="2621280" y="85249"/>
                  <a:pt x="2621280" y="59817"/>
                </a:cubicBezTo>
                <a:cubicBezTo>
                  <a:pt x="2621280" y="34862"/>
                  <a:pt x="2602516" y="16002"/>
                  <a:pt x="2578608" y="16002"/>
                </a:cubicBezTo>
                <a:cubicBezTo>
                  <a:pt x="2554415" y="16002"/>
                  <a:pt x="2535555" y="34862"/>
                  <a:pt x="2535555" y="59817"/>
                </a:cubicBezTo>
                <a:cubicBezTo>
                  <a:pt x="2535650" y="85153"/>
                  <a:pt x="2554415" y="103918"/>
                  <a:pt x="2578608" y="103918"/>
                </a:cubicBezTo>
                <a:close/>
                <a:moveTo>
                  <a:pt x="2567464" y="90297"/>
                </a:moveTo>
                <a:lnTo>
                  <a:pt x="2558225" y="90297"/>
                </a:lnTo>
                <a:lnTo>
                  <a:pt x="2558225" y="29432"/>
                </a:lnTo>
                <a:lnTo>
                  <a:pt x="2581466" y="29432"/>
                </a:lnTo>
                <a:cubicBezTo>
                  <a:pt x="2595848" y="29432"/>
                  <a:pt x="2602897" y="34766"/>
                  <a:pt x="2602897" y="46768"/>
                </a:cubicBezTo>
                <a:cubicBezTo>
                  <a:pt x="2602897" y="57626"/>
                  <a:pt x="2596039" y="62389"/>
                  <a:pt x="2587085" y="63532"/>
                </a:cubicBezTo>
                <a:lnTo>
                  <a:pt x="2604421" y="90297"/>
                </a:lnTo>
                <a:lnTo>
                  <a:pt x="2594134" y="90297"/>
                </a:lnTo>
                <a:lnTo>
                  <a:pt x="2578037" y="63913"/>
                </a:lnTo>
                <a:lnTo>
                  <a:pt x="2567464" y="63913"/>
                </a:lnTo>
                <a:lnTo>
                  <a:pt x="2567464" y="90297"/>
                </a:lnTo>
                <a:close/>
                <a:moveTo>
                  <a:pt x="2578418" y="56102"/>
                </a:moveTo>
                <a:cubicBezTo>
                  <a:pt x="2586228" y="56102"/>
                  <a:pt x="2593277" y="55531"/>
                  <a:pt x="2593277" y="46196"/>
                </a:cubicBezTo>
                <a:cubicBezTo>
                  <a:pt x="2593277" y="38671"/>
                  <a:pt x="2586418" y="37243"/>
                  <a:pt x="2580037" y="37243"/>
                </a:cubicBezTo>
                <a:lnTo>
                  <a:pt x="2567464" y="37243"/>
                </a:lnTo>
                <a:lnTo>
                  <a:pt x="2567464" y="56102"/>
                </a:lnTo>
                <a:lnTo>
                  <a:pt x="2578418" y="561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 name="Google Shape;77;p19"/>
          <p:cNvSpPr txBox="1">
            <a:spLocks noGrp="1"/>
          </p:cNvSpPr>
          <p:nvPr>
            <p:ph type="ctrTitle"/>
          </p:nvPr>
        </p:nvSpPr>
        <p:spPr>
          <a:xfrm>
            <a:off x="381001" y="2170162"/>
            <a:ext cx="7534274" cy="137611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9"/>
          <p:cNvSpPr txBox="1">
            <a:spLocks noGrp="1"/>
          </p:cNvSpPr>
          <p:nvPr>
            <p:ph type="subTitle" idx="1"/>
          </p:nvPr>
        </p:nvSpPr>
        <p:spPr>
          <a:xfrm>
            <a:off x="381001" y="3550705"/>
            <a:ext cx="7534274" cy="457200"/>
          </a:xfrm>
          <a:prstGeom prst="rect">
            <a:avLst/>
          </a:prstGeom>
          <a:noFill/>
          <a:ln>
            <a:noFill/>
          </a:ln>
        </p:spPr>
        <p:txBody>
          <a:bodyPr spcFirstLastPara="1" wrap="square" lIns="0" tIns="91425" rIns="0" bIns="0" anchor="t" anchorCtr="0">
            <a:noAutofit/>
          </a:bodyPr>
          <a:lstStyle>
            <a:lvl1pPr lvl="0" algn="l">
              <a:lnSpc>
                <a:spcPct val="100000"/>
              </a:lnSpc>
              <a:spcBef>
                <a:spcPts val="0"/>
              </a:spcBef>
              <a:spcAft>
                <a:spcPts val="0"/>
              </a:spcAft>
              <a:buSzPts val="2800"/>
              <a:buNone/>
              <a:defRPr sz="2800" b="0">
                <a:solidFill>
                  <a:schemeClr val="lt1"/>
                </a:solidFill>
                <a:latin typeface="Arial"/>
                <a:ea typeface="Arial"/>
                <a:cs typeface="Arial"/>
                <a:sym typeface="Arial"/>
              </a:defRPr>
            </a:lvl1pPr>
            <a:lvl2pPr lvl="1" algn="ctr">
              <a:lnSpc>
                <a:spcPct val="100000"/>
              </a:lnSpc>
              <a:spcBef>
                <a:spcPts val="600"/>
              </a:spcBef>
              <a:spcAft>
                <a:spcPts val="0"/>
              </a:spcAft>
              <a:buSzPts val="1800"/>
              <a:buNone/>
              <a:defRPr>
                <a:solidFill>
                  <a:srgbClr val="888888"/>
                </a:solidFill>
              </a:defRPr>
            </a:lvl2pPr>
            <a:lvl3pPr lvl="2" algn="ctr">
              <a:lnSpc>
                <a:spcPct val="100000"/>
              </a:lnSpc>
              <a:spcBef>
                <a:spcPts val="600"/>
              </a:spcBef>
              <a:spcAft>
                <a:spcPts val="0"/>
              </a:spcAft>
              <a:buSzPts val="1600"/>
              <a:buNone/>
              <a:defRPr>
                <a:solidFill>
                  <a:srgbClr val="888888"/>
                </a:solidFill>
              </a:defRPr>
            </a:lvl3pPr>
            <a:lvl4pPr lvl="3" algn="ctr">
              <a:lnSpc>
                <a:spcPct val="100000"/>
              </a:lnSpc>
              <a:spcBef>
                <a:spcPts val="600"/>
              </a:spcBef>
              <a:spcAft>
                <a:spcPts val="0"/>
              </a:spcAft>
              <a:buSzPts val="1400"/>
              <a:buNone/>
              <a:defRPr>
                <a:solidFill>
                  <a:srgbClr val="888888"/>
                </a:solidFill>
              </a:defRPr>
            </a:lvl4pPr>
            <a:lvl5pPr lvl="4" algn="ctr">
              <a:lnSpc>
                <a:spcPct val="100000"/>
              </a:lnSpc>
              <a:spcBef>
                <a:spcPts val="300"/>
              </a:spcBef>
              <a:spcAft>
                <a:spcPts val="0"/>
              </a:spcAft>
              <a:buSzPts val="1400"/>
              <a:buNone/>
              <a:defRPr>
                <a:solidFill>
                  <a:srgbClr val="888888"/>
                </a:solidFill>
              </a:defRPr>
            </a:lvl5pPr>
            <a:lvl6pPr lvl="5" algn="ctr">
              <a:lnSpc>
                <a:spcPct val="100000"/>
              </a:lnSpc>
              <a:spcBef>
                <a:spcPts val="300"/>
              </a:spcBef>
              <a:spcAft>
                <a:spcPts val="0"/>
              </a:spcAft>
              <a:buSzPts val="1400"/>
              <a:buNone/>
              <a:defRPr>
                <a:solidFill>
                  <a:srgbClr val="888888"/>
                </a:solidFill>
              </a:defRPr>
            </a:lvl6pPr>
            <a:lvl7pPr lvl="6" algn="ctr">
              <a:lnSpc>
                <a:spcPct val="100000"/>
              </a:lnSpc>
              <a:spcBef>
                <a:spcPts val="300"/>
              </a:spcBef>
              <a:spcAft>
                <a:spcPts val="0"/>
              </a:spcAft>
              <a:buSzPts val="1400"/>
              <a:buNone/>
              <a:defRPr>
                <a:solidFill>
                  <a:srgbClr val="888888"/>
                </a:solidFill>
              </a:defRPr>
            </a:lvl7pPr>
            <a:lvl8pPr lvl="7" algn="ctr">
              <a:lnSpc>
                <a:spcPct val="100000"/>
              </a:lnSpc>
              <a:spcBef>
                <a:spcPts val="300"/>
              </a:spcBef>
              <a:spcAft>
                <a:spcPts val="0"/>
              </a:spcAft>
              <a:buSzPts val="1400"/>
              <a:buNone/>
              <a:defRPr>
                <a:solidFill>
                  <a:srgbClr val="888888"/>
                </a:solidFill>
              </a:defRPr>
            </a:lvl8pPr>
            <a:lvl9pPr lvl="8" algn="ctr">
              <a:lnSpc>
                <a:spcPct val="100000"/>
              </a:lnSpc>
              <a:spcBef>
                <a:spcPts val="300"/>
              </a:spcBef>
              <a:spcAft>
                <a:spcPts val="300"/>
              </a:spcAft>
              <a:buSzPts val="1400"/>
              <a:buNone/>
              <a:defRPr>
                <a:solidFill>
                  <a:srgbClr val="888888"/>
                </a:solidFill>
              </a:defRPr>
            </a:lvl9pPr>
          </a:lstStyle>
          <a:p>
            <a:endParaRPr/>
          </a:p>
        </p:txBody>
      </p:sp>
      <p:sp>
        <p:nvSpPr>
          <p:cNvPr id="79" name="Google Shape;79;p19"/>
          <p:cNvSpPr txBox="1">
            <a:spLocks noGrp="1"/>
          </p:cNvSpPr>
          <p:nvPr>
            <p:ph type="body" idx="2"/>
          </p:nvPr>
        </p:nvSpPr>
        <p:spPr>
          <a:xfrm>
            <a:off x="381000" y="4194595"/>
            <a:ext cx="6561138" cy="73152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2400"/>
              <a:buNone/>
              <a:defRPr sz="2400">
                <a:solidFill>
                  <a:schemeClr val="lt1"/>
                </a:solidFill>
                <a:latin typeface="Arial"/>
                <a:ea typeface="Arial"/>
                <a:cs typeface="Arial"/>
                <a:sym typeface="Arial"/>
              </a:defRPr>
            </a:lvl1pPr>
            <a:lvl2pPr marL="914400" lvl="1" indent="-228600" algn="ctr">
              <a:lnSpc>
                <a:spcPct val="100000"/>
              </a:lnSpc>
              <a:spcBef>
                <a:spcPts val="600"/>
              </a:spcBef>
              <a:spcAft>
                <a:spcPts val="0"/>
              </a:spcAft>
              <a:buSzPts val="1800"/>
              <a:buNone/>
              <a:defRPr>
                <a:solidFill>
                  <a:srgbClr val="595959"/>
                </a:solidFill>
              </a:defRPr>
            </a:lvl2pPr>
            <a:lvl3pPr marL="1371600" lvl="2" indent="-330200" algn="ctr">
              <a:lnSpc>
                <a:spcPct val="100000"/>
              </a:lnSpc>
              <a:spcBef>
                <a:spcPts val="600"/>
              </a:spcBef>
              <a:spcAft>
                <a:spcPts val="0"/>
              </a:spcAft>
              <a:buSzPts val="1600"/>
              <a:buChar char="–"/>
              <a:defRPr>
                <a:solidFill>
                  <a:srgbClr val="595959"/>
                </a:solidFill>
              </a:defRPr>
            </a:lvl3pPr>
            <a:lvl4pPr marL="1828800" lvl="3" indent="-317500" algn="ctr">
              <a:lnSpc>
                <a:spcPct val="100000"/>
              </a:lnSpc>
              <a:spcBef>
                <a:spcPts val="600"/>
              </a:spcBef>
              <a:spcAft>
                <a:spcPts val="0"/>
              </a:spcAft>
              <a:buSzPts val="1400"/>
              <a:buChar char="–"/>
              <a:defRPr>
                <a:solidFill>
                  <a:srgbClr val="595959"/>
                </a:solidFill>
              </a:defRPr>
            </a:lvl4pPr>
            <a:lvl5pPr marL="2286000" lvl="4" indent="-317500" algn="ctr">
              <a:lnSpc>
                <a:spcPct val="100000"/>
              </a:lnSpc>
              <a:spcBef>
                <a:spcPts val="300"/>
              </a:spcBef>
              <a:spcAft>
                <a:spcPts val="0"/>
              </a:spcAft>
              <a:buSzPts val="1400"/>
              <a:buChar char="–"/>
              <a:defRPr>
                <a:solidFill>
                  <a:srgbClr val="595959"/>
                </a:solidFill>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80" name="Google Shape;80;p19"/>
          <p:cNvSpPr txBox="1">
            <a:spLocks noGrp="1"/>
          </p:cNvSpPr>
          <p:nvPr>
            <p:ph type="body" idx="3"/>
          </p:nvPr>
        </p:nvSpPr>
        <p:spPr>
          <a:xfrm>
            <a:off x="381000" y="4937689"/>
            <a:ext cx="6561138" cy="39681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None/>
              <a:defRPr sz="2000">
                <a:solidFill>
                  <a:schemeClr val="lt1"/>
                </a:solidFill>
                <a:latin typeface="Arial"/>
                <a:ea typeface="Arial"/>
                <a:cs typeface="Arial"/>
                <a:sym typeface="Arial"/>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Synopsys Title Slide Design 3">
  <p:cSld name="Synopsys Title Slide Design 3">
    <p:spTree>
      <p:nvGrpSpPr>
        <p:cNvPr id="1" name="Shape 81"/>
        <p:cNvGrpSpPr/>
        <p:nvPr/>
      </p:nvGrpSpPr>
      <p:grpSpPr>
        <a:xfrm>
          <a:off x="0" y="0"/>
          <a:ext cx="0" cy="0"/>
          <a:chOff x="0" y="0"/>
          <a:chExt cx="0" cy="0"/>
        </a:xfrm>
      </p:grpSpPr>
      <p:pic>
        <p:nvPicPr>
          <p:cNvPr id="82" name="Google Shape;82;p20"/>
          <p:cNvPicPr preferRelativeResize="0"/>
          <p:nvPr/>
        </p:nvPicPr>
        <p:blipFill rotWithShape="1">
          <a:blip r:embed="rId2">
            <a:alphaModFix/>
          </a:blip>
          <a:srcRect/>
          <a:stretch/>
        </p:blipFill>
        <p:spPr>
          <a:xfrm>
            <a:off x="-1" y="0"/>
            <a:ext cx="12209913" cy="6858000"/>
          </a:xfrm>
          <a:prstGeom prst="rect">
            <a:avLst/>
          </a:prstGeom>
          <a:noFill/>
          <a:ln>
            <a:noFill/>
          </a:ln>
        </p:spPr>
      </p:pic>
      <p:sp>
        <p:nvSpPr>
          <p:cNvPr id="83" name="Google Shape;83;p20"/>
          <p:cNvSpPr/>
          <p:nvPr/>
        </p:nvSpPr>
        <p:spPr>
          <a:xfrm>
            <a:off x="0" y="-9144"/>
            <a:ext cx="12192000" cy="6867144"/>
          </a:xfrm>
          <a:prstGeom prst="rect">
            <a:avLst/>
          </a:prstGeom>
          <a:gradFill>
            <a:gsLst>
              <a:gs pos="0">
                <a:srgbClr val="000000"/>
              </a:gs>
              <a:gs pos="20000">
                <a:srgbClr val="000000"/>
              </a:gs>
              <a:gs pos="45000">
                <a:srgbClr val="000000">
                  <a:alpha val="80000"/>
                </a:srgbClr>
              </a:gs>
              <a:gs pos="70000">
                <a:srgbClr val="000000">
                  <a:alpha val="0"/>
                </a:srgbClr>
              </a:gs>
              <a:gs pos="100000">
                <a:srgbClr val="000000">
                  <a:alpha val="0"/>
                </a:srgbClr>
              </a:gs>
            </a:gsLst>
            <a:lin ang="1062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84" name="Google Shape;84;p20"/>
          <p:cNvSpPr/>
          <p:nvPr/>
        </p:nvSpPr>
        <p:spPr>
          <a:xfrm>
            <a:off x="-7146" y="-4572"/>
            <a:ext cx="9555231" cy="6867144"/>
          </a:xfrm>
          <a:custGeom>
            <a:avLst/>
            <a:gdLst/>
            <a:ahLst/>
            <a:cxnLst/>
            <a:rect l="l" t="t" r="r" b="b"/>
            <a:pathLst>
              <a:path w="9542508" h="6858000" extrusionOk="0">
                <a:moveTo>
                  <a:pt x="0" y="0"/>
                </a:moveTo>
                <a:lnTo>
                  <a:pt x="9542508" y="0"/>
                </a:lnTo>
                <a:lnTo>
                  <a:pt x="7366146" y="6858000"/>
                </a:lnTo>
                <a:lnTo>
                  <a:pt x="7351569" y="6858000"/>
                </a:lnTo>
                <a:lnTo>
                  <a:pt x="0" y="6858000"/>
                </a:lnTo>
                <a:lnTo>
                  <a:pt x="0" y="0"/>
                </a:lnTo>
                <a:close/>
              </a:path>
            </a:pathLst>
          </a:custGeom>
          <a:gradFill>
            <a:gsLst>
              <a:gs pos="0">
                <a:srgbClr val="2D1541"/>
              </a:gs>
              <a:gs pos="50000">
                <a:srgbClr val="582A82">
                  <a:alpha val="90196"/>
                </a:srgbClr>
              </a:gs>
              <a:gs pos="96000">
                <a:srgbClr val="7E45AF">
                  <a:alpha val="90196"/>
                </a:srgbClr>
              </a:gs>
              <a:gs pos="100000">
                <a:srgbClr val="7E45AF">
                  <a:alpha val="90196"/>
                </a:srgbClr>
              </a:gs>
            </a:gsLst>
            <a:lin ang="1062000" scaled="0"/>
          </a:gradFill>
          <a:ln>
            <a:noFill/>
          </a:ln>
          <a:effectLst>
            <a:outerShdw dist="76200" algn="l" rotWithShape="0">
              <a:schemeClr val="accent1">
                <a:alpha val="60000"/>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5" name="Google Shape;85;p20"/>
          <p:cNvSpPr/>
          <p:nvPr/>
        </p:nvSpPr>
        <p:spPr>
          <a:xfrm>
            <a:off x="384914" y="381002"/>
            <a:ext cx="1783611" cy="388145"/>
          </a:xfrm>
          <a:custGeom>
            <a:avLst/>
            <a:gdLst/>
            <a:ahLst/>
            <a:cxnLst/>
            <a:rect l="l" t="t" r="r" b="b"/>
            <a:pathLst>
              <a:path w="2631852" h="572738" extrusionOk="0">
                <a:moveTo>
                  <a:pt x="183261" y="66961"/>
                </a:moveTo>
                <a:cubicBezTo>
                  <a:pt x="183261" y="49339"/>
                  <a:pt x="174498" y="36195"/>
                  <a:pt x="135541" y="36195"/>
                </a:cubicBezTo>
                <a:cubicBezTo>
                  <a:pt x="96679" y="36195"/>
                  <a:pt x="87820" y="49339"/>
                  <a:pt x="87820" y="66961"/>
                </a:cubicBezTo>
                <a:lnTo>
                  <a:pt x="87820" y="114681"/>
                </a:lnTo>
                <a:cubicBezTo>
                  <a:pt x="87820" y="129159"/>
                  <a:pt x="92869" y="143542"/>
                  <a:pt x="106680" y="155543"/>
                </a:cubicBezTo>
                <a:lnTo>
                  <a:pt x="238506" y="268510"/>
                </a:lnTo>
                <a:cubicBezTo>
                  <a:pt x="257366" y="284226"/>
                  <a:pt x="268605" y="303657"/>
                  <a:pt x="268605" y="323755"/>
                </a:cubicBezTo>
                <a:lnTo>
                  <a:pt x="268605" y="395287"/>
                </a:lnTo>
                <a:cubicBezTo>
                  <a:pt x="268605" y="437960"/>
                  <a:pt x="218408" y="461772"/>
                  <a:pt x="135541" y="461772"/>
                </a:cubicBezTo>
                <a:cubicBezTo>
                  <a:pt x="43910" y="461772"/>
                  <a:pt x="0" y="441103"/>
                  <a:pt x="0" y="395287"/>
                </a:cubicBezTo>
                <a:lnTo>
                  <a:pt x="0" y="333089"/>
                </a:lnTo>
                <a:lnTo>
                  <a:pt x="82868" y="333089"/>
                </a:lnTo>
                <a:lnTo>
                  <a:pt x="82868" y="392716"/>
                </a:lnTo>
                <a:cubicBezTo>
                  <a:pt x="82868" y="414052"/>
                  <a:pt x="99155" y="426625"/>
                  <a:pt x="135541" y="426625"/>
                </a:cubicBezTo>
                <a:cubicBezTo>
                  <a:pt x="169450" y="426625"/>
                  <a:pt x="185738" y="414052"/>
                  <a:pt x="185738" y="392716"/>
                </a:cubicBezTo>
                <a:lnTo>
                  <a:pt x="185738" y="329375"/>
                </a:lnTo>
                <a:cubicBezTo>
                  <a:pt x="185738" y="313658"/>
                  <a:pt x="179451" y="301752"/>
                  <a:pt x="161925" y="286036"/>
                </a:cubicBezTo>
                <a:lnTo>
                  <a:pt x="40100" y="179927"/>
                </a:lnTo>
                <a:cubicBezTo>
                  <a:pt x="17526" y="160496"/>
                  <a:pt x="4953" y="145352"/>
                  <a:pt x="4953" y="122206"/>
                </a:cubicBezTo>
                <a:lnTo>
                  <a:pt x="4953" y="67627"/>
                </a:lnTo>
                <a:cubicBezTo>
                  <a:pt x="4953" y="23051"/>
                  <a:pt x="51435" y="1048"/>
                  <a:pt x="135541" y="1048"/>
                </a:cubicBezTo>
                <a:cubicBezTo>
                  <a:pt x="228410" y="1048"/>
                  <a:pt x="266129" y="23051"/>
                  <a:pt x="266129" y="64484"/>
                </a:cubicBezTo>
                <a:lnTo>
                  <a:pt x="266129" y="122206"/>
                </a:lnTo>
                <a:lnTo>
                  <a:pt x="183261" y="122206"/>
                </a:lnTo>
                <a:lnTo>
                  <a:pt x="183261" y="66961"/>
                </a:lnTo>
                <a:close/>
                <a:moveTo>
                  <a:pt x="982218" y="76581"/>
                </a:moveTo>
                <a:cubicBezTo>
                  <a:pt x="982218" y="32004"/>
                  <a:pt x="1016127" y="0"/>
                  <a:pt x="1127855" y="0"/>
                </a:cubicBezTo>
                <a:cubicBezTo>
                  <a:pt x="1239583" y="0"/>
                  <a:pt x="1273493" y="32004"/>
                  <a:pt x="1273493" y="76581"/>
                </a:cubicBezTo>
                <a:lnTo>
                  <a:pt x="1273493" y="384143"/>
                </a:lnTo>
                <a:cubicBezTo>
                  <a:pt x="1273493" y="428720"/>
                  <a:pt x="1239583" y="460724"/>
                  <a:pt x="1127855" y="460724"/>
                </a:cubicBezTo>
                <a:cubicBezTo>
                  <a:pt x="1016127" y="460724"/>
                  <a:pt x="982218" y="428720"/>
                  <a:pt x="982218" y="384143"/>
                </a:cubicBezTo>
                <a:lnTo>
                  <a:pt x="982218" y="76581"/>
                </a:lnTo>
                <a:close/>
                <a:moveTo>
                  <a:pt x="1065086" y="382905"/>
                </a:moveTo>
                <a:cubicBezTo>
                  <a:pt x="1065086" y="408051"/>
                  <a:pt x="1075087" y="425577"/>
                  <a:pt x="1127855" y="425577"/>
                </a:cubicBezTo>
                <a:cubicBezTo>
                  <a:pt x="1180624" y="425577"/>
                  <a:pt x="1190625" y="407956"/>
                  <a:pt x="1190625" y="382905"/>
                </a:cubicBezTo>
                <a:lnTo>
                  <a:pt x="1190625" y="77914"/>
                </a:lnTo>
                <a:cubicBezTo>
                  <a:pt x="1190625" y="52768"/>
                  <a:pt x="1180529" y="35242"/>
                  <a:pt x="1127855" y="35242"/>
                </a:cubicBezTo>
                <a:cubicBezTo>
                  <a:pt x="1075087" y="35242"/>
                  <a:pt x="1065086" y="52864"/>
                  <a:pt x="1065086" y="77914"/>
                </a:cubicBezTo>
                <a:lnTo>
                  <a:pt x="1065086" y="382905"/>
                </a:lnTo>
                <a:close/>
                <a:moveTo>
                  <a:pt x="1319212" y="3810"/>
                </a:moveTo>
                <a:lnTo>
                  <a:pt x="1451039" y="3810"/>
                </a:lnTo>
                <a:cubicBezTo>
                  <a:pt x="1557719" y="3810"/>
                  <a:pt x="1589151" y="21431"/>
                  <a:pt x="1589151" y="72866"/>
                </a:cubicBezTo>
                <a:lnTo>
                  <a:pt x="1589151" y="183928"/>
                </a:lnTo>
                <a:cubicBezTo>
                  <a:pt x="1589151" y="235363"/>
                  <a:pt x="1557814" y="252984"/>
                  <a:pt x="1451134" y="252984"/>
                </a:cubicBezTo>
                <a:lnTo>
                  <a:pt x="1402175" y="252984"/>
                </a:lnTo>
                <a:lnTo>
                  <a:pt x="1402175" y="457010"/>
                </a:lnTo>
                <a:lnTo>
                  <a:pt x="1319308" y="457010"/>
                </a:lnTo>
                <a:lnTo>
                  <a:pt x="1319308" y="3810"/>
                </a:lnTo>
                <a:close/>
                <a:moveTo>
                  <a:pt x="1442276" y="217837"/>
                </a:moveTo>
                <a:cubicBezTo>
                  <a:pt x="1479995" y="217837"/>
                  <a:pt x="1506283" y="212788"/>
                  <a:pt x="1506283" y="189548"/>
                </a:cubicBezTo>
                <a:lnTo>
                  <a:pt x="1506283" y="67151"/>
                </a:lnTo>
                <a:cubicBezTo>
                  <a:pt x="1506283" y="43910"/>
                  <a:pt x="1479995" y="38862"/>
                  <a:pt x="1442276" y="38862"/>
                </a:cubicBezTo>
                <a:lnTo>
                  <a:pt x="1402080" y="38862"/>
                </a:lnTo>
                <a:lnTo>
                  <a:pt x="1402080" y="217837"/>
                </a:lnTo>
                <a:lnTo>
                  <a:pt x="1442276" y="217837"/>
                </a:lnTo>
                <a:close/>
                <a:moveTo>
                  <a:pt x="1796034" y="65913"/>
                </a:moveTo>
                <a:cubicBezTo>
                  <a:pt x="1796034" y="48292"/>
                  <a:pt x="1787271" y="35147"/>
                  <a:pt x="1748409" y="35147"/>
                </a:cubicBezTo>
                <a:cubicBezTo>
                  <a:pt x="1709452" y="35147"/>
                  <a:pt x="1700594" y="48292"/>
                  <a:pt x="1700594" y="65913"/>
                </a:cubicBezTo>
                <a:lnTo>
                  <a:pt x="1700594" y="113633"/>
                </a:lnTo>
                <a:cubicBezTo>
                  <a:pt x="1700594" y="128016"/>
                  <a:pt x="1705642" y="142494"/>
                  <a:pt x="1719453" y="154400"/>
                </a:cubicBezTo>
                <a:lnTo>
                  <a:pt x="1851279" y="267367"/>
                </a:lnTo>
                <a:cubicBezTo>
                  <a:pt x="1870043" y="283083"/>
                  <a:pt x="1881378" y="302514"/>
                  <a:pt x="1881378" y="322612"/>
                </a:cubicBezTo>
                <a:lnTo>
                  <a:pt x="1881378" y="394145"/>
                </a:lnTo>
                <a:cubicBezTo>
                  <a:pt x="1881378" y="436817"/>
                  <a:pt x="1831181" y="460629"/>
                  <a:pt x="1748314" y="460629"/>
                </a:cubicBezTo>
                <a:cubicBezTo>
                  <a:pt x="1656683" y="460629"/>
                  <a:pt x="1612678" y="439960"/>
                  <a:pt x="1612678" y="394049"/>
                </a:cubicBezTo>
                <a:lnTo>
                  <a:pt x="1612678" y="331946"/>
                </a:lnTo>
                <a:lnTo>
                  <a:pt x="1695545" y="331946"/>
                </a:lnTo>
                <a:lnTo>
                  <a:pt x="1695545" y="391573"/>
                </a:lnTo>
                <a:cubicBezTo>
                  <a:pt x="1695545" y="412909"/>
                  <a:pt x="1711833" y="425482"/>
                  <a:pt x="1748314" y="425482"/>
                </a:cubicBezTo>
                <a:cubicBezTo>
                  <a:pt x="1782223" y="425482"/>
                  <a:pt x="1798511" y="412909"/>
                  <a:pt x="1798511" y="391573"/>
                </a:cubicBezTo>
                <a:lnTo>
                  <a:pt x="1798511" y="328327"/>
                </a:lnTo>
                <a:cubicBezTo>
                  <a:pt x="1798511" y="312610"/>
                  <a:pt x="1792319" y="300704"/>
                  <a:pt x="1774698" y="284988"/>
                </a:cubicBezTo>
                <a:lnTo>
                  <a:pt x="1652969" y="178880"/>
                </a:lnTo>
                <a:cubicBezTo>
                  <a:pt x="1630394" y="159449"/>
                  <a:pt x="1617821" y="144399"/>
                  <a:pt x="1617821" y="121158"/>
                </a:cubicBezTo>
                <a:lnTo>
                  <a:pt x="1617821" y="66484"/>
                </a:lnTo>
                <a:cubicBezTo>
                  <a:pt x="1617821" y="21907"/>
                  <a:pt x="1664208" y="0"/>
                  <a:pt x="1748409" y="0"/>
                </a:cubicBezTo>
                <a:cubicBezTo>
                  <a:pt x="1841278" y="0"/>
                  <a:pt x="1878902" y="21907"/>
                  <a:pt x="1878902" y="63437"/>
                </a:cubicBezTo>
                <a:lnTo>
                  <a:pt x="1878902" y="121158"/>
                </a:lnTo>
                <a:lnTo>
                  <a:pt x="1796034" y="121158"/>
                </a:lnTo>
                <a:lnTo>
                  <a:pt x="1796034" y="65913"/>
                </a:lnTo>
                <a:close/>
                <a:moveTo>
                  <a:pt x="2407444" y="65913"/>
                </a:moveTo>
                <a:cubicBezTo>
                  <a:pt x="2407444" y="48387"/>
                  <a:pt x="2398585" y="35147"/>
                  <a:pt x="2359724" y="35147"/>
                </a:cubicBezTo>
                <a:cubicBezTo>
                  <a:pt x="2320862" y="35147"/>
                  <a:pt x="2312003" y="48292"/>
                  <a:pt x="2312003" y="65913"/>
                </a:cubicBezTo>
                <a:lnTo>
                  <a:pt x="2312003" y="113633"/>
                </a:lnTo>
                <a:cubicBezTo>
                  <a:pt x="2312003" y="128111"/>
                  <a:pt x="2317052" y="142494"/>
                  <a:pt x="2330863" y="154400"/>
                </a:cubicBezTo>
                <a:lnTo>
                  <a:pt x="2462689" y="267367"/>
                </a:lnTo>
                <a:cubicBezTo>
                  <a:pt x="2481548" y="283083"/>
                  <a:pt x="2492788" y="302514"/>
                  <a:pt x="2492788" y="322612"/>
                </a:cubicBezTo>
                <a:lnTo>
                  <a:pt x="2492788" y="394145"/>
                </a:lnTo>
                <a:cubicBezTo>
                  <a:pt x="2492788" y="436817"/>
                  <a:pt x="2442591" y="460629"/>
                  <a:pt x="2359724" y="460629"/>
                </a:cubicBezTo>
                <a:cubicBezTo>
                  <a:pt x="2268093" y="460629"/>
                  <a:pt x="2224088" y="439960"/>
                  <a:pt x="2224088" y="394145"/>
                </a:cubicBezTo>
                <a:lnTo>
                  <a:pt x="2224088" y="332042"/>
                </a:lnTo>
                <a:lnTo>
                  <a:pt x="2306955" y="332042"/>
                </a:lnTo>
                <a:lnTo>
                  <a:pt x="2306955" y="391668"/>
                </a:lnTo>
                <a:cubicBezTo>
                  <a:pt x="2306955" y="413004"/>
                  <a:pt x="2323338" y="425577"/>
                  <a:pt x="2359724" y="425577"/>
                </a:cubicBezTo>
                <a:cubicBezTo>
                  <a:pt x="2393537" y="425577"/>
                  <a:pt x="2409920" y="413004"/>
                  <a:pt x="2409920" y="391668"/>
                </a:cubicBezTo>
                <a:lnTo>
                  <a:pt x="2409920" y="328327"/>
                </a:lnTo>
                <a:cubicBezTo>
                  <a:pt x="2409920" y="312610"/>
                  <a:pt x="2403634" y="300704"/>
                  <a:pt x="2386013" y="284988"/>
                </a:cubicBezTo>
                <a:lnTo>
                  <a:pt x="2264283" y="178880"/>
                </a:lnTo>
                <a:cubicBezTo>
                  <a:pt x="2241709" y="159449"/>
                  <a:pt x="2229136" y="144399"/>
                  <a:pt x="2229136" y="121158"/>
                </a:cubicBezTo>
                <a:lnTo>
                  <a:pt x="2229136" y="66484"/>
                </a:lnTo>
                <a:cubicBezTo>
                  <a:pt x="2229136" y="21907"/>
                  <a:pt x="2275618" y="0"/>
                  <a:pt x="2359724" y="0"/>
                </a:cubicBezTo>
                <a:cubicBezTo>
                  <a:pt x="2452592" y="0"/>
                  <a:pt x="2490216" y="22003"/>
                  <a:pt x="2490216" y="63437"/>
                </a:cubicBezTo>
                <a:lnTo>
                  <a:pt x="2490216" y="121158"/>
                </a:lnTo>
                <a:lnTo>
                  <a:pt x="2407444" y="121158"/>
                </a:lnTo>
                <a:lnTo>
                  <a:pt x="2407444" y="65913"/>
                </a:lnTo>
                <a:close/>
                <a:moveTo>
                  <a:pt x="343376" y="572738"/>
                </a:moveTo>
                <a:lnTo>
                  <a:pt x="426339" y="572738"/>
                </a:lnTo>
                <a:lnTo>
                  <a:pt x="607886" y="3810"/>
                </a:lnTo>
                <a:lnTo>
                  <a:pt x="524923" y="3810"/>
                </a:lnTo>
                <a:lnTo>
                  <a:pt x="343376" y="572738"/>
                </a:lnTo>
                <a:close/>
                <a:moveTo>
                  <a:pt x="435578" y="226981"/>
                </a:moveTo>
                <a:lnTo>
                  <a:pt x="364807" y="4858"/>
                </a:lnTo>
                <a:lnTo>
                  <a:pt x="281845" y="4858"/>
                </a:lnTo>
                <a:lnTo>
                  <a:pt x="394049" y="357283"/>
                </a:lnTo>
                <a:lnTo>
                  <a:pt x="435578" y="226981"/>
                </a:lnTo>
                <a:close/>
                <a:moveTo>
                  <a:pt x="1955292" y="572738"/>
                </a:moveTo>
                <a:lnTo>
                  <a:pt x="2038255" y="572738"/>
                </a:lnTo>
                <a:lnTo>
                  <a:pt x="2219801" y="3715"/>
                </a:lnTo>
                <a:lnTo>
                  <a:pt x="2136839" y="3715"/>
                </a:lnTo>
                <a:lnTo>
                  <a:pt x="1955292" y="572738"/>
                </a:lnTo>
                <a:close/>
                <a:moveTo>
                  <a:pt x="2047875" y="225933"/>
                </a:moveTo>
                <a:lnTo>
                  <a:pt x="1977104" y="3810"/>
                </a:lnTo>
                <a:lnTo>
                  <a:pt x="1894141" y="3810"/>
                </a:lnTo>
                <a:lnTo>
                  <a:pt x="2006346" y="356235"/>
                </a:lnTo>
                <a:lnTo>
                  <a:pt x="2047875" y="225933"/>
                </a:lnTo>
                <a:close/>
                <a:moveTo>
                  <a:pt x="931164" y="457010"/>
                </a:moveTo>
                <a:lnTo>
                  <a:pt x="931545" y="457010"/>
                </a:lnTo>
                <a:lnTo>
                  <a:pt x="931545" y="72962"/>
                </a:lnTo>
                <a:cubicBezTo>
                  <a:pt x="931545" y="21527"/>
                  <a:pt x="900113" y="3905"/>
                  <a:pt x="793528" y="3905"/>
                </a:cubicBezTo>
                <a:lnTo>
                  <a:pt x="633698" y="3905"/>
                </a:lnTo>
                <a:lnTo>
                  <a:pt x="633698" y="457105"/>
                </a:lnTo>
                <a:lnTo>
                  <a:pt x="716471" y="457105"/>
                </a:lnTo>
                <a:lnTo>
                  <a:pt x="716566" y="457010"/>
                </a:lnTo>
                <a:lnTo>
                  <a:pt x="716566" y="39052"/>
                </a:lnTo>
                <a:lnTo>
                  <a:pt x="784670" y="39052"/>
                </a:lnTo>
                <a:cubicBezTo>
                  <a:pt x="822293" y="39052"/>
                  <a:pt x="848678" y="44101"/>
                  <a:pt x="848678" y="67342"/>
                </a:cubicBezTo>
                <a:lnTo>
                  <a:pt x="848678" y="457010"/>
                </a:lnTo>
                <a:lnTo>
                  <a:pt x="931164" y="457010"/>
                </a:lnTo>
                <a:close/>
                <a:moveTo>
                  <a:pt x="2524982" y="59722"/>
                </a:moveTo>
                <a:cubicBezTo>
                  <a:pt x="2524982" y="29432"/>
                  <a:pt x="2549557" y="7144"/>
                  <a:pt x="2578608" y="7144"/>
                </a:cubicBezTo>
                <a:cubicBezTo>
                  <a:pt x="2607374" y="7144"/>
                  <a:pt x="2631853" y="29432"/>
                  <a:pt x="2631853" y="59722"/>
                </a:cubicBezTo>
                <a:cubicBezTo>
                  <a:pt x="2631853" y="90297"/>
                  <a:pt x="2607278" y="112681"/>
                  <a:pt x="2578608" y="112681"/>
                </a:cubicBezTo>
                <a:cubicBezTo>
                  <a:pt x="2549557" y="112681"/>
                  <a:pt x="2524982" y="90297"/>
                  <a:pt x="2524982" y="59722"/>
                </a:cubicBezTo>
                <a:close/>
                <a:moveTo>
                  <a:pt x="2578608" y="103918"/>
                </a:moveTo>
                <a:cubicBezTo>
                  <a:pt x="2602516" y="103918"/>
                  <a:pt x="2621280" y="85249"/>
                  <a:pt x="2621280" y="59817"/>
                </a:cubicBezTo>
                <a:cubicBezTo>
                  <a:pt x="2621280" y="34862"/>
                  <a:pt x="2602516" y="16002"/>
                  <a:pt x="2578608" y="16002"/>
                </a:cubicBezTo>
                <a:cubicBezTo>
                  <a:pt x="2554415" y="16002"/>
                  <a:pt x="2535555" y="34862"/>
                  <a:pt x="2535555" y="59817"/>
                </a:cubicBezTo>
                <a:cubicBezTo>
                  <a:pt x="2535650" y="85153"/>
                  <a:pt x="2554415" y="103918"/>
                  <a:pt x="2578608" y="103918"/>
                </a:cubicBezTo>
                <a:close/>
                <a:moveTo>
                  <a:pt x="2567464" y="90297"/>
                </a:moveTo>
                <a:lnTo>
                  <a:pt x="2558225" y="90297"/>
                </a:lnTo>
                <a:lnTo>
                  <a:pt x="2558225" y="29432"/>
                </a:lnTo>
                <a:lnTo>
                  <a:pt x="2581466" y="29432"/>
                </a:lnTo>
                <a:cubicBezTo>
                  <a:pt x="2595848" y="29432"/>
                  <a:pt x="2602897" y="34766"/>
                  <a:pt x="2602897" y="46768"/>
                </a:cubicBezTo>
                <a:cubicBezTo>
                  <a:pt x="2602897" y="57626"/>
                  <a:pt x="2596039" y="62389"/>
                  <a:pt x="2587085" y="63532"/>
                </a:cubicBezTo>
                <a:lnTo>
                  <a:pt x="2604421" y="90297"/>
                </a:lnTo>
                <a:lnTo>
                  <a:pt x="2594134" y="90297"/>
                </a:lnTo>
                <a:lnTo>
                  <a:pt x="2578037" y="63913"/>
                </a:lnTo>
                <a:lnTo>
                  <a:pt x="2567464" y="63913"/>
                </a:lnTo>
                <a:lnTo>
                  <a:pt x="2567464" y="90297"/>
                </a:lnTo>
                <a:close/>
                <a:moveTo>
                  <a:pt x="2578418" y="56102"/>
                </a:moveTo>
                <a:cubicBezTo>
                  <a:pt x="2586228" y="56102"/>
                  <a:pt x="2593277" y="55531"/>
                  <a:pt x="2593277" y="46196"/>
                </a:cubicBezTo>
                <a:cubicBezTo>
                  <a:pt x="2593277" y="38671"/>
                  <a:pt x="2586418" y="37243"/>
                  <a:pt x="2580037" y="37243"/>
                </a:cubicBezTo>
                <a:lnTo>
                  <a:pt x="2567464" y="37243"/>
                </a:lnTo>
                <a:lnTo>
                  <a:pt x="2567464" y="56102"/>
                </a:lnTo>
                <a:lnTo>
                  <a:pt x="2578418" y="561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6" name="Google Shape;86;p20"/>
          <p:cNvSpPr txBox="1">
            <a:spLocks noGrp="1"/>
          </p:cNvSpPr>
          <p:nvPr>
            <p:ph type="ctrTitle"/>
          </p:nvPr>
        </p:nvSpPr>
        <p:spPr>
          <a:xfrm>
            <a:off x="381001" y="2170162"/>
            <a:ext cx="7534274" cy="137611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20"/>
          <p:cNvSpPr txBox="1">
            <a:spLocks noGrp="1"/>
          </p:cNvSpPr>
          <p:nvPr>
            <p:ph type="subTitle" idx="1"/>
          </p:nvPr>
        </p:nvSpPr>
        <p:spPr>
          <a:xfrm>
            <a:off x="381001" y="3550705"/>
            <a:ext cx="7534274" cy="457200"/>
          </a:xfrm>
          <a:prstGeom prst="rect">
            <a:avLst/>
          </a:prstGeom>
          <a:noFill/>
          <a:ln>
            <a:noFill/>
          </a:ln>
        </p:spPr>
        <p:txBody>
          <a:bodyPr spcFirstLastPara="1" wrap="square" lIns="0" tIns="91425" rIns="0" bIns="0" anchor="t" anchorCtr="0">
            <a:noAutofit/>
          </a:bodyPr>
          <a:lstStyle>
            <a:lvl1pPr lvl="0" algn="l">
              <a:lnSpc>
                <a:spcPct val="100000"/>
              </a:lnSpc>
              <a:spcBef>
                <a:spcPts val="0"/>
              </a:spcBef>
              <a:spcAft>
                <a:spcPts val="0"/>
              </a:spcAft>
              <a:buSzPts val="2800"/>
              <a:buNone/>
              <a:defRPr sz="2800" b="0">
                <a:solidFill>
                  <a:schemeClr val="lt1"/>
                </a:solidFill>
                <a:latin typeface="Arial"/>
                <a:ea typeface="Arial"/>
                <a:cs typeface="Arial"/>
                <a:sym typeface="Arial"/>
              </a:defRPr>
            </a:lvl1pPr>
            <a:lvl2pPr lvl="1" algn="ctr">
              <a:lnSpc>
                <a:spcPct val="100000"/>
              </a:lnSpc>
              <a:spcBef>
                <a:spcPts val="600"/>
              </a:spcBef>
              <a:spcAft>
                <a:spcPts val="0"/>
              </a:spcAft>
              <a:buSzPts val="1800"/>
              <a:buNone/>
              <a:defRPr>
                <a:solidFill>
                  <a:srgbClr val="888888"/>
                </a:solidFill>
              </a:defRPr>
            </a:lvl2pPr>
            <a:lvl3pPr lvl="2" algn="ctr">
              <a:lnSpc>
                <a:spcPct val="100000"/>
              </a:lnSpc>
              <a:spcBef>
                <a:spcPts val="600"/>
              </a:spcBef>
              <a:spcAft>
                <a:spcPts val="0"/>
              </a:spcAft>
              <a:buSzPts val="1600"/>
              <a:buNone/>
              <a:defRPr>
                <a:solidFill>
                  <a:srgbClr val="888888"/>
                </a:solidFill>
              </a:defRPr>
            </a:lvl3pPr>
            <a:lvl4pPr lvl="3" algn="ctr">
              <a:lnSpc>
                <a:spcPct val="100000"/>
              </a:lnSpc>
              <a:spcBef>
                <a:spcPts val="600"/>
              </a:spcBef>
              <a:spcAft>
                <a:spcPts val="0"/>
              </a:spcAft>
              <a:buSzPts val="1400"/>
              <a:buNone/>
              <a:defRPr>
                <a:solidFill>
                  <a:srgbClr val="888888"/>
                </a:solidFill>
              </a:defRPr>
            </a:lvl4pPr>
            <a:lvl5pPr lvl="4" algn="ctr">
              <a:lnSpc>
                <a:spcPct val="100000"/>
              </a:lnSpc>
              <a:spcBef>
                <a:spcPts val="300"/>
              </a:spcBef>
              <a:spcAft>
                <a:spcPts val="0"/>
              </a:spcAft>
              <a:buSzPts val="1400"/>
              <a:buNone/>
              <a:defRPr>
                <a:solidFill>
                  <a:srgbClr val="888888"/>
                </a:solidFill>
              </a:defRPr>
            </a:lvl5pPr>
            <a:lvl6pPr lvl="5" algn="ctr">
              <a:lnSpc>
                <a:spcPct val="100000"/>
              </a:lnSpc>
              <a:spcBef>
                <a:spcPts val="300"/>
              </a:spcBef>
              <a:spcAft>
                <a:spcPts val="0"/>
              </a:spcAft>
              <a:buSzPts val="1400"/>
              <a:buNone/>
              <a:defRPr>
                <a:solidFill>
                  <a:srgbClr val="888888"/>
                </a:solidFill>
              </a:defRPr>
            </a:lvl6pPr>
            <a:lvl7pPr lvl="6" algn="ctr">
              <a:lnSpc>
                <a:spcPct val="100000"/>
              </a:lnSpc>
              <a:spcBef>
                <a:spcPts val="300"/>
              </a:spcBef>
              <a:spcAft>
                <a:spcPts val="0"/>
              </a:spcAft>
              <a:buSzPts val="1400"/>
              <a:buNone/>
              <a:defRPr>
                <a:solidFill>
                  <a:srgbClr val="888888"/>
                </a:solidFill>
              </a:defRPr>
            </a:lvl7pPr>
            <a:lvl8pPr lvl="7" algn="ctr">
              <a:lnSpc>
                <a:spcPct val="100000"/>
              </a:lnSpc>
              <a:spcBef>
                <a:spcPts val="300"/>
              </a:spcBef>
              <a:spcAft>
                <a:spcPts val="0"/>
              </a:spcAft>
              <a:buSzPts val="1400"/>
              <a:buNone/>
              <a:defRPr>
                <a:solidFill>
                  <a:srgbClr val="888888"/>
                </a:solidFill>
              </a:defRPr>
            </a:lvl8pPr>
            <a:lvl9pPr lvl="8" algn="ctr">
              <a:lnSpc>
                <a:spcPct val="100000"/>
              </a:lnSpc>
              <a:spcBef>
                <a:spcPts val="300"/>
              </a:spcBef>
              <a:spcAft>
                <a:spcPts val="300"/>
              </a:spcAft>
              <a:buSzPts val="1400"/>
              <a:buNone/>
              <a:defRPr>
                <a:solidFill>
                  <a:srgbClr val="888888"/>
                </a:solidFill>
              </a:defRPr>
            </a:lvl9pPr>
          </a:lstStyle>
          <a:p>
            <a:endParaRPr/>
          </a:p>
        </p:txBody>
      </p:sp>
      <p:sp>
        <p:nvSpPr>
          <p:cNvPr id="88" name="Google Shape;88;p20"/>
          <p:cNvSpPr txBox="1">
            <a:spLocks noGrp="1"/>
          </p:cNvSpPr>
          <p:nvPr>
            <p:ph type="body" idx="2"/>
          </p:nvPr>
        </p:nvSpPr>
        <p:spPr>
          <a:xfrm>
            <a:off x="381000" y="4194595"/>
            <a:ext cx="6561138" cy="73152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2400"/>
              <a:buNone/>
              <a:defRPr sz="2400">
                <a:solidFill>
                  <a:schemeClr val="lt1"/>
                </a:solidFill>
                <a:latin typeface="Arial"/>
                <a:ea typeface="Arial"/>
                <a:cs typeface="Arial"/>
                <a:sym typeface="Arial"/>
              </a:defRPr>
            </a:lvl1pPr>
            <a:lvl2pPr marL="914400" lvl="1" indent="-228600" algn="ctr">
              <a:lnSpc>
                <a:spcPct val="100000"/>
              </a:lnSpc>
              <a:spcBef>
                <a:spcPts val="600"/>
              </a:spcBef>
              <a:spcAft>
                <a:spcPts val="0"/>
              </a:spcAft>
              <a:buSzPts val="1800"/>
              <a:buNone/>
              <a:defRPr>
                <a:solidFill>
                  <a:srgbClr val="595959"/>
                </a:solidFill>
              </a:defRPr>
            </a:lvl2pPr>
            <a:lvl3pPr marL="1371600" lvl="2" indent="-330200" algn="ctr">
              <a:lnSpc>
                <a:spcPct val="100000"/>
              </a:lnSpc>
              <a:spcBef>
                <a:spcPts val="600"/>
              </a:spcBef>
              <a:spcAft>
                <a:spcPts val="0"/>
              </a:spcAft>
              <a:buSzPts val="1600"/>
              <a:buChar char="–"/>
              <a:defRPr>
                <a:solidFill>
                  <a:srgbClr val="595959"/>
                </a:solidFill>
              </a:defRPr>
            </a:lvl3pPr>
            <a:lvl4pPr marL="1828800" lvl="3" indent="-317500" algn="ctr">
              <a:lnSpc>
                <a:spcPct val="100000"/>
              </a:lnSpc>
              <a:spcBef>
                <a:spcPts val="600"/>
              </a:spcBef>
              <a:spcAft>
                <a:spcPts val="0"/>
              </a:spcAft>
              <a:buSzPts val="1400"/>
              <a:buChar char="–"/>
              <a:defRPr>
                <a:solidFill>
                  <a:srgbClr val="595959"/>
                </a:solidFill>
              </a:defRPr>
            </a:lvl4pPr>
            <a:lvl5pPr marL="2286000" lvl="4" indent="-317500" algn="ctr">
              <a:lnSpc>
                <a:spcPct val="100000"/>
              </a:lnSpc>
              <a:spcBef>
                <a:spcPts val="300"/>
              </a:spcBef>
              <a:spcAft>
                <a:spcPts val="0"/>
              </a:spcAft>
              <a:buSzPts val="1400"/>
              <a:buChar char="–"/>
              <a:defRPr>
                <a:solidFill>
                  <a:srgbClr val="595959"/>
                </a:solidFill>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89" name="Google Shape;89;p20"/>
          <p:cNvSpPr txBox="1">
            <a:spLocks noGrp="1"/>
          </p:cNvSpPr>
          <p:nvPr>
            <p:ph type="body" idx="3"/>
          </p:nvPr>
        </p:nvSpPr>
        <p:spPr>
          <a:xfrm>
            <a:off x="381000" y="4937689"/>
            <a:ext cx="6561138" cy="39681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None/>
              <a:defRPr sz="2000">
                <a:solidFill>
                  <a:schemeClr val="lt1"/>
                </a:solidFill>
                <a:latin typeface="Arial"/>
                <a:ea typeface="Arial"/>
                <a:cs typeface="Arial"/>
                <a:sym typeface="Arial"/>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Synopsys Title Slide Design 4">
  <p:cSld name="Synopsys Title Slide Design 4">
    <p:spTree>
      <p:nvGrpSpPr>
        <p:cNvPr id="1" name="Shape 90"/>
        <p:cNvGrpSpPr/>
        <p:nvPr/>
      </p:nvGrpSpPr>
      <p:grpSpPr>
        <a:xfrm>
          <a:off x="0" y="0"/>
          <a:ext cx="0" cy="0"/>
          <a:chOff x="0" y="0"/>
          <a:chExt cx="0" cy="0"/>
        </a:xfrm>
      </p:grpSpPr>
      <p:sp>
        <p:nvSpPr>
          <p:cNvPr id="91" name="Google Shape;91;p21"/>
          <p:cNvSpPr/>
          <p:nvPr/>
        </p:nvSpPr>
        <p:spPr>
          <a:xfrm>
            <a:off x="7254240" y="0"/>
            <a:ext cx="4937760" cy="6858000"/>
          </a:xfrm>
          <a:prstGeom prst="rect">
            <a:avLst/>
          </a:prstGeom>
          <a:gradFill>
            <a:gsLst>
              <a:gs pos="0">
                <a:srgbClr val="2D1541"/>
              </a:gs>
              <a:gs pos="20000">
                <a:srgbClr val="2D1541"/>
              </a:gs>
              <a:gs pos="60000">
                <a:srgbClr val="582A82"/>
              </a:gs>
              <a:gs pos="100000">
                <a:schemeClr val="accent1"/>
              </a:gs>
            </a:gsLst>
            <a:lin ang="1062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2" name="Google Shape;92;p21"/>
          <p:cNvSpPr/>
          <p:nvPr/>
        </p:nvSpPr>
        <p:spPr>
          <a:xfrm>
            <a:off x="-7146" y="-4572"/>
            <a:ext cx="9555231" cy="6867144"/>
          </a:xfrm>
          <a:custGeom>
            <a:avLst/>
            <a:gdLst/>
            <a:ahLst/>
            <a:cxnLst/>
            <a:rect l="l" t="t" r="r" b="b"/>
            <a:pathLst>
              <a:path w="9542508" h="6858000" extrusionOk="0">
                <a:moveTo>
                  <a:pt x="0" y="0"/>
                </a:moveTo>
                <a:lnTo>
                  <a:pt x="9542508" y="0"/>
                </a:lnTo>
                <a:lnTo>
                  <a:pt x="7366146" y="6858000"/>
                </a:lnTo>
                <a:lnTo>
                  <a:pt x="7351569" y="6858000"/>
                </a:lnTo>
                <a:lnTo>
                  <a:pt x="0" y="6858000"/>
                </a:lnTo>
                <a:lnTo>
                  <a:pt x="0" y="0"/>
                </a:lnTo>
                <a:close/>
              </a:path>
            </a:pathLst>
          </a:custGeom>
          <a:solidFill>
            <a:schemeClr val="lt1"/>
          </a:solidFill>
          <a:ln>
            <a:noFill/>
          </a:ln>
          <a:effectLst>
            <a:outerShdw dist="76200" algn="l" rotWithShape="0">
              <a:schemeClr val="accent1">
                <a:alpha val="40000"/>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3" name="Google Shape;93;p21"/>
          <p:cNvSpPr/>
          <p:nvPr/>
        </p:nvSpPr>
        <p:spPr>
          <a:xfrm>
            <a:off x="384914" y="381002"/>
            <a:ext cx="1783611" cy="388145"/>
          </a:xfrm>
          <a:custGeom>
            <a:avLst/>
            <a:gdLst/>
            <a:ahLst/>
            <a:cxnLst/>
            <a:rect l="l" t="t" r="r" b="b"/>
            <a:pathLst>
              <a:path w="2631852" h="572738" extrusionOk="0">
                <a:moveTo>
                  <a:pt x="183261" y="66961"/>
                </a:moveTo>
                <a:cubicBezTo>
                  <a:pt x="183261" y="49339"/>
                  <a:pt x="174498" y="36195"/>
                  <a:pt x="135541" y="36195"/>
                </a:cubicBezTo>
                <a:cubicBezTo>
                  <a:pt x="96679" y="36195"/>
                  <a:pt x="87820" y="49339"/>
                  <a:pt x="87820" y="66961"/>
                </a:cubicBezTo>
                <a:lnTo>
                  <a:pt x="87820" y="114681"/>
                </a:lnTo>
                <a:cubicBezTo>
                  <a:pt x="87820" y="129159"/>
                  <a:pt x="92869" y="143542"/>
                  <a:pt x="106680" y="155543"/>
                </a:cubicBezTo>
                <a:lnTo>
                  <a:pt x="238506" y="268510"/>
                </a:lnTo>
                <a:cubicBezTo>
                  <a:pt x="257366" y="284226"/>
                  <a:pt x="268605" y="303657"/>
                  <a:pt x="268605" y="323755"/>
                </a:cubicBezTo>
                <a:lnTo>
                  <a:pt x="268605" y="395287"/>
                </a:lnTo>
                <a:cubicBezTo>
                  <a:pt x="268605" y="437960"/>
                  <a:pt x="218408" y="461772"/>
                  <a:pt x="135541" y="461772"/>
                </a:cubicBezTo>
                <a:cubicBezTo>
                  <a:pt x="43910" y="461772"/>
                  <a:pt x="0" y="441103"/>
                  <a:pt x="0" y="395287"/>
                </a:cubicBezTo>
                <a:lnTo>
                  <a:pt x="0" y="333089"/>
                </a:lnTo>
                <a:lnTo>
                  <a:pt x="82868" y="333089"/>
                </a:lnTo>
                <a:lnTo>
                  <a:pt x="82868" y="392716"/>
                </a:lnTo>
                <a:cubicBezTo>
                  <a:pt x="82868" y="414052"/>
                  <a:pt x="99155" y="426625"/>
                  <a:pt x="135541" y="426625"/>
                </a:cubicBezTo>
                <a:cubicBezTo>
                  <a:pt x="169450" y="426625"/>
                  <a:pt x="185738" y="414052"/>
                  <a:pt x="185738" y="392716"/>
                </a:cubicBezTo>
                <a:lnTo>
                  <a:pt x="185738" y="329375"/>
                </a:lnTo>
                <a:cubicBezTo>
                  <a:pt x="185738" y="313658"/>
                  <a:pt x="179451" y="301752"/>
                  <a:pt x="161925" y="286036"/>
                </a:cubicBezTo>
                <a:lnTo>
                  <a:pt x="40100" y="179927"/>
                </a:lnTo>
                <a:cubicBezTo>
                  <a:pt x="17526" y="160496"/>
                  <a:pt x="4953" y="145352"/>
                  <a:pt x="4953" y="122206"/>
                </a:cubicBezTo>
                <a:lnTo>
                  <a:pt x="4953" y="67627"/>
                </a:lnTo>
                <a:cubicBezTo>
                  <a:pt x="4953" y="23051"/>
                  <a:pt x="51435" y="1048"/>
                  <a:pt x="135541" y="1048"/>
                </a:cubicBezTo>
                <a:cubicBezTo>
                  <a:pt x="228410" y="1048"/>
                  <a:pt x="266129" y="23051"/>
                  <a:pt x="266129" y="64484"/>
                </a:cubicBezTo>
                <a:lnTo>
                  <a:pt x="266129" y="122206"/>
                </a:lnTo>
                <a:lnTo>
                  <a:pt x="183261" y="122206"/>
                </a:lnTo>
                <a:lnTo>
                  <a:pt x="183261" y="66961"/>
                </a:lnTo>
                <a:close/>
                <a:moveTo>
                  <a:pt x="982218" y="76581"/>
                </a:moveTo>
                <a:cubicBezTo>
                  <a:pt x="982218" y="32004"/>
                  <a:pt x="1016127" y="0"/>
                  <a:pt x="1127855" y="0"/>
                </a:cubicBezTo>
                <a:cubicBezTo>
                  <a:pt x="1239583" y="0"/>
                  <a:pt x="1273493" y="32004"/>
                  <a:pt x="1273493" y="76581"/>
                </a:cubicBezTo>
                <a:lnTo>
                  <a:pt x="1273493" y="384143"/>
                </a:lnTo>
                <a:cubicBezTo>
                  <a:pt x="1273493" y="428720"/>
                  <a:pt x="1239583" y="460724"/>
                  <a:pt x="1127855" y="460724"/>
                </a:cubicBezTo>
                <a:cubicBezTo>
                  <a:pt x="1016127" y="460724"/>
                  <a:pt x="982218" y="428720"/>
                  <a:pt x="982218" y="384143"/>
                </a:cubicBezTo>
                <a:lnTo>
                  <a:pt x="982218" y="76581"/>
                </a:lnTo>
                <a:close/>
                <a:moveTo>
                  <a:pt x="1065086" y="382905"/>
                </a:moveTo>
                <a:cubicBezTo>
                  <a:pt x="1065086" y="408051"/>
                  <a:pt x="1075087" y="425577"/>
                  <a:pt x="1127855" y="425577"/>
                </a:cubicBezTo>
                <a:cubicBezTo>
                  <a:pt x="1180624" y="425577"/>
                  <a:pt x="1190625" y="407956"/>
                  <a:pt x="1190625" y="382905"/>
                </a:cubicBezTo>
                <a:lnTo>
                  <a:pt x="1190625" y="77914"/>
                </a:lnTo>
                <a:cubicBezTo>
                  <a:pt x="1190625" y="52768"/>
                  <a:pt x="1180529" y="35242"/>
                  <a:pt x="1127855" y="35242"/>
                </a:cubicBezTo>
                <a:cubicBezTo>
                  <a:pt x="1075087" y="35242"/>
                  <a:pt x="1065086" y="52864"/>
                  <a:pt x="1065086" y="77914"/>
                </a:cubicBezTo>
                <a:lnTo>
                  <a:pt x="1065086" y="382905"/>
                </a:lnTo>
                <a:close/>
                <a:moveTo>
                  <a:pt x="1319212" y="3810"/>
                </a:moveTo>
                <a:lnTo>
                  <a:pt x="1451039" y="3810"/>
                </a:lnTo>
                <a:cubicBezTo>
                  <a:pt x="1557719" y="3810"/>
                  <a:pt x="1589151" y="21431"/>
                  <a:pt x="1589151" y="72866"/>
                </a:cubicBezTo>
                <a:lnTo>
                  <a:pt x="1589151" y="183928"/>
                </a:lnTo>
                <a:cubicBezTo>
                  <a:pt x="1589151" y="235363"/>
                  <a:pt x="1557814" y="252984"/>
                  <a:pt x="1451134" y="252984"/>
                </a:cubicBezTo>
                <a:lnTo>
                  <a:pt x="1402175" y="252984"/>
                </a:lnTo>
                <a:lnTo>
                  <a:pt x="1402175" y="457010"/>
                </a:lnTo>
                <a:lnTo>
                  <a:pt x="1319308" y="457010"/>
                </a:lnTo>
                <a:lnTo>
                  <a:pt x="1319308" y="3810"/>
                </a:lnTo>
                <a:close/>
                <a:moveTo>
                  <a:pt x="1442276" y="217837"/>
                </a:moveTo>
                <a:cubicBezTo>
                  <a:pt x="1479995" y="217837"/>
                  <a:pt x="1506283" y="212788"/>
                  <a:pt x="1506283" y="189548"/>
                </a:cubicBezTo>
                <a:lnTo>
                  <a:pt x="1506283" y="67151"/>
                </a:lnTo>
                <a:cubicBezTo>
                  <a:pt x="1506283" y="43910"/>
                  <a:pt x="1479995" y="38862"/>
                  <a:pt x="1442276" y="38862"/>
                </a:cubicBezTo>
                <a:lnTo>
                  <a:pt x="1402080" y="38862"/>
                </a:lnTo>
                <a:lnTo>
                  <a:pt x="1402080" y="217837"/>
                </a:lnTo>
                <a:lnTo>
                  <a:pt x="1442276" y="217837"/>
                </a:lnTo>
                <a:close/>
                <a:moveTo>
                  <a:pt x="1796034" y="65913"/>
                </a:moveTo>
                <a:cubicBezTo>
                  <a:pt x="1796034" y="48292"/>
                  <a:pt x="1787271" y="35147"/>
                  <a:pt x="1748409" y="35147"/>
                </a:cubicBezTo>
                <a:cubicBezTo>
                  <a:pt x="1709452" y="35147"/>
                  <a:pt x="1700594" y="48292"/>
                  <a:pt x="1700594" y="65913"/>
                </a:cubicBezTo>
                <a:lnTo>
                  <a:pt x="1700594" y="113633"/>
                </a:lnTo>
                <a:cubicBezTo>
                  <a:pt x="1700594" y="128016"/>
                  <a:pt x="1705642" y="142494"/>
                  <a:pt x="1719453" y="154400"/>
                </a:cubicBezTo>
                <a:lnTo>
                  <a:pt x="1851279" y="267367"/>
                </a:lnTo>
                <a:cubicBezTo>
                  <a:pt x="1870043" y="283083"/>
                  <a:pt x="1881378" y="302514"/>
                  <a:pt x="1881378" y="322612"/>
                </a:cubicBezTo>
                <a:lnTo>
                  <a:pt x="1881378" y="394145"/>
                </a:lnTo>
                <a:cubicBezTo>
                  <a:pt x="1881378" y="436817"/>
                  <a:pt x="1831181" y="460629"/>
                  <a:pt x="1748314" y="460629"/>
                </a:cubicBezTo>
                <a:cubicBezTo>
                  <a:pt x="1656683" y="460629"/>
                  <a:pt x="1612678" y="439960"/>
                  <a:pt x="1612678" y="394049"/>
                </a:cubicBezTo>
                <a:lnTo>
                  <a:pt x="1612678" y="331946"/>
                </a:lnTo>
                <a:lnTo>
                  <a:pt x="1695545" y="331946"/>
                </a:lnTo>
                <a:lnTo>
                  <a:pt x="1695545" y="391573"/>
                </a:lnTo>
                <a:cubicBezTo>
                  <a:pt x="1695545" y="412909"/>
                  <a:pt x="1711833" y="425482"/>
                  <a:pt x="1748314" y="425482"/>
                </a:cubicBezTo>
                <a:cubicBezTo>
                  <a:pt x="1782223" y="425482"/>
                  <a:pt x="1798511" y="412909"/>
                  <a:pt x="1798511" y="391573"/>
                </a:cubicBezTo>
                <a:lnTo>
                  <a:pt x="1798511" y="328327"/>
                </a:lnTo>
                <a:cubicBezTo>
                  <a:pt x="1798511" y="312610"/>
                  <a:pt x="1792319" y="300704"/>
                  <a:pt x="1774698" y="284988"/>
                </a:cubicBezTo>
                <a:lnTo>
                  <a:pt x="1652969" y="178880"/>
                </a:lnTo>
                <a:cubicBezTo>
                  <a:pt x="1630394" y="159449"/>
                  <a:pt x="1617821" y="144399"/>
                  <a:pt x="1617821" y="121158"/>
                </a:cubicBezTo>
                <a:lnTo>
                  <a:pt x="1617821" y="66484"/>
                </a:lnTo>
                <a:cubicBezTo>
                  <a:pt x="1617821" y="21907"/>
                  <a:pt x="1664208" y="0"/>
                  <a:pt x="1748409" y="0"/>
                </a:cubicBezTo>
                <a:cubicBezTo>
                  <a:pt x="1841278" y="0"/>
                  <a:pt x="1878902" y="21907"/>
                  <a:pt x="1878902" y="63437"/>
                </a:cubicBezTo>
                <a:lnTo>
                  <a:pt x="1878902" y="121158"/>
                </a:lnTo>
                <a:lnTo>
                  <a:pt x="1796034" y="121158"/>
                </a:lnTo>
                <a:lnTo>
                  <a:pt x="1796034" y="65913"/>
                </a:lnTo>
                <a:close/>
                <a:moveTo>
                  <a:pt x="2407444" y="65913"/>
                </a:moveTo>
                <a:cubicBezTo>
                  <a:pt x="2407444" y="48387"/>
                  <a:pt x="2398585" y="35147"/>
                  <a:pt x="2359724" y="35147"/>
                </a:cubicBezTo>
                <a:cubicBezTo>
                  <a:pt x="2320862" y="35147"/>
                  <a:pt x="2312003" y="48292"/>
                  <a:pt x="2312003" y="65913"/>
                </a:cubicBezTo>
                <a:lnTo>
                  <a:pt x="2312003" y="113633"/>
                </a:lnTo>
                <a:cubicBezTo>
                  <a:pt x="2312003" y="128111"/>
                  <a:pt x="2317052" y="142494"/>
                  <a:pt x="2330863" y="154400"/>
                </a:cubicBezTo>
                <a:lnTo>
                  <a:pt x="2462689" y="267367"/>
                </a:lnTo>
                <a:cubicBezTo>
                  <a:pt x="2481548" y="283083"/>
                  <a:pt x="2492788" y="302514"/>
                  <a:pt x="2492788" y="322612"/>
                </a:cubicBezTo>
                <a:lnTo>
                  <a:pt x="2492788" y="394145"/>
                </a:lnTo>
                <a:cubicBezTo>
                  <a:pt x="2492788" y="436817"/>
                  <a:pt x="2442591" y="460629"/>
                  <a:pt x="2359724" y="460629"/>
                </a:cubicBezTo>
                <a:cubicBezTo>
                  <a:pt x="2268093" y="460629"/>
                  <a:pt x="2224088" y="439960"/>
                  <a:pt x="2224088" y="394145"/>
                </a:cubicBezTo>
                <a:lnTo>
                  <a:pt x="2224088" y="332042"/>
                </a:lnTo>
                <a:lnTo>
                  <a:pt x="2306955" y="332042"/>
                </a:lnTo>
                <a:lnTo>
                  <a:pt x="2306955" y="391668"/>
                </a:lnTo>
                <a:cubicBezTo>
                  <a:pt x="2306955" y="413004"/>
                  <a:pt x="2323338" y="425577"/>
                  <a:pt x="2359724" y="425577"/>
                </a:cubicBezTo>
                <a:cubicBezTo>
                  <a:pt x="2393537" y="425577"/>
                  <a:pt x="2409920" y="413004"/>
                  <a:pt x="2409920" y="391668"/>
                </a:cubicBezTo>
                <a:lnTo>
                  <a:pt x="2409920" y="328327"/>
                </a:lnTo>
                <a:cubicBezTo>
                  <a:pt x="2409920" y="312610"/>
                  <a:pt x="2403634" y="300704"/>
                  <a:pt x="2386013" y="284988"/>
                </a:cubicBezTo>
                <a:lnTo>
                  <a:pt x="2264283" y="178880"/>
                </a:lnTo>
                <a:cubicBezTo>
                  <a:pt x="2241709" y="159449"/>
                  <a:pt x="2229136" y="144399"/>
                  <a:pt x="2229136" y="121158"/>
                </a:cubicBezTo>
                <a:lnTo>
                  <a:pt x="2229136" y="66484"/>
                </a:lnTo>
                <a:cubicBezTo>
                  <a:pt x="2229136" y="21907"/>
                  <a:pt x="2275618" y="0"/>
                  <a:pt x="2359724" y="0"/>
                </a:cubicBezTo>
                <a:cubicBezTo>
                  <a:pt x="2452592" y="0"/>
                  <a:pt x="2490216" y="22003"/>
                  <a:pt x="2490216" y="63437"/>
                </a:cubicBezTo>
                <a:lnTo>
                  <a:pt x="2490216" y="121158"/>
                </a:lnTo>
                <a:lnTo>
                  <a:pt x="2407444" y="121158"/>
                </a:lnTo>
                <a:lnTo>
                  <a:pt x="2407444" y="65913"/>
                </a:lnTo>
                <a:close/>
                <a:moveTo>
                  <a:pt x="343376" y="572738"/>
                </a:moveTo>
                <a:lnTo>
                  <a:pt x="426339" y="572738"/>
                </a:lnTo>
                <a:lnTo>
                  <a:pt x="607886" y="3810"/>
                </a:lnTo>
                <a:lnTo>
                  <a:pt x="524923" y="3810"/>
                </a:lnTo>
                <a:lnTo>
                  <a:pt x="343376" y="572738"/>
                </a:lnTo>
                <a:close/>
                <a:moveTo>
                  <a:pt x="435578" y="226981"/>
                </a:moveTo>
                <a:lnTo>
                  <a:pt x="364807" y="4858"/>
                </a:lnTo>
                <a:lnTo>
                  <a:pt x="281845" y="4858"/>
                </a:lnTo>
                <a:lnTo>
                  <a:pt x="394049" y="357283"/>
                </a:lnTo>
                <a:lnTo>
                  <a:pt x="435578" y="226981"/>
                </a:lnTo>
                <a:close/>
                <a:moveTo>
                  <a:pt x="1955292" y="572738"/>
                </a:moveTo>
                <a:lnTo>
                  <a:pt x="2038255" y="572738"/>
                </a:lnTo>
                <a:lnTo>
                  <a:pt x="2219801" y="3715"/>
                </a:lnTo>
                <a:lnTo>
                  <a:pt x="2136839" y="3715"/>
                </a:lnTo>
                <a:lnTo>
                  <a:pt x="1955292" y="572738"/>
                </a:lnTo>
                <a:close/>
                <a:moveTo>
                  <a:pt x="2047875" y="225933"/>
                </a:moveTo>
                <a:lnTo>
                  <a:pt x="1977104" y="3810"/>
                </a:lnTo>
                <a:lnTo>
                  <a:pt x="1894141" y="3810"/>
                </a:lnTo>
                <a:lnTo>
                  <a:pt x="2006346" y="356235"/>
                </a:lnTo>
                <a:lnTo>
                  <a:pt x="2047875" y="225933"/>
                </a:lnTo>
                <a:close/>
                <a:moveTo>
                  <a:pt x="931164" y="457010"/>
                </a:moveTo>
                <a:lnTo>
                  <a:pt x="931545" y="457010"/>
                </a:lnTo>
                <a:lnTo>
                  <a:pt x="931545" y="72962"/>
                </a:lnTo>
                <a:cubicBezTo>
                  <a:pt x="931545" y="21527"/>
                  <a:pt x="900113" y="3905"/>
                  <a:pt x="793528" y="3905"/>
                </a:cubicBezTo>
                <a:lnTo>
                  <a:pt x="633698" y="3905"/>
                </a:lnTo>
                <a:lnTo>
                  <a:pt x="633698" y="457105"/>
                </a:lnTo>
                <a:lnTo>
                  <a:pt x="716471" y="457105"/>
                </a:lnTo>
                <a:lnTo>
                  <a:pt x="716566" y="457010"/>
                </a:lnTo>
                <a:lnTo>
                  <a:pt x="716566" y="39052"/>
                </a:lnTo>
                <a:lnTo>
                  <a:pt x="784670" y="39052"/>
                </a:lnTo>
                <a:cubicBezTo>
                  <a:pt x="822293" y="39052"/>
                  <a:pt x="848678" y="44101"/>
                  <a:pt x="848678" y="67342"/>
                </a:cubicBezTo>
                <a:lnTo>
                  <a:pt x="848678" y="457010"/>
                </a:lnTo>
                <a:lnTo>
                  <a:pt x="931164" y="457010"/>
                </a:lnTo>
                <a:close/>
                <a:moveTo>
                  <a:pt x="2524982" y="59722"/>
                </a:moveTo>
                <a:cubicBezTo>
                  <a:pt x="2524982" y="29432"/>
                  <a:pt x="2549557" y="7144"/>
                  <a:pt x="2578608" y="7144"/>
                </a:cubicBezTo>
                <a:cubicBezTo>
                  <a:pt x="2607374" y="7144"/>
                  <a:pt x="2631853" y="29432"/>
                  <a:pt x="2631853" y="59722"/>
                </a:cubicBezTo>
                <a:cubicBezTo>
                  <a:pt x="2631853" y="90297"/>
                  <a:pt x="2607278" y="112681"/>
                  <a:pt x="2578608" y="112681"/>
                </a:cubicBezTo>
                <a:cubicBezTo>
                  <a:pt x="2549557" y="112681"/>
                  <a:pt x="2524982" y="90297"/>
                  <a:pt x="2524982" y="59722"/>
                </a:cubicBezTo>
                <a:close/>
                <a:moveTo>
                  <a:pt x="2578608" y="103918"/>
                </a:moveTo>
                <a:cubicBezTo>
                  <a:pt x="2602516" y="103918"/>
                  <a:pt x="2621280" y="85249"/>
                  <a:pt x="2621280" y="59817"/>
                </a:cubicBezTo>
                <a:cubicBezTo>
                  <a:pt x="2621280" y="34862"/>
                  <a:pt x="2602516" y="16002"/>
                  <a:pt x="2578608" y="16002"/>
                </a:cubicBezTo>
                <a:cubicBezTo>
                  <a:pt x="2554415" y="16002"/>
                  <a:pt x="2535555" y="34862"/>
                  <a:pt x="2535555" y="59817"/>
                </a:cubicBezTo>
                <a:cubicBezTo>
                  <a:pt x="2535650" y="85153"/>
                  <a:pt x="2554415" y="103918"/>
                  <a:pt x="2578608" y="103918"/>
                </a:cubicBezTo>
                <a:close/>
                <a:moveTo>
                  <a:pt x="2567464" y="90297"/>
                </a:moveTo>
                <a:lnTo>
                  <a:pt x="2558225" y="90297"/>
                </a:lnTo>
                <a:lnTo>
                  <a:pt x="2558225" y="29432"/>
                </a:lnTo>
                <a:lnTo>
                  <a:pt x="2581466" y="29432"/>
                </a:lnTo>
                <a:cubicBezTo>
                  <a:pt x="2595848" y="29432"/>
                  <a:pt x="2602897" y="34766"/>
                  <a:pt x="2602897" y="46768"/>
                </a:cubicBezTo>
                <a:cubicBezTo>
                  <a:pt x="2602897" y="57626"/>
                  <a:pt x="2596039" y="62389"/>
                  <a:pt x="2587085" y="63532"/>
                </a:cubicBezTo>
                <a:lnTo>
                  <a:pt x="2604421" y="90297"/>
                </a:lnTo>
                <a:lnTo>
                  <a:pt x="2594134" y="90297"/>
                </a:lnTo>
                <a:lnTo>
                  <a:pt x="2578037" y="63913"/>
                </a:lnTo>
                <a:lnTo>
                  <a:pt x="2567464" y="63913"/>
                </a:lnTo>
                <a:lnTo>
                  <a:pt x="2567464" y="90297"/>
                </a:lnTo>
                <a:close/>
                <a:moveTo>
                  <a:pt x="2578418" y="56102"/>
                </a:moveTo>
                <a:cubicBezTo>
                  <a:pt x="2586228" y="56102"/>
                  <a:pt x="2593277" y="55531"/>
                  <a:pt x="2593277" y="46196"/>
                </a:cubicBezTo>
                <a:cubicBezTo>
                  <a:pt x="2593277" y="38671"/>
                  <a:pt x="2586418" y="37243"/>
                  <a:pt x="2580037" y="37243"/>
                </a:cubicBezTo>
                <a:lnTo>
                  <a:pt x="2567464" y="37243"/>
                </a:lnTo>
                <a:lnTo>
                  <a:pt x="2567464" y="56102"/>
                </a:lnTo>
                <a:lnTo>
                  <a:pt x="2578418" y="56102"/>
                </a:lnTo>
                <a:close/>
              </a:path>
            </a:pathLst>
          </a:custGeom>
          <a:solidFill>
            <a:srgbClr val="582A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4" name="Google Shape;94;p21"/>
          <p:cNvSpPr txBox="1">
            <a:spLocks noGrp="1"/>
          </p:cNvSpPr>
          <p:nvPr>
            <p:ph type="ctrTitle"/>
          </p:nvPr>
        </p:nvSpPr>
        <p:spPr>
          <a:xfrm>
            <a:off x="381001" y="2170162"/>
            <a:ext cx="7534274" cy="1376111"/>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4000"/>
              <a:buFont typeface="Arial"/>
              <a:buNone/>
              <a:defRPr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21"/>
          <p:cNvSpPr txBox="1">
            <a:spLocks noGrp="1"/>
          </p:cNvSpPr>
          <p:nvPr>
            <p:ph type="subTitle" idx="1"/>
          </p:nvPr>
        </p:nvSpPr>
        <p:spPr>
          <a:xfrm>
            <a:off x="381001" y="3550705"/>
            <a:ext cx="7534274" cy="457200"/>
          </a:xfrm>
          <a:prstGeom prst="rect">
            <a:avLst/>
          </a:prstGeom>
          <a:noFill/>
          <a:ln>
            <a:noFill/>
          </a:ln>
        </p:spPr>
        <p:txBody>
          <a:bodyPr spcFirstLastPara="1" wrap="square" lIns="0" tIns="91425" rIns="0" bIns="0" anchor="t" anchorCtr="0">
            <a:noAutofit/>
          </a:bodyPr>
          <a:lstStyle>
            <a:lvl1pPr lvl="0" algn="l">
              <a:lnSpc>
                <a:spcPct val="100000"/>
              </a:lnSpc>
              <a:spcBef>
                <a:spcPts val="0"/>
              </a:spcBef>
              <a:spcAft>
                <a:spcPts val="0"/>
              </a:spcAft>
              <a:buSzPts val="2800"/>
              <a:buNone/>
              <a:defRPr sz="2800" b="0">
                <a:solidFill>
                  <a:schemeClr val="dk1"/>
                </a:solidFill>
                <a:latin typeface="Arial"/>
                <a:ea typeface="Arial"/>
                <a:cs typeface="Arial"/>
                <a:sym typeface="Arial"/>
              </a:defRPr>
            </a:lvl1pPr>
            <a:lvl2pPr lvl="1" algn="ctr">
              <a:lnSpc>
                <a:spcPct val="100000"/>
              </a:lnSpc>
              <a:spcBef>
                <a:spcPts val="600"/>
              </a:spcBef>
              <a:spcAft>
                <a:spcPts val="0"/>
              </a:spcAft>
              <a:buSzPts val="1800"/>
              <a:buNone/>
              <a:defRPr>
                <a:solidFill>
                  <a:srgbClr val="888888"/>
                </a:solidFill>
              </a:defRPr>
            </a:lvl2pPr>
            <a:lvl3pPr lvl="2" algn="ctr">
              <a:lnSpc>
                <a:spcPct val="100000"/>
              </a:lnSpc>
              <a:spcBef>
                <a:spcPts val="600"/>
              </a:spcBef>
              <a:spcAft>
                <a:spcPts val="0"/>
              </a:spcAft>
              <a:buSzPts val="1600"/>
              <a:buNone/>
              <a:defRPr>
                <a:solidFill>
                  <a:srgbClr val="888888"/>
                </a:solidFill>
              </a:defRPr>
            </a:lvl3pPr>
            <a:lvl4pPr lvl="3" algn="ctr">
              <a:lnSpc>
                <a:spcPct val="100000"/>
              </a:lnSpc>
              <a:spcBef>
                <a:spcPts val="600"/>
              </a:spcBef>
              <a:spcAft>
                <a:spcPts val="0"/>
              </a:spcAft>
              <a:buSzPts val="1400"/>
              <a:buNone/>
              <a:defRPr>
                <a:solidFill>
                  <a:srgbClr val="888888"/>
                </a:solidFill>
              </a:defRPr>
            </a:lvl4pPr>
            <a:lvl5pPr lvl="4" algn="ctr">
              <a:lnSpc>
                <a:spcPct val="100000"/>
              </a:lnSpc>
              <a:spcBef>
                <a:spcPts val="300"/>
              </a:spcBef>
              <a:spcAft>
                <a:spcPts val="0"/>
              </a:spcAft>
              <a:buSzPts val="1400"/>
              <a:buNone/>
              <a:defRPr>
                <a:solidFill>
                  <a:srgbClr val="888888"/>
                </a:solidFill>
              </a:defRPr>
            </a:lvl5pPr>
            <a:lvl6pPr lvl="5" algn="ctr">
              <a:lnSpc>
                <a:spcPct val="100000"/>
              </a:lnSpc>
              <a:spcBef>
                <a:spcPts val="300"/>
              </a:spcBef>
              <a:spcAft>
                <a:spcPts val="0"/>
              </a:spcAft>
              <a:buSzPts val="1400"/>
              <a:buNone/>
              <a:defRPr>
                <a:solidFill>
                  <a:srgbClr val="888888"/>
                </a:solidFill>
              </a:defRPr>
            </a:lvl6pPr>
            <a:lvl7pPr lvl="6" algn="ctr">
              <a:lnSpc>
                <a:spcPct val="100000"/>
              </a:lnSpc>
              <a:spcBef>
                <a:spcPts val="300"/>
              </a:spcBef>
              <a:spcAft>
                <a:spcPts val="0"/>
              </a:spcAft>
              <a:buSzPts val="1400"/>
              <a:buNone/>
              <a:defRPr>
                <a:solidFill>
                  <a:srgbClr val="888888"/>
                </a:solidFill>
              </a:defRPr>
            </a:lvl7pPr>
            <a:lvl8pPr lvl="7" algn="ctr">
              <a:lnSpc>
                <a:spcPct val="100000"/>
              </a:lnSpc>
              <a:spcBef>
                <a:spcPts val="300"/>
              </a:spcBef>
              <a:spcAft>
                <a:spcPts val="0"/>
              </a:spcAft>
              <a:buSzPts val="1400"/>
              <a:buNone/>
              <a:defRPr>
                <a:solidFill>
                  <a:srgbClr val="888888"/>
                </a:solidFill>
              </a:defRPr>
            </a:lvl8pPr>
            <a:lvl9pPr lvl="8" algn="ctr">
              <a:lnSpc>
                <a:spcPct val="100000"/>
              </a:lnSpc>
              <a:spcBef>
                <a:spcPts val="300"/>
              </a:spcBef>
              <a:spcAft>
                <a:spcPts val="300"/>
              </a:spcAft>
              <a:buSzPts val="1400"/>
              <a:buNone/>
              <a:defRPr>
                <a:solidFill>
                  <a:srgbClr val="888888"/>
                </a:solidFill>
              </a:defRPr>
            </a:lvl9pPr>
          </a:lstStyle>
          <a:p>
            <a:endParaRPr/>
          </a:p>
        </p:txBody>
      </p:sp>
      <p:sp>
        <p:nvSpPr>
          <p:cNvPr id="96" name="Google Shape;96;p21"/>
          <p:cNvSpPr txBox="1">
            <a:spLocks noGrp="1"/>
          </p:cNvSpPr>
          <p:nvPr>
            <p:ph type="body" idx="2"/>
          </p:nvPr>
        </p:nvSpPr>
        <p:spPr>
          <a:xfrm>
            <a:off x="381000" y="4194595"/>
            <a:ext cx="6561138" cy="73152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2400"/>
              <a:buNone/>
              <a:defRPr sz="2400">
                <a:solidFill>
                  <a:schemeClr val="dk1"/>
                </a:solidFill>
                <a:latin typeface="Arial"/>
                <a:ea typeface="Arial"/>
                <a:cs typeface="Arial"/>
                <a:sym typeface="Arial"/>
              </a:defRPr>
            </a:lvl1pPr>
            <a:lvl2pPr marL="914400" lvl="1" indent="-228600" algn="ctr">
              <a:lnSpc>
                <a:spcPct val="100000"/>
              </a:lnSpc>
              <a:spcBef>
                <a:spcPts val="600"/>
              </a:spcBef>
              <a:spcAft>
                <a:spcPts val="0"/>
              </a:spcAft>
              <a:buSzPts val="1800"/>
              <a:buNone/>
              <a:defRPr>
                <a:solidFill>
                  <a:srgbClr val="595959"/>
                </a:solidFill>
              </a:defRPr>
            </a:lvl2pPr>
            <a:lvl3pPr marL="1371600" lvl="2" indent="-330200" algn="ctr">
              <a:lnSpc>
                <a:spcPct val="100000"/>
              </a:lnSpc>
              <a:spcBef>
                <a:spcPts val="600"/>
              </a:spcBef>
              <a:spcAft>
                <a:spcPts val="0"/>
              </a:spcAft>
              <a:buSzPts val="1600"/>
              <a:buChar char="–"/>
              <a:defRPr>
                <a:solidFill>
                  <a:srgbClr val="595959"/>
                </a:solidFill>
              </a:defRPr>
            </a:lvl3pPr>
            <a:lvl4pPr marL="1828800" lvl="3" indent="-317500" algn="ctr">
              <a:lnSpc>
                <a:spcPct val="100000"/>
              </a:lnSpc>
              <a:spcBef>
                <a:spcPts val="600"/>
              </a:spcBef>
              <a:spcAft>
                <a:spcPts val="0"/>
              </a:spcAft>
              <a:buSzPts val="1400"/>
              <a:buChar char="–"/>
              <a:defRPr>
                <a:solidFill>
                  <a:srgbClr val="595959"/>
                </a:solidFill>
              </a:defRPr>
            </a:lvl4pPr>
            <a:lvl5pPr marL="2286000" lvl="4" indent="-317500" algn="ctr">
              <a:lnSpc>
                <a:spcPct val="100000"/>
              </a:lnSpc>
              <a:spcBef>
                <a:spcPts val="300"/>
              </a:spcBef>
              <a:spcAft>
                <a:spcPts val="0"/>
              </a:spcAft>
              <a:buSzPts val="1400"/>
              <a:buChar char="–"/>
              <a:defRPr>
                <a:solidFill>
                  <a:srgbClr val="595959"/>
                </a:solidFill>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97" name="Google Shape;97;p21"/>
          <p:cNvSpPr txBox="1">
            <a:spLocks noGrp="1"/>
          </p:cNvSpPr>
          <p:nvPr>
            <p:ph type="body" idx="3"/>
          </p:nvPr>
        </p:nvSpPr>
        <p:spPr>
          <a:xfrm>
            <a:off x="381000" y="4937689"/>
            <a:ext cx="6561138" cy="39681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None/>
              <a:defRPr sz="2000">
                <a:solidFill>
                  <a:schemeClr val="dk1"/>
                </a:solidFill>
                <a:latin typeface="Arial"/>
                <a:ea typeface="Arial"/>
                <a:cs typeface="Arial"/>
                <a:sym typeface="Arial"/>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8"/>
        <p:cNvGrpSpPr/>
        <p:nvPr/>
      </p:nvGrpSpPr>
      <p:grpSpPr>
        <a:xfrm>
          <a:off x="0" y="0"/>
          <a:ext cx="0" cy="0"/>
          <a:chOff x="0" y="0"/>
          <a:chExt cx="0" cy="0"/>
        </a:xfrm>
      </p:grpSpPr>
      <p:sp>
        <p:nvSpPr>
          <p:cNvPr id="99" name="Google Shape;99;p22"/>
          <p:cNvSpPr txBox="1">
            <a:spLocks noGrp="1"/>
          </p:cNvSpPr>
          <p:nvPr>
            <p:ph type="title"/>
          </p:nvPr>
        </p:nvSpPr>
        <p:spPr>
          <a:xfrm>
            <a:off x="379288" y="166710"/>
            <a:ext cx="11431708"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22"/>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ubtitle">
  <p:cSld name="Title and Subtitle">
    <p:spTree>
      <p:nvGrpSpPr>
        <p:cNvPr id="1" name="Shape 101"/>
        <p:cNvGrpSpPr/>
        <p:nvPr/>
      </p:nvGrpSpPr>
      <p:grpSpPr>
        <a:xfrm>
          <a:off x="0" y="0"/>
          <a:ext cx="0" cy="0"/>
          <a:chOff x="0" y="0"/>
          <a:chExt cx="0" cy="0"/>
        </a:xfrm>
      </p:grpSpPr>
      <p:sp>
        <p:nvSpPr>
          <p:cNvPr id="102" name="Google Shape;102;p23"/>
          <p:cNvSpPr txBox="1">
            <a:spLocks noGrp="1"/>
          </p:cNvSpPr>
          <p:nvPr>
            <p:ph type="title"/>
          </p:nvPr>
        </p:nvSpPr>
        <p:spPr>
          <a:xfrm>
            <a:off x="381000" y="166710"/>
            <a:ext cx="11430000"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23"/>
          <p:cNvSpPr txBox="1">
            <a:spLocks noGrp="1"/>
          </p:cNvSpPr>
          <p:nvPr>
            <p:ph type="body" idx="1"/>
          </p:nvPr>
        </p:nvSpPr>
        <p:spPr>
          <a:xfrm>
            <a:off x="381000" y="661035"/>
            <a:ext cx="11430000" cy="320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Font typeface="Arial"/>
              <a:buNone/>
              <a:defRPr sz="2000" i="0">
                <a:solidFill>
                  <a:schemeClr val="dk1"/>
                </a:solidFill>
                <a:latin typeface="Arial"/>
                <a:ea typeface="Arial"/>
                <a:cs typeface="Arial"/>
                <a:sym typeface="Arial"/>
              </a:defRPr>
            </a:lvl1pPr>
            <a:lvl2pPr marL="914400" lvl="1" indent="-228600" algn="l">
              <a:lnSpc>
                <a:spcPct val="100000"/>
              </a:lnSpc>
              <a:spcBef>
                <a:spcPts val="600"/>
              </a:spcBef>
              <a:spcAft>
                <a:spcPts val="0"/>
              </a:spcAft>
              <a:buSzPts val="2400"/>
              <a:buNone/>
              <a:defRPr sz="2400">
                <a:solidFill>
                  <a:srgbClr val="595959"/>
                </a:solidFill>
              </a:defRPr>
            </a:lvl2pPr>
            <a:lvl3pPr marL="1371600" lvl="2" indent="-228600" algn="l">
              <a:lnSpc>
                <a:spcPct val="100000"/>
              </a:lnSpc>
              <a:spcBef>
                <a:spcPts val="600"/>
              </a:spcBef>
              <a:spcAft>
                <a:spcPts val="0"/>
              </a:spcAft>
              <a:buSzPts val="2400"/>
              <a:buNone/>
              <a:defRPr sz="2400">
                <a:solidFill>
                  <a:srgbClr val="595959"/>
                </a:solidFill>
              </a:defRPr>
            </a:lvl3pPr>
            <a:lvl4pPr marL="1828800" lvl="3" indent="-228600" algn="l">
              <a:lnSpc>
                <a:spcPct val="100000"/>
              </a:lnSpc>
              <a:spcBef>
                <a:spcPts val="600"/>
              </a:spcBef>
              <a:spcAft>
                <a:spcPts val="0"/>
              </a:spcAft>
              <a:buSzPts val="2400"/>
              <a:buNone/>
              <a:defRPr sz="2400">
                <a:solidFill>
                  <a:srgbClr val="595959"/>
                </a:solidFill>
              </a:defRPr>
            </a:lvl4pPr>
            <a:lvl5pPr marL="2286000" lvl="4" indent="-228600" algn="l">
              <a:lnSpc>
                <a:spcPct val="100000"/>
              </a:lnSpc>
              <a:spcBef>
                <a:spcPts val="300"/>
              </a:spcBef>
              <a:spcAft>
                <a:spcPts val="0"/>
              </a:spcAft>
              <a:buSzPts val="2400"/>
              <a:buNone/>
              <a:defRPr sz="2400">
                <a:solidFill>
                  <a:srgbClr val="595959"/>
                </a:solidFill>
              </a:defRPr>
            </a:lvl5pPr>
            <a:lvl6pPr marL="2743200" lvl="5" indent="-228600" algn="l">
              <a:lnSpc>
                <a:spcPct val="100000"/>
              </a:lnSpc>
              <a:spcBef>
                <a:spcPts val="300"/>
              </a:spcBef>
              <a:spcAft>
                <a:spcPts val="0"/>
              </a:spcAft>
              <a:buSzPts val="2400"/>
              <a:buNone/>
              <a:defRPr sz="2400">
                <a:solidFill>
                  <a:srgbClr val="595959"/>
                </a:solidFill>
              </a:defRPr>
            </a:lvl6pPr>
            <a:lvl7pPr marL="3200400" lvl="6" indent="-228600" algn="l">
              <a:lnSpc>
                <a:spcPct val="100000"/>
              </a:lnSpc>
              <a:spcBef>
                <a:spcPts val="300"/>
              </a:spcBef>
              <a:spcAft>
                <a:spcPts val="0"/>
              </a:spcAft>
              <a:buSzPts val="2400"/>
              <a:buNone/>
              <a:defRPr sz="2400">
                <a:solidFill>
                  <a:srgbClr val="595959"/>
                </a:solidFill>
              </a:defRPr>
            </a:lvl7pPr>
            <a:lvl8pPr marL="3657600" lvl="7" indent="-228600" algn="l">
              <a:lnSpc>
                <a:spcPct val="100000"/>
              </a:lnSpc>
              <a:spcBef>
                <a:spcPts val="300"/>
              </a:spcBef>
              <a:spcAft>
                <a:spcPts val="0"/>
              </a:spcAft>
              <a:buSzPts val="2400"/>
              <a:buNone/>
              <a:defRPr sz="2400">
                <a:solidFill>
                  <a:srgbClr val="595959"/>
                </a:solidFill>
              </a:defRPr>
            </a:lvl8pPr>
            <a:lvl9pPr marL="4114800" lvl="8" indent="-228600" algn="l">
              <a:lnSpc>
                <a:spcPct val="100000"/>
              </a:lnSpc>
              <a:spcBef>
                <a:spcPts val="300"/>
              </a:spcBef>
              <a:spcAft>
                <a:spcPts val="300"/>
              </a:spcAft>
              <a:buSzPts val="2400"/>
              <a:buNone/>
              <a:defRPr sz="2400">
                <a:solidFill>
                  <a:srgbClr val="595959"/>
                </a:solidFill>
              </a:defRPr>
            </a:lvl9pPr>
          </a:lstStyle>
          <a:p>
            <a:endParaRPr/>
          </a:p>
        </p:txBody>
      </p:sp>
      <p:sp>
        <p:nvSpPr>
          <p:cNvPr id="104" name="Google Shape;104;p23"/>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Subtitle">
  <p:cSld name="Two Content Subtitle">
    <p:bg>
      <p:bgPr>
        <a:solidFill>
          <a:schemeClr val="lt1"/>
        </a:solidFill>
        <a:effectLst/>
      </p:bgPr>
    </p:bg>
    <p:spTree>
      <p:nvGrpSpPr>
        <p:cNvPr id="1" name="Shape 105"/>
        <p:cNvGrpSpPr/>
        <p:nvPr/>
      </p:nvGrpSpPr>
      <p:grpSpPr>
        <a:xfrm>
          <a:off x="0" y="0"/>
          <a:ext cx="0" cy="0"/>
          <a:chOff x="0" y="0"/>
          <a:chExt cx="0" cy="0"/>
        </a:xfrm>
      </p:grpSpPr>
      <p:sp>
        <p:nvSpPr>
          <p:cNvPr id="106" name="Google Shape;106;p24"/>
          <p:cNvSpPr txBox="1">
            <a:spLocks noGrp="1"/>
          </p:cNvSpPr>
          <p:nvPr>
            <p:ph type="title"/>
          </p:nvPr>
        </p:nvSpPr>
        <p:spPr>
          <a:xfrm>
            <a:off x="381000" y="166710"/>
            <a:ext cx="11430000"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24"/>
          <p:cNvSpPr txBox="1">
            <a:spLocks noGrp="1"/>
          </p:cNvSpPr>
          <p:nvPr>
            <p:ph type="body" idx="1"/>
          </p:nvPr>
        </p:nvSpPr>
        <p:spPr>
          <a:xfrm>
            <a:off x="381000" y="661035"/>
            <a:ext cx="11430000" cy="320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Font typeface="Arial"/>
              <a:buNone/>
              <a:defRPr sz="2000" i="0">
                <a:solidFill>
                  <a:schemeClr val="dk1"/>
                </a:solidFill>
                <a:latin typeface="Arial"/>
                <a:ea typeface="Arial"/>
                <a:cs typeface="Arial"/>
                <a:sym typeface="Arial"/>
              </a:defRPr>
            </a:lvl1pPr>
            <a:lvl2pPr marL="914400" lvl="1" indent="-228600" algn="l">
              <a:lnSpc>
                <a:spcPct val="100000"/>
              </a:lnSpc>
              <a:spcBef>
                <a:spcPts val="600"/>
              </a:spcBef>
              <a:spcAft>
                <a:spcPts val="0"/>
              </a:spcAft>
              <a:buSzPts val="2400"/>
              <a:buNone/>
              <a:defRPr sz="2400">
                <a:solidFill>
                  <a:srgbClr val="595959"/>
                </a:solidFill>
              </a:defRPr>
            </a:lvl2pPr>
            <a:lvl3pPr marL="1371600" lvl="2" indent="-228600" algn="l">
              <a:lnSpc>
                <a:spcPct val="100000"/>
              </a:lnSpc>
              <a:spcBef>
                <a:spcPts val="600"/>
              </a:spcBef>
              <a:spcAft>
                <a:spcPts val="0"/>
              </a:spcAft>
              <a:buSzPts val="2400"/>
              <a:buNone/>
              <a:defRPr sz="2400">
                <a:solidFill>
                  <a:srgbClr val="595959"/>
                </a:solidFill>
              </a:defRPr>
            </a:lvl3pPr>
            <a:lvl4pPr marL="1828800" lvl="3" indent="-228600" algn="l">
              <a:lnSpc>
                <a:spcPct val="100000"/>
              </a:lnSpc>
              <a:spcBef>
                <a:spcPts val="600"/>
              </a:spcBef>
              <a:spcAft>
                <a:spcPts val="0"/>
              </a:spcAft>
              <a:buSzPts val="2400"/>
              <a:buNone/>
              <a:defRPr sz="2400">
                <a:solidFill>
                  <a:srgbClr val="595959"/>
                </a:solidFill>
              </a:defRPr>
            </a:lvl4pPr>
            <a:lvl5pPr marL="2286000" lvl="4" indent="-228600" algn="l">
              <a:lnSpc>
                <a:spcPct val="100000"/>
              </a:lnSpc>
              <a:spcBef>
                <a:spcPts val="300"/>
              </a:spcBef>
              <a:spcAft>
                <a:spcPts val="0"/>
              </a:spcAft>
              <a:buSzPts val="2400"/>
              <a:buNone/>
              <a:defRPr sz="2400">
                <a:solidFill>
                  <a:srgbClr val="595959"/>
                </a:solidFill>
              </a:defRPr>
            </a:lvl5pPr>
            <a:lvl6pPr marL="2743200" lvl="5" indent="-228600" algn="l">
              <a:lnSpc>
                <a:spcPct val="100000"/>
              </a:lnSpc>
              <a:spcBef>
                <a:spcPts val="300"/>
              </a:spcBef>
              <a:spcAft>
                <a:spcPts val="0"/>
              </a:spcAft>
              <a:buSzPts val="2400"/>
              <a:buNone/>
              <a:defRPr sz="2400">
                <a:solidFill>
                  <a:srgbClr val="595959"/>
                </a:solidFill>
              </a:defRPr>
            </a:lvl6pPr>
            <a:lvl7pPr marL="3200400" lvl="6" indent="-228600" algn="l">
              <a:lnSpc>
                <a:spcPct val="100000"/>
              </a:lnSpc>
              <a:spcBef>
                <a:spcPts val="300"/>
              </a:spcBef>
              <a:spcAft>
                <a:spcPts val="0"/>
              </a:spcAft>
              <a:buSzPts val="2400"/>
              <a:buNone/>
              <a:defRPr sz="2400">
                <a:solidFill>
                  <a:srgbClr val="595959"/>
                </a:solidFill>
              </a:defRPr>
            </a:lvl7pPr>
            <a:lvl8pPr marL="3657600" lvl="7" indent="-228600" algn="l">
              <a:lnSpc>
                <a:spcPct val="100000"/>
              </a:lnSpc>
              <a:spcBef>
                <a:spcPts val="300"/>
              </a:spcBef>
              <a:spcAft>
                <a:spcPts val="0"/>
              </a:spcAft>
              <a:buSzPts val="2400"/>
              <a:buNone/>
              <a:defRPr sz="2400">
                <a:solidFill>
                  <a:srgbClr val="595959"/>
                </a:solidFill>
              </a:defRPr>
            </a:lvl8pPr>
            <a:lvl9pPr marL="4114800" lvl="8" indent="-228600" algn="l">
              <a:lnSpc>
                <a:spcPct val="100000"/>
              </a:lnSpc>
              <a:spcBef>
                <a:spcPts val="300"/>
              </a:spcBef>
              <a:spcAft>
                <a:spcPts val="300"/>
              </a:spcAft>
              <a:buSzPts val="2400"/>
              <a:buNone/>
              <a:defRPr sz="2400">
                <a:solidFill>
                  <a:srgbClr val="595959"/>
                </a:solidFill>
              </a:defRPr>
            </a:lvl9pPr>
          </a:lstStyle>
          <a:p>
            <a:endParaRPr/>
          </a:p>
        </p:txBody>
      </p:sp>
      <p:sp>
        <p:nvSpPr>
          <p:cNvPr id="108" name="Google Shape;108;p24"/>
          <p:cNvSpPr txBox="1">
            <a:spLocks noGrp="1"/>
          </p:cNvSpPr>
          <p:nvPr>
            <p:ph type="body" idx="2"/>
          </p:nvPr>
        </p:nvSpPr>
        <p:spPr>
          <a:xfrm>
            <a:off x="381000" y="1219386"/>
            <a:ext cx="5583867" cy="523026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30200" algn="l">
              <a:lnSpc>
                <a:spcPct val="100000"/>
              </a:lnSpc>
              <a:spcBef>
                <a:spcPts val="600"/>
              </a:spcBef>
              <a:spcAft>
                <a:spcPts val="0"/>
              </a:spcAft>
              <a:buSzPts val="1600"/>
              <a:buChar char="–"/>
              <a:defRPr/>
            </a:lvl3pPr>
            <a:lvl4pPr marL="1828800" lvl="3" indent="-317500" algn="l">
              <a:lnSpc>
                <a:spcPct val="100000"/>
              </a:lnSpc>
              <a:spcBef>
                <a:spcPts val="600"/>
              </a:spcBef>
              <a:spcAft>
                <a:spcPts val="0"/>
              </a:spcAft>
              <a:buSzPts val="1400"/>
              <a:buChar char="–"/>
              <a:defRPr/>
            </a:lvl4pPr>
            <a:lvl5pPr marL="2286000" lvl="4" indent="-317500" algn="l">
              <a:lnSpc>
                <a:spcPct val="100000"/>
              </a:lnSpc>
              <a:spcBef>
                <a:spcPts val="300"/>
              </a:spcBef>
              <a:spcAft>
                <a:spcPts val="0"/>
              </a:spcAft>
              <a:buSzPts val="14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09" name="Google Shape;109;p24"/>
          <p:cNvSpPr txBox="1">
            <a:spLocks noGrp="1"/>
          </p:cNvSpPr>
          <p:nvPr>
            <p:ph type="body" idx="3"/>
          </p:nvPr>
        </p:nvSpPr>
        <p:spPr>
          <a:xfrm>
            <a:off x="6230111" y="1219200"/>
            <a:ext cx="5580889" cy="523026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30200" algn="l">
              <a:lnSpc>
                <a:spcPct val="100000"/>
              </a:lnSpc>
              <a:spcBef>
                <a:spcPts val="600"/>
              </a:spcBef>
              <a:spcAft>
                <a:spcPts val="0"/>
              </a:spcAft>
              <a:buSzPts val="1600"/>
              <a:buChar char="–"/>
              <a:defRPr/>
            </a:lvl3pPr>
            <a:lvl4pPr marL="1828800" lvl="3" indent="-317500" algn="l">
              <a:lnSpc>
                <a:spcPct val="100000"/>
              </a:lnSpc>
              <a:spcBef>
                <a:spcPts val="600"/>
              </a:spcBef>
              <a:spcAft>
                <a:spcPts val="0"/>
              </a:spcAft>
              <a:buSzPts val="1400"/>
              <a:buChar char="–"/>
              <a:defRPr/>
            </a:lvl4pPr>
            <a:lvl5pPr marL="2286000" lvl="4" indent="-317500" algn="l">
              <a:lnSpc>
                <a:spcPct val="100000"/>
              </a:lnSpc>
              <a:spcBef>
                <a:spcPts val="300"/>
              </a:spcBef>
              <a:spcAft>
                <a:spcPts val="0"/>
              </a:spcAft>
              <a:buSzPts val="14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10" name="Google Shape;110;p24"/>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ubtitle 3 Column">
  <p:cSld name="Title Subtitle 3 Column">
    <p:spTree>
      <p:nvGrpSpPr>
        <p:cNvPr id="1" name="Shape 111"/>
        <p:cNvGrpSpPr/>
        <p:nvPr/>
      </p:nvGrpSpPr>
      <p:grpSpPr>
        <a:xfrm>
          <a:off x="0" y="0"/>
          <a:ext cx="0" cy="0"/>
          <a:chOff x="0" y="0"/>
          <a:chExt cx="0" cy="0"/>
        </a:xfrm>
      </p:grpSpPr>
      <p:sp>
        <p:nvSpPr>
          <p:cNvPr id="112" name="Google Shape;112;p25"/>
          <p:cNvSpPr txBox="1">
            <a:spLocks noGrp="1"/>
          </p:cNvSpPr>
          <p:nvPr>
            <p:ph type="title"/>
          </p:nvPr>
        </p:nvSpPr>
        <p:spPr>
          <a:xfrm>
            <a:off x="381000" y="166710"/>
            <a:ext cx="11430000"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25"/>
          <p:cNvSpPr txBox="1">
            <a:spLocks noGrp="1"/>
          </p:cNvSpPr>
          <p:nvPr>
            <p:ph type="body" idx="1"/>
          </p:nvPr>
        </p:nvSpPr>
        <p:spPr>
          <a:xfrm>
            <a:off x="381000" y="661035"/>
            <a:ext cx="11430000" cy="320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Font typeface="Arial"/>
              <a:buNone/>
              <a:defRPr sz="2000" i="0">
                <a:solidFill>
                  <a:schemeClr val="dk1"/>
                </a:solidFill>
                <a:latin typeface="Arial"/>
                <a:ea typeface="Arial"/>
                <a:cs typeface="Arial"/>
                <a:sym typeface="Arial"/>
              </a:defRPr>
            </a:lvl1pPr>
            <a:lvl2pPr marL="914400" lvl="1" indent="-228600" algn="l">
              <a:lnSpc>
                <a:spcPct val="100000"/>
              </a:lnSpc>
              <a:spcBef>
                <a:spcPts val="600"/>
              </a:spcBef>
              <a:spcAft>
                <a:spcPts val="0"/>
              </a:spcAft>
              <a:buSzPts val="2400"/>
              <a:buNone/>
              <a:defRPr sz="2400">
                <a:solidFill>
                  <a:srgbClr val="595959"/>
                </a:solidFill>
              </a:defRPr>
            </a:lvl2pPr>
            <a:lvl3pPr marL="1371600" lvl="2" indent="-228600" algn="l">
              <a:lnSpc>
                <a:spcPct val="100000"/>
              </a:lnSpc>
              <a:spcBef>
                <a:spcPts val="600"/>
              </a:spcBef>
              <a:spcAft>
                <a:spcPts val="0"/>
              </a:spcAft>
              <a:buSzPts val="2400"/>
              <a:buNone/>
              <a:defRPr sz="2400">
                <a:solidFill>
                  <a:srgbClr val="595959"/>
                </a:solidFill>
              </a:defRPr>
            </a:lvl3pPr>
            <a:lvl4pPr marL="1828800" lvl="3" indent="-228600" algn="l">
              <a:lnSpc>
                <a:spcPct val="100000"/>
              </a:lnSpc>
              <a:spcBef>
                <a:spcPts val="600"/>
              </a:spcBef>
              <a:spcAft>
                <a:spcPts val="0"/>
              </a:spcAft>
              <a:buSzPts val="2400"/>
              <a:buNone/>
              <a:defRPr sz="2400">
                <a:solidFill>
                  <a:srgbClr val="595959"/>
                </a:solidFill>
              </a:defRPr>
            </a:lvl4pPr>
            <a:lvl5pPr marL="2286000" lvl="4" indent="-228600" algn="l">
              <a:lnSpc>
                <a:spcPct val="100000"/>
              </a:lnSpc>
              <a:spcBef>
                <a:spcPts val="300"/>
              </a:spcBef>
              <a:spcAft>
                <a:spcPts val="0"/>
              </a:spcAft>
              <a:buSzPts val="2400"/>
              <a:buNone/>
              <a:defRPr sz="2400">
                <a:solidFill>
                  <a:srgbClr val="595959"/>
                </a:solidFill>
              </a:defRPr>
            </a:lvl5pPr>
            <a:lvl6pPr marL="2743200" lvl="5" indent="-228600" algn="l">
              <a:lnSpc>
                <a:spcPct val="100000"/>
              </a:lnSpc>
              <a:spcBef>
                <a:spcPts val="300"/>
              </a:spcBef>
              <a:spcAft>
                <a:spcPts val="0"/>
              </a:spcAft>
              <a:buSzPts val="2400"/>
              <a:buNone/>
              <a:defRPr sz="2400">
                <a:solidFill>
                  <a:srgbClr val="595959"/>
                </a:solidFill>
              </a:defRPr>
            </a:lvl6pPr>
            <a:lvl7pPr marL="3200400" lvl="6" indent="-228600" algn="l">
              <a:lnSpc>
                <a:spcPct val="100000"/>
              </a:lnSpc>
              <a:spcBef>
                <a:spcPts val="300"/>
              </a:spcBef>
              <a:spcAft>
                <a:spcPts val="0"/>
              </a:spcAft>
              <a:buSzPts val="2400"/>
              <a:buNone/>
              <a:defRPr sz="2400">
                <a:solidFill>
                  <a:srgbClr val="595959"/>
                </a:solidFill>
              </a:defRPr>
            </a:lvl7pPr>
            <a:lvl8pPr marL="3657600" lvl="7" indent="-228600" algn="l">
              <a:lnSpc>
                <a:spcPct val="100000"/>
              </a:lnSpc>
              <a:spcBef>
                <a:spcPts val="300"/>
              </a:spcBef>
              <a:spcAft>
                <a:spcPts val="0"/>
              </a:spcAft>
              <a:buSzPts val="2400"/>
              <a:buNone/>
              <a:defRPr sz="2400">
                <a:solidFill>
                  <a:srgbClr val="595959"/>
                </a:solidFill>
              </a:defRPr>
            </a:lvl8pPr>
            <a:lvl9pPr marL="4114800" lvl="8" indent="-228600" algn="l">
              <a:lnSpc>
                <a:spcPct val="100000"/>
              </a:lnSpc>
              <a:spcBef>
                <a:spcPts val="300"/>
              </a:spcBef>
              <a:spcAft>
                <a:spcPts val="300"/>
              </a:spcAft>
              <a:buSzPts val="2400"/>
              <a:buNone/>
              <a:defRPr sz="2400">
                <a:solidFill>
                  <a:srgbClr val="595959"/>
                </a:solidFill>
              </a:defRPr>
            </a:lvl9pPr>
          </a:lstStyle>
          <a:p>
            <a:endParaRPr/>
          </a:p>
        </p:txBody>
      </p:sp>
      <p:sp>
        <p:nvSpPr>
          <p:cNvPr id="114" name="Google Shape;114;p25"/>
          <p:cNvSpPr txBox="1">
            <a:spLocks noGrp="1"/>
          </p:cNvSpPr>
          <p:nvPr>
            <p:ph type="body" idx="2"/>
          </p:nvPr>
        </p:nvSpPr>
        <p:spPr>
          <a:xfrm>
            <a:off x="381000" y="1219513"/>
            <a:ext cx="3641725" cy="5227892"/>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15" name="Google Shape;115;p25"/>
          <p:cNvSpPr txBox="1">
            <a:spLocks noGrp="1"/>
          </p:cNvSpPr>
          <p:nvPr>
            <p:ph type="body" idx="3"/>
          </p:nvPr>
        </p:nvSpPr>
        <p:spPr>
          <a:xfrm>
            <a:off x="4275138" y="1219200"/>
            <a:ext cx="3641725" cy="5227892"/>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16" name="Google Shape;116;p25"/>
          <p:cNvSpPr txBox="1">
            <a:spLocks noGrp="1"/>
          </p:cNvSpPr>
          <p:nvPr>
            <p:ph type="body" idx="4"/>
          </p:nvPr>
        </p:nvSpPr>
        <p:spPr>
          <a:xfrm>
            <a:off x="8169275" y="1219200"/>
            <a:ext cx="3641725" cy="5227892"/>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17" name="Google Shape;117;p25"/>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ubtitle 4 Column">
  <p:cSld name="Title Subtitle 4 Column">
    <p:spTree>
      <p:nvGrpSpPr>
        <p:cNvPr id="1" name="Shape 118"/>
        <p:cNvGrpSpPr/>
        <p:nvPr/>
      </p:nvGrpSpPr>
      <p:grpSpPr>
        <a:xfrm>
          <a:off x="0" y="0"/>
          <a:ext cx="0" cy="0"/>
          <a:chOff x="0" y="0"/>
          <a:chExt cx="0" cy="0"/>
        </a:xfrm>
      </p:grpSpPr>
      <p:sp>
        <p:nvSpPr>
          <p:cNvPr id="119" name="Google Shape;119;p26"/>
          <p:cNvSpPr txBox="1">
            <a:spLocks noGrp="1"/>
          </p:cNvSpPr>
          <p:nvPr>
            <p:ph type="title"/>
          </p:nvPr>
        </p:nvSpPr>
        <p:spPr>
          <a:xfrm>
            <a:off x="381000" y="166710"/>
            <a:ext cx="11430000"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26"/>
          <p:cNvSpPr txBox="1">
            <a:spLocks noGrp="1"/>
          </p:cNvSpPr>
          <p:nvPr>
            <p:ph type="body" idx="1"/>
          </p:nvPr>
        </p:nvSpPr>
        <p:spPr>
          <a:xfrm>
            <a:off x="381000" y="661035"/>
            <a:ext cx="11430000" cy="320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Font typeface="Arial"/>
              <a:buNone/>
              <a:defRPr sz="2000" i="0">
                <a:solidFill>
                  <a:schemeClr val="dk1"/>
                </a:solidFill>
                <a:latin typeface="Arial"/>
                <a:ea typeface="Arial"/>
                <a:cs typeface="Arial"/>
                <a:sym typeface="Arial"/>
              </a:defRPr>
            </a:lvl1pPr>
            <a:lvl2pPr marL="914400" lvl="1" indent="-228600" algn="l">
              <a:lnSpc>
                <a:spcPct val="100000"/>
              </a:lnSpc>
              <a:spcBef>
                <a:spcPts val="600"/>
              </a:spcBef>
              <a:spcAft>
                <a:spcPts val="0"/>
              </a:spcAft>
              <a:buSzPts val="2400"/>
              <a:buNone/>
              <a:defRPr sz="2400">
                <a:solidFill>
                  <a:srgbClr val="595959"/>
                </a:solidFill>
              </a:defRPr>
            </a:lvl2pPr>
            <a:lvl3pPr marL="1371600" lvl="2" indent="-228600" algn="l">
              <a:lnSpc>
                <a:spcPct val="100000"/>
              </a:lnSpc>
              <a:spcBef>
                <a:spcPts val="600"/>
              </a:spcBef>
              <a:spcAft>
                <a:spcPts val="0"/>
              </a:spcAft>
              <a:buSzPts val="2400"/>
              <a:buNone/>
              <a:defRPr sz="2400">
                <a:solidFill>
                  <a:srgbClr val="595959"/>
                </a:solidFill>
              </a:defRPr>
            </a:lvl3pPr>
            <a:lvl4pPr marL="1828800" lvl="3" indent="-228600" algn="l">
              <a:lnSpc>
                <a:spcPct val="100000"/>
              </a:lnSpc>
              <a:spcBef>
                <a:spcPts val="600"/>
              </a:spcBef>
              <a:spcAft>
                <a:spcPts val="0"/>
              </a:spcAft>
              <a:buSzPts val="2400"/>
              <a:buNone/>
              <a:defRPr sz="2400">
                <a:solidFill>
                  <a:srgbClr val="595959"/>
                </a:solidFill>
              </a:defRPr>
            </a:lvl4pPr>
            <a:lvl5pPr marL="2286000" lvl="4" indent="-228600" algn="l">
              <a:lnSpc>
                <a:spcPct val="100000"/>
              </a:lnSpc>
              <a:spcBef>
                <a:spcPts val="300"/>
              </a:spcBef>
              <a:spcAft>
                <a:spcPts val="0"/>
              </a:spcAft>
              <a:buSzPts val="2400"/>
              <a:buNone/>
              <a:defRPr sz="2400">
                <a:solidFill>
                  <a:srgbClr val="595959"/>
                </a:solidFill>
              </a:defRPr>
            </a:lvl5pPr>
            <a:lvl6pPr marL="2743200" lvl="5" indent="-228600" algn="l">
              <a:lnSpc>
                <a:spcPct val="100000"/>
              </a:lnSpc>
              <a:spcBef>
                <a:spcPts val="300"/>
              </a:spcBef>
              <a:spcAft>
                <a:spcPts val="0"/>
              </a:spcAft>
              <a:buSzPts val="2400"/>
              <a:buNone/>
              <a:defRPr sz="2400">
                <a:solidFill>
                  <a:srgbClr val="595959"/>
                </a:solidFill>
              </a:defRPr>
            </a:lvl6pPr>
            <a:lvl7pPr marL="3200400" lvl="6" indent="-228600" algn="l">
              <a:lnSpc>
                <a:spcPct val="100000"/>
              </a:lnSpc>
              <a:spcBef>
                <a:spcPts val="300"/>
              </a:spcBef>
              <a:spcAft>
                <a:spcPts val="0"/>
              </a:spcAft>
              <a:buSzPts val="2400"/>
              <a:buNone/>
              <a:defRPr sz="2400">
                <a:solidFill>
                  <a:srgbClr val="595959"/>
                </a:solidFill>
              </a:defRPr>
            </a:lvl7pPr>
            <a:lvl8pPr marL="3657600" lvl="7" indent="-228600" algn="l">
              <a:lnSpc>
                <a:spcPct val="100000"/>
              </a:lnSpc>
              <a:spcBef>
                <a:spcPts val="300"/>
              </a:spcBef>
              <a:spcAft>
                <a:spcPts val="0"/>
              </a:spcAft>
              <a:buSzPts val="2400"/>
              <a:buNone/>
              <a:defRPr sz="2400">
                <a:solidFill>
                  <a:srgbClr val="595959"/>
                </a:solidFill>
              </a:defRPr>
            </a:lvl8pPr>
            <a:lvl9pPr marL="4114800" lvl="8" indent="-228600" algn="l">
              <a:lnSpc>
                <a:spcPct val="100000"/>
              </a:lnSpc>
              <a:spcBef>
                <a:spcPts val="300"/>
              </a:spcBef>
              <a:spcAft>
                <a:spcPts val="300"/>
              </a:spcAft>
              <a:buSzPts val="2400"/>
              <a:buNone/>
              <a:defRPr sz="2400">
                <a:solidFill>
                  <a:srgbClr val="595959"/>
                </a:solidFill>
              </a:defRPr>
            </a:lvl9pPr>
          </a:lstStyle>
          <a:p>
            <a:endParaRPr/>
          </a:p>
        </p:txBody>
      </p:sp>
      <p:sp>
        <p:nvSpPr>
          <p:cNvPr id="121" name="Google Shape;121;p26"/>
          <p:cNvSpPr txBox="1">
            <a:spLocks noGrp="1"/>
          </p:cNvSpPr>
          <p:nvPr>
            <p:ph type="body" idx="2"/>
          </p:nvPr>
        </p:nvSpPr>
        <p:spPr>
          <a:xfrm>
            <a:off x="381000" y="1219200"/>
            <a:ext cx="2667000" cy="523036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22" name="Google Shape;122;p26"/>
          <p:cNvSpPr txBox="1">
            <a:spLocks noGrp="1"/>
          </p:cNvSpPr>
          <p:nvPr>
            <p:ph type="body" idx="3"/>
          </p:nvPr>
        </p:nvSpPr>
        <p:spPr>
          <a:xfrm>
            <a:off x="3302000" y="1219200"/>
            <a:ext cx="2667000" cy="523036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23" name="Google Shape;123;p26"/>
          <p:cNvSpPr txBox="1">
            <a:spLocks noGrp="1"/>
          </p:cNvSpPr>
          <p:nvPr>
            <p:ph type="body" idx="4"/>
          </p:nvPr>
        </p:nvSpPr>
        <p:spPr>
          <a:xfrm>
            <a:off x="6223000" y="1219200"/>
            <a:ext cx="2667000" cy="523036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24" name="Google Shape;124;p26"/>
          <p:cNvSpPr txBox="1">
            <a:spLocks noGrp="1"/>
          </p:cNvSpPr>
          <p:nvPr>
            <p:ph type="body" idx="5"/>
          </p:nvPr>
        </p:nvSpPr>
        <p:spPr>
          <a:xfrm>
            <a:off x="9144000" y="1219200"/>
            <a:ext cx="2667000" cy="523036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25" name="Google Shape;125;p26"/>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Gray Bar">
  <p:cSld name="Title and Content Gray Bar">
    <p:spTree>
      <p:nvGrpSpPr>
        <p:cNvPr id="1" name="Shape 126"/>
        <p:cNvGrpSpPr/>
        <p:nvPr/>
      </p:nvGrpSpPr>
      <p:grpSpPr>
        <a:xfrm>
          <a:off x="0" y="0"/>
          <a:ext cx="0" cy="0"/>
          <a:chOff x="0" y="0"/>
          <a:chExt cx="0" cy="0"/>
        </a:xfrm>
      </p:grpSpPr>
      <p:sp>
        <p:nvSpPr>
          <p:cNvPr id="127" name="Google Shape;127;p27"/>
          <p:cNvSpPr txBox="1">
            <a:spLocks noGrp="1"/>
          </p:cNvSpPr>
          <p:nvPr>
            <p:ph type="title"/>
          </p:nvPr>
        </p:nvSpPr>
        <p:spPr>
          <a:xfrm>
            <a:off x="379288" y="166710"/>
            <a:ext cx="11431708"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 name="Google Shape;128;p27"/>
          <p:cNvSpPr/>
          <p:nvPr/>
        </p:nvSpPr>
        <p:spPr>
          <a:xfrm>
            <a:off x="2" y="942975"/>
            <a:ext cx="12191998" cy="5510213"/>
          </a:xfrm>
          <a:prstGeom prst="rect">
            <a:avLst/>
          </a:prstGeom>
          <a:solidFill>
            <a:srgbClr val="DFE2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7"/>
          <p:cNvSpPr txBox="1">
            <a:spLocks noGrp="1"/>
          </p:cNvSpPr>
          <p:nvPr>
            <p:ph type="body" idx="1"/>
          </p:nvPr>
        </p:nvSpPr>
        <p:spPr>
          <a:xfrm>
            <a:off x="379288" y="1219200"/>
            <a:ext cx="11433418" cy="4943475"/>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30200" algn="l">
              <a:lnSpc>
                <a:spcPct val="100000"/>
              </a:lnSpc>
              <a:spcBef>
                <a:spcPts val="600"/>
              </a:spcBef>
              <a:spcAft>
                <a:spcPts val="0"/>
              </a:spcAft>
              <a:buSzPts val="1600"/>
              <a:buChar char="–"/>
              <a:defRPr/>
            </a:lvl3pPr>
            <a:lvl4pPr marL="1828800" lvl="3" indent="-317500" algn="l">
              <a:lnSpc>
                <a:spcPct val="100000"/>
              </a:lnSpc>
              <a:spcBef>
                <a:spcPts val="600"/>
              </a:spcBef>
              <a:spcAft>
                <a:spcPts val="0"/>
              </a:spcAft>
              <a:buSzPts val="14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30" name="Google Shape;130;p27"/>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ubtitle and Content Gray Bar">
  <p:cSld name="Title Subtitle and Content Gray Bar">
    <p:spTree>
      <p:nvGrpSpPr>
        <p:cNvPr id="1" name="Shape 131"/>
        <p:cNvGrpSpPr/>
        <p:nvPr/>
      </p:nvGrpSpPr>
      <p:grpSpPr>
        <a:xfrm>
          <a:off x="0" y="0"/>
          <a:ext cx="0" cy="0"/>
          <a:chOff x="0" y="0"/>
          <a:chExt cx="0" cy="0"/>
        </a:xfrm>
      </p:grpSpPr>
      <p:sp>
        <p:nvSpPr>
          <p:cNvPr id="132" name="Google Shape;132;p28"/>
          <p:cNvSpPr txBox="1">
            <a:spLocks noGrp="1"/>
          </p:cNvSpPr>
          <p:nvPr>
            <p:ph type="title"/>
          </p:nvPr>
        </p:nvSpPr>
        <p:spPr>
          <a:xfrm>
            <a:off x="381000" y="166710"/>
            <a:ext cx="11430000"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28"/>
          <p:cNvSpPr txBox="1">
            <a:spLocks noGrp="1"/>
          </p:cNvSpPr>
          <p:nvPr>
            <p:ph type="body" idx="1"/>
          </p:nvPr>
        </p:nvSpPr>
        <p:spPr>
          <a:xfrm>
            <a:off x="381000" y="661035"/>
            <a:ext cx="11430000" cy="320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Font typeface="Arial"/>
              <a:buNone/>
              <a:defRPr sz="2000" i="0">
                <a:solidFill>
                  <a:schemeClr val="dk1"/>
                </a:solidFill>
                <a:latin typeface="Arial"/>
                <a:ea typeface="Arial"/>
                <a:cs typeface="Arial"/>
                <a:sym typeface="Arial"/>
              </a:defRPr>
            </a:lvl1pPr>
            <a:lvl2pPr marL="914400" lvl="1" indent="-228600" algn="l">
              <a:lnSpc>
                <a:spcPct val="100000"/>
              </a:lnSpc>
              <a:spcBef>
                <a:spcPts val="600"/>
              </a:spcBef>
              <a:spcAft>
                <a:spcPts val="0"/>
              </a:spcAft>
              <a:buSzPts val="2400"/>
              <a:buNone/>
              <a:defRPr sz="2400">
                <a:solidFill>
                  <a:srgbClr val="595959"/>
                </a:solidFill>
              </a:defRPr>
            </a:lvl2pPr>
            <a:lvl3pPr marL="1371600" lvl="2" indent="-228600" algn="l">
              <a:lnSpc>
                <a:spcPct val="100000"/>
              </a:lnSpc>
              <a:spcBef>
                <a:spcPts val="600"/>
              </a:spcBef>
              <a:spcAft>
                <a:spcPts val="0"/>
              </a:spcAft>
              <a:buSzPts val="2400"/>
              <a:buNone/>
              <a:defRPr sz="2400">
                <a:solidFill>
                  <a:srgbClr val="595959"/>
                </a:solidFill>
              </a:defRPr>
            </a:lvl3pPr>
            <a:lvl4pPr marL="1828800" lvl="3" indent="-228600" algn="l">
              <a:lnSpc>
                <a:spcPct val="100000"/>
              </a:lnSpc>
              <a:spcBef>
                <a:spcPts val="600"/>
              </a:spcBef>
              <a:spcAft>
                <a:spcPts val="0"/>
              </a:spcAft>
              <a:buSzPts val="2400"/>
              <a:buNone/>
              <a:defRPr sz="2400">
                <a:solidFill>
                  <a:srgbClr val="595959"/>
                </a:solidFill>
              </a:defRPr>
            </a:lvl4pPr>
            <a:lvl5pPr marL="2286000" lvl="4" indent="-228600" algn="l">
              <a:lnSpc>
                <a:spcPct val="100000"/>
              </a:lnSpc>
              <a:spcBef>
                <a:spcPts val="300"/>
              </a:spcBef>
              <a:spcAft>
                <a:spcPts val="0"/>
              </a:spcAft>
              <a:buSzPts val="2400"/>
              <a:buNone/>
              <a:defRPr sz="2400">
                <a:solidFill>
                  <a:srgbClr val="595959"/>
                </a:solidFill>
              </a:defRPr>
            </a:lvl5pPr>
            <a:lvl6pPr marL="2743200" lvl="5" indent="-228600" algn="l">
              <a:lnSpc>
                <a:spcPct val="100000"/>
              </a:lnSpc>
              <a:spcBef>
                <a:spcPts val="300"/>
              </a:spcBef>
              <a:spcAft>
                <a:spcPts val="0"/>
              </a:spcAft>
              <a:buSzPts val="2400"/>
              <a:buNone/>
              <a:defRPr sz="2400">
                <a:solidFill>
                  <a:srgbClr val="595959"/>
                </a:solidFill>
              </a:defRPr>
            </a:lvl6pPr>
            <a:lvl7pPr marL="3200400" lvl="6" indent="-228600" algn="l">
              <a:lnSpc>
                <a:spcPct val="100000"/>
              </a:lnSpc>
              <a:spcBef>
                <a:spcPts val="300"/>
              </a:spcBef>
              <a:spcAft>
                <a:spcPts val="0"/>
              </a:spcAft>
              <a:buSzPts val="2400"/>
              <a:buNone/>
              <a:defRPr sz="2400">
                <a:solidFill>
                  <a:srgbClr val="595959"/>
                </a:solidFill>
              </a:defRPr>
            </a:lvl7pPr>
            <a:lvl8pPr marL="3657600" lvl="7" indent="-228600" algn="l">
              <a:lnSpc>
                <a:spcPct val="100000"/>
              </a:lnSpc>
              <a:spcBef>
                <a:spcPts val="300"/>
              </a:spcBef>
              <a:spcAft>
                <a:spcPts val="0"/>
              </a:spcAft>
              <a:buSzPts val="2400"/>
              <a:buNone/>
              <a:defRPr sz="2400">
                <a:solidFill>
                  <a:srgbClr val="595959"/>
                </a:solidFill>
              </a:defRPr>
            </a:lvl8pPr>
            <a:lvl9pPr marL="4114800" lvl="8" indent="-228600" algn="l">
              <a:lnSpc>
                <a:spcPct val="100000"/>
              </a:lnSpc>
              <a:spcBef>
                <a:spcPts val="300"/>
              </a:spcBef>
              <a:spcAft>
                <a:spcPts val="300"/>
              </a:spcAft>
              <a:buSzPts val="2400"/>
              <a:buNone/>
              <a:defRPr sz="2400">
                <a:solidFill>
                  <a:srgbClr val="595959"/>
                </a:solidFill>
              </a:defRPr>
            </a:lvl9pPr>
          </a:lstStyle>
          <a:p>
            <a:endParaRPr/>
          </a:p>
        </p:txBody>
      </p:sp>
      <p:sp>
        <p:nvSpPr>
          <p:cNvPr id="134" name="Google Shape;134;p28"/>
          <p:cNvSpPr/>
          <p:nvPr/>
        </p:nvSpPr>
        <p:spPr>
          <a:xfrm>
            <a:off x="2" y="1219200"/>
            <a:ext cx="12191998" cy="5233988"/>
          </a:xfrm>
          <a:prstGeom prst="rect">
            <a:avLst/>
          </a:prstGeom>
          <a:solidFill>
            <a:srgbClr val="DFE2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8"/>
          <p:cNvSpPr txBox="1">
            <a:spLocks noGrp="1"/>
          </p:cNvSpPr>
          <p:nvPr>
            <p:ph type="body" idx="2"/>
          </p:nvPr>
        </p:nvSpPr>
        <p:spPr>
          <a:xfrm>
            <a:off x="381000" y="1493838"/>
            <a:ext cx="11429994" cy="4668837"/>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30200" algn="l">
              <a:lnSpc>
                <a:spcPct val="100000"/>
              </a:lnSpc>
              <a:spcBef>
                <a:spcPts val="600"/>
              </a:spcBef>
              <a:spcAft>
                <a:spcPts val="0"/>
              </a:spcAft>
              <a:buSzPts val="1600"/>
              <a:buChar char="–"/>
              <a:defRPr/>
            </a:lvl3pPr>
            <a:lvl4pPr marL="1828800" lvl="3" indent="-317500" algn="l">
              <a:lnSpc>
                <a:spcPct val="100000"/>
              </a:lnSpc>
              <a:spcBef>
                <a:spcPts val="600"/>
              </a:spcBef>
              <a:spcAft>
                <a:spcPts val="0"/>
              </a:spcAft>
              <a:buSzPts val="14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36" name="Google Shape;136;p28"/>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ubtitle and Gray Bar">
  <p:cSld name="Title Subtitle and Gray Bar">
    <p:spTree>
      <p:nvGrpSpPr>
        <p:cNvPr id="1" name="Shape 137"/>
        <p:cNvGrpSpPr/>
        <p:nvPr/>
      </p:nvGrpSpPr>
      <p:grpSpPr>
        <a:xfrm>
          <a:off x="0" y="0"/>
          <a:ext cx="0" cy="0"/>
          <a:chOff x="0" y="0"/>
          <a:chExt cx="0" cy="0"/>
        </a:xfrm>
      </p:grpSpPr>
      <p:sp>
        <p:nvSpPr>
          <p:cNvPr id="138" name="Google Shape;138;p29"/>
          <p:cNvSpPr txBox="1">
            <a:spLocks noGrp="1"/>
          </p:cNvSpPr>
          <p:nvPr>
            <p:ph type="title"/>
          </p:nvPr>
        </p:nvSpPr>
        <p:spPr>
          <a:xfrm>
            <a:off x="381000" y="166710"/>
            <a:ext cx="11430000"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29"/>
          <p:cNvSpPr txBox="1">
            <a:spLocks noGrp="1"/>
          </p:cNvSpPr>
          <p:nvPr>
            <p:ph type="body" idx="1"/>
          </p:nvPr>
        </p:nvSpPr>
        <p:spPr>
          <a:xfrm>
            <a:off x="381000" y="658835"/>
            <a:ext cx="11430000" cy="320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Font typeface="Arial"/>
              <a:buNone/>
              <a:defRPr sz="2000" i="0">
                <a:solidFill>
                  <a:schemeClr val="dk1"/>
                </a:solidFill>
                <a:latin typeface="Arial"/>
                <a:ea typeface="Arial"/>
                <a:cs typeface="Arial"/>
                <a:sym typeface="Arial"/>
              </a:defRPr>
            </a:lvl1pPr>
            <a:lvl2pPr marL="914400" lvl="1" indent="-228600" algn="l">
              <a:lnSpc>
                <a:spcPct val="100000"/>
              </a:lnSpc>
              <a:spcBef>
                <a:spcPts val="600"/>
              </a:spcBef>
              <a:spcAft>
                <a:spcPts val="0"/>
              </a:spcAft>
              <a:buSzPts val="2400"/>
              <a:buNone/>
              <a:defRPr sz="2400">
                <a:solidFill>
                  <a:srgbClr val="595959"/>
                </a:solidFill>
              </a:defRPr>
            </a:lvl2pPr>
            <a:lvl3pPr marL="1371600" lvl="2" indent="-228600" algn="l">
              <a:lnSpc>
                <a:spcPct val="100000"/>
              </a:lnSpc>
              <a:spcBef>
                <a:spcPts val="600"/>
              </a:spcBef>
              <a:spcAft>
                <a:spcPts val="0"/>
              </a:spcAft>
              <a:buSzPts val="2400"/>
              <a:buNone/>
              <a:defRPr sz="2400">
                <a:solidFill>
                  <a:srgbClr val="595959"/>
                </a:solidFill>
              </a:defRPr>
            </a:lvl3pPr>
            <a:lvl4pPr marL="1828800" lvl="3" indent="-228600" algn="l">
              <a:lnSpc>
                <a:spcPct val="100000"/>
              </a:lnSpc>
              <a:spcBef>
                <a:spcPts val="600"/>
              </a:spcBef>
              <a:spcAft>
                <a:spcPts val="0"/>
              </a:spcAft>
              <a:buSzPts val="2400"/>
              <a:buNone/>
              <a:defRPr sz="2400">
                <a:solidFill>
                  <a:srgbClr val="595959"/>
                </a:solidFill>
              </a:defRPr>
            </a:lvl4pPr>
            <a:lvl5pPr marL="2286000" lvl="4" indent="-228600" algn="l">
              <a:lnSpc>
                <a:spcPct val="100000"/>
              </a:lnSpc>
              <a:spcBef>
                <a:spcPts val="300"/>
              </a:spcBef>
              <a:spcAft>
                <a:spcPts val="0"/>
              </a:spcAft>
              <a:buSzPts val="2400"/>
              <a:buNone/>
              <a:defRPr sz="2400">
                <a:solidFill>
                  <a:srgbClr val="595959"/>
                </a:solidFill>
              </a:defRPr>
            </a:lvl5pPr>
            <a:lvl6pPr marL="2743200" lvl="5" indent="-228600" algn="l">
              <a:lnSpc>
                <a:spcPct val="100000"/>
              </a:lnSpc>
              <a:spcBef>
                <a:spcPts val="300"/>
              </a:spcBef>
              <a:spcAft>
                <a:spcPts val="0"/>
              </a:spcAft>
              <a:buSzPts val="2400"/>
              <a:buNone/>
              <a:defRPr sz="2400">
                <a:solidFill>
                  <a:srgbClr val="595959"/>
                </a:solidFill>
              </a:defRPr>
            </a:lvl6pPr>
            <a:lvl7pPr marL="3200400" lvl="6" indent="-228600" algn="l">
              <a:lnSpc>
                <a:spcPct val="100000"/>
              </a:lnSpc>
              <a:spcBef>
                <a:spcPts val="300"/>
              </a:spcBef>
              <a:spcAft>
                <a:spcPts val="0"/>
              </a:spcAft>
              <a:buSzPts val="2400"/>
              <a:buNone/>
              <a:defRPr sz="2400">
                <a:solidFill>
                  <a:srgbClr val="595959"/>
                </a:solidFill>
              </a:defRPr>
            </a:lvl7pPr>
            <a:lvl8pPr marL="3657600" lvl="7" indent="-228600" algn="l">
              <a:lnSpc>
                <a:spcPct val="100000"/>
              </a:lnSpc>
              <a:spcBef>
                <a:spcPts val="300"/>
              </a:spcBef>
              <a:spcAft>
                <a:spcPts val="0"/>
              </a:spcAft>
              <a:buSzPts val="2400"/>
              <a:buNone/>
              <a:defRPr sz="2400">
                <a:solidFill>
                  <a:srgbClr val="595959"/>
                </a:solidFill>
              </a:defRPr>
            </a:lvl8pPr>
            <a:lvl9pPr marL="4114800" lvl="8" indent="-228600" algn="l">
              <a:lnSpc>
                <a:spcPct val="100000"/>
              </a:lnSpc>
              <a:spcBef>
                <a:spcPts val="300"/>
              </a:spcBef>
              <a:spcAft>
                <a:spcPts val="300"/>
              </a:spcAft>
              <a:buSzPts val="2400"/>
              <a:buNone/>
              <a:defRPr sz="2400">
                <a:solidFill>
                  <a:srgbClr val="595959"/>
                </a:solidFill>
              </a:defRPr>
            </a:lvl9pPr>
          </a:lstStyle>
          <a:p>
            <a:endParaRPr/>
          </a:p>
        </p:txBody>
      </p:sp>
      <p:sp>
        <p:nvSpPr>
          <p:cNvPr id="140" name="Google Shape;140;p29"/>
          <p:cNvSpPr/>
          <p:nvPr/>
        </p:nvSpPr>
        <p:spPr>
          <a:xfrm>
            <a:off x="0" y="1219200"/>
            <a:ext cx="12191998" cy="5233988"/>
          </a:xfrm>
          <a:prstGeom prst="rect">
            <a:avLst/>
          </a:prstGeom>
          <a:solidFill>
            <a:srgbClr val="DFE2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9"/>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ubtitle Content Weighted Right">
  <p:cSld name="Title Subtitle Content Weighted Right">
    <p:spTree>
      <p:nvGrpSpPr>
        <p:cNvPr id="1" name="Shape 142"/>
        <p:cNvGrpSpPr/>
        <p:nvPr/>
      </p:nvGrpSpPr>
      <p:grpSpPr>
        <a:xfrm>
          <a:off x="0" y="0"/>
          <a:ext cx="0" cy="0"/>
          <a:chOff x="0" y="0"/>
          <a:chExt cx="0" cy="0"/>
        </a:xfrm>
      </p:grpSpPr>
      <p:sp>
        <p:nvSpPr>
          <p:cNvPr id="143" name="Google Shape;143;p30"/>
          <p:cNvSpPr/>
          <p:nvPr/>
        </p:nvSpPr>
        <p:spPr>
          <a:xfrm>
            <a:off x="-2" y="-1"/>
            <a:ext cx="4021139" cy="6858000"/>
          </a:xfrm>
          <a:prstGeom prst="rect">
            <a:avLst/>
          </a:prstGeom>
          <a:solidFill>
            <a:srgbClr val="DFE2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0"/>
          <p:cNvSpPr txBox="1">
            <a:spLocks noGrp="1"/>
          </p:cNvSpPr>
          <p:nvPr>
            <p:ph type="title"/>
          </p:nvPr>
        </p:nvSpPr>
        <p:spPr>
          <a:xfrm>
            <a:off x="4275139" y="166710"/>
            <a:ext cx="7535861"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30"/>
          <p:cNvSpPr txBox="1">
            <a:spLocks noGrp="1"/>
          </p:cNvSpPr>
          <p:nvPr>
            <p:ph type="body" idx="1"/>
          </p:nvPr>
        </p:nvSpPr>
        <p:spPr>
          <a:xfrm>
            <a:off x="4275139" y="658835"/>
            <a:ext cx="7535861" cy="320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Font typeface="Arial"/>
              <a:buNone/>
              <a:defRPr sz="2000" i="0">
                <a:solidFill>
                  <a:schemeClr val="dk1"/>
                </a:solidFill>
                <a:latin typeface="Arial"/>
                <a:ea typeface="Arial"/>
                <a:cs typeface="Arial"/>
                <a:sym typeface="Arial"/>
              </a:defRPr>
            </a:lvl1pPr>
            <a:lvl2pPr marL="914400" lvl="1" indent="-228600" algn="l">
              <a:lnSpc>
                <a:spcPct val="100000"/>
              </a:lnSpc>
              <a:spcBef>
                <a:spcPts val="600"/>
              </a:spcBef>
              <a:spcAft>
                <a:spcPts val="0"/>
              </a:spcAft>
              <a:buSzPts val="2400"/>
              <a:buFont typeface="Arial"/>
              <a:buNone/>
              <a:defRPr sz="2400">
                <a:solidFill>
                  <a:srgbClr val="595959"/>
                </a:solidFill>
              </a:defRPr>
            </a:lvl2pPr>
            <a:lvl3pPr marL="1371600" lvl="2" indent="-228600" algn="l">
              <a:lnSpc>
                <a:spcPct val="100000"/>
              </a:lnSpc>
              <a:spcBef>
                <a:spcPts val="600"/>
              </a:spcBef>
              <a:spcAft>
                <a:spcPts val="0"/>
              </a:spcAft>
              <a:buSzPts val="2400"/>
              <a:buFont typeface="Arial"/>
              <a:buNone/>
              <a:defRPr sz="2400">
                <a:solidFill>
                  <a:srgbClr val="595959"/>
                </a:solidFill>
              </a:defRPr>
            </a:lvl3pPr>
            <a:lvl4pPr marL="1828800" lvl="3" indent="-228600" algn="l">
              <a:lnSpc>
                <a:spcPct val="100000"/>
              </a:lnSpc>
              <a:spcBef>
                <a:spcPts val="600"/>
              </a:spcBef>
              <a:spcAft>
                <a:spcPts val="0"/>
              </a:spcAft>
              <a:buSzPts val="2400"/>
              <a:buFont typeface="Arial"/>
              <a:buNone/>
              <a:defRPr sz="2400">
                <a:solidFill>
                  <a:srgbClr val="595959"/>
                </a:solidFill>
              </a:defRPr>
            </a:lvl4pPr>
            <a:lvl5pPr marL="2286000" lvl="4" indent="-228600" algn="l">
              <a:lnSpc>
                <a:spcPct val="100000"/>
              </a:lnSpc>
              <a:spcBef>
                <a:spcPts val="300"/>
              </a:spcBef>
              <a:spcAft>
                <a:spcPts val="0"/>
              </a:spcAft>
              <a:buSzPts val="2400"/>
              <a:buFont typeface="Arial"/>
              <a:buNone/>
              <a:defRPr sz="2400">
                <a:solidFill>
                  <a:srgbClr val="595959"/>
                </a:solidFill>
              </a:defRPr>
            </a:lvl5pPr>
            <a:lvl6pPr marL="2743200" lvl="5" indent="-228600" algn="l">
              <a:lnSpc>
                <a:spcPct val="100000"/>
              </a:lnSpc>
              <a:spcBef>
                <a:spcPts val="300"/>
              </a:spcBef>
              <a:spcAft>
                <a:spcPts val="0"/>
              </a:spcAft>
              <a:buSzPts val="2400"/>
              <a:buFont typeface="Arial"/>
              <a:buNone/>
              <a:defRPr sz="2400">
                <a:solidFill>
                  <a:srgbClr val="595959"/>
                </a:solidFill>
              </a:defRPr>
            </a:lvl6pPr>
            <a:lvl7pPr marL="3200400" lvl="6" indent="-228600" algn="l">
              <a:lnSpc>
                <a:spcPct val="100000"/>
              </a:lnSpc>
              <a:spcBef>
                <a:spcPts val="300"/>
              </a:spcBef>
              <a:spcAft>
                <a:spcPts val="0"/>
              </a:spcAft>
              <a:buSzPts val="2400"/>
              <a:buFont typeface="Arial"/>
              <a:buNone/>
              <a:defRPr sz="2400">
                <a:solidFill>
                  <a:srgbClr val="595959"/>
                </a:solidFill>
              </a:defRPr>
            </a:lvl7pPr>
            <a:lvl8pPr marL="3657600" lvl="7" indent="-228600" algn="l">
              <a:lnSpc>
                <a:spcPct val="100000"/>
              </a:lnSpc>
              <a:spcBef>
                <a:spcPts val="300"/>
              </a:spcBef>
              <a:spcAft>
                <a:spcPts val="0"/>
              </a:spcAft>
              <a:buSzPts val="2400"/>
              <a:buFont typeface="Arial"/>
              <a:buNone/>
              <a:defRPr sz="2400">
                <a:solidFill>
                  <a:srgbClr val="595959"/>
                </a:solidFill>
              </a:defRPr>
            </a:lvl8pPr>
            <a:lvl9pPr marL="4114800" lvl="8" indent="-228600" algn="l">
              <a:lnSpc>
                <a:spcPct val="100000"/>
              </a:lnSpc>
              <a:spcBef>
                <a:spcPts val="300"/>
              </a:spcBef>
              <a:spcAft>
                <a:spcPts val="300"/>
              </a:spcAft>
              <a:buSzPts val="2400"/>
              <a:buFont typeface="Arial"/>
              <a:buNone/>
              <a:defRPr sz="2400">
                <a:solidFill>
                  <a:srgbClr val="595959"/>
                </a:solidFill>
              </a:defRPr>
            </a:lvl9pPr>
          </a:lstStyle>
          <a:p>
            <a:endParaRPr/>
          </a:p>
        </p:txBody>
      </p:sp>
      <p:sp>
        <p:nvSpPr>
          <p:cNvPr id="146" name="Google Shape;146;p30"/>
          <p:cNvSpPr txBox="1">
            <a:spLocks noGrp="1"/>
          </p:cNvSpPr>
          <p:nvPr>
            <p:ph type="body" idx="2"/>
          </p:nvPr>
        </p:nvSpPr>
        <p:spPr>
          <a:xfrm>
            <a:off x="4275138" y="1219200"/>
            <a:ext cx="7535861" cy="523398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30200" algn="l">
              <a:lnSpc>
                <a:spcPct val="100000"/>
              </a:lnSpc>
              <a:spcBef>
                <a:spcPts val="600"/>
              </a:spcBef>
              <a:spcAft>
                <a:spcPts val="0"/>
              </a:spcAft>
              <a:buSzPts val="16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47" name="Google Shape;147;p30"/>
          <p:cNvSpPr txBox="1">
            <a:spLocks noGrp="1"/>
          </p:cNvSpPr>
          <p:nvPr>
            <p:ph type="body" idx="3"/>
          </p:nvPr>
        </p:nvSpPr>
        <p:spPr>
          <a:xfrm>
            <a:off x="381000" y="254000"/>
            <a:ext cx="3374135" cy="6199188"/>
          </a:xfrm>
          <a:prstGeom prst="rect">
            <a:avLst/>
          </a:prstGeom>
          <a:noFill/>
          <a:ln>
            <a:noFill/>
          </a:ln>
        </p:spPr>
        <p:txBody>
          <a:bodyPr spcFirstLastPara="1" wrap="square" lIns="0" tIns="0" rIns="0" bIns="0" anchor="ctr" anchorCtr="0">
            <a:noAutofit/>
          </a:bodyPr>
          <a:lstStyle>
            <a:lvl1pPr marL="457200" lvl="0" indent="-355600" algn="l">
              <a:lnSpc>
                <a:spcPct val="100000"/>
              </a:lnSpc>
              <a:spcBef>
                <a:spcPts val="1200"/>
              </a:spcBef>
              <a:spcAft>
                <a:spcPts val="0"/>
              </a:spcAft>
              <a:buSzPts val="2000"/>
              <a:buFont typeface="Arial"/>
              <a:buChar char="•"/>
              <a:defRPr sz="2000"/>
            </a:lvl1pPr>
            <a:lvl2pPr marL="914400" lvl="1" indent="-342900" algn="l">
              <a:lnSpc>
                <a:spcPct val="100000"/>
              </a:lnSpc>
              <a:spcBef>
                <a:spcPts val="600"/>
              </a:spcBef>
              <a:spcAft>
                <a:spcPts val="0"/>
              </a:spcAft>
              <a:buSzPts val="1800"/>
              <a:buFont typeface="Arial"/>
              <a:buChar char="–"/>
              <a:defRPr sz="1800"/>
            </a:lvl2pPr>
            <a:lvl3pPr marL="1371600" lvl="2" indent="-330200" algn="l">
              <a:lnSpc>
                <a:spcPct val="100000"/>
              </a:lnSpc>
              <a:spcBef>
                <a:spcPts val="600"/>
              </a:spcBef>
              <a:spcAft>
                <a:spcPts val="0"/>
              </a:spcAft>
              <a:buSzPts val="1600"/>
              <a:buFont typeface="Arial"/>
              <a:buChar char="–"/>
              <a:defRPr sz="1600"/>
            </a:lvl3pPr>
            <a:lvl4pPr marL="1828800" lvl="3" indent="-317500" algn="l">
              <a:lnSpc>
                <a:spcPct val="100000"/>
              </a:lnSpc>
              <a:spcBef>
                <a:spcPts val="600"/>
              </a:spcBef>
              <a:spcAft>
                <a:spcPts val="0"/>
              </a:spcAft>
              <a:buSzPts val="1400"/>
              <a:buFont typeface="Arial"/>
              <a:buChar char="–"/>
              <a:defRPr sz="1400"/>
            </a:lvl4pPr>
            <a:lvl5pPr marL="2286000" lvl="4" indent="-317500" algn="l">
              <a:lnSpc>
                <a:spcPct val="100000"/>
              </a:lnSpc>
              <a:spcBef>
                <a:spcPts val="300"/>
              </a:spcBef>
              <a:spcAft>
                <a:spcPts val="0"/>
              </a:spcAft>
              <a:buSzPts val="1400"/>
              <a:buFont typeface="Arial"/>
              <a:buChar char="–"/>
              <a:defRPr sz="1400"/>
            </a:lvl5pPr>
            <a:lvl6pPr marL="2743200" lvl="5" indent="-317500" algn="l">
              <a:lnSpc>
                <a:spcPct val="100000"/>
              </a:lnSpc>
              <a:spcBef>
                <a:spcPts val="300"/>
              </a:spcBef>
              <a:spcAft>
                <a:spcPts val="0"/>
              </a:spcAft>
              <a:buSzPts val="1400"/>
              <a:buFont typeface="Arial"/>
              <a:buChar char="–"/>
              <a:defRPr sz="1400"/>
            </a:lvl6pPr>
            <a:lvl7pPr marL="3200400" lvl="6" indent="-317500" algn="l">
              <a:lnSpc>
                <a:spcPct val="100000"/>
              </a:lnSpc>
              <a:spcBef>
                <a:spcPts val="300"/>
              </a:spcBef>
              <a:spcAft>
                <a:spcPts val="0"/>
              </a:spcAft>
              <a:buSzPts val="1400"/>
              <a:buFont typeface="Arial"/>
              <a:buChar char="–"/>
              <a:defRPr sz="1400"/>
            </a:lvl7pPr>
            <a:lvl8pPr marL="3657600" lvl="7" indent="-317500" algn="l">
              <a:lnSpc>
                <a:spcPct val="100000"/>
              </a:lnSpc>
              <a:spcBef>
                <a:spcPts val="300"/>
              </a:spcBef>
              <a:spcAft>
                <a:spcPts val="0"/>
              </a:spcAft>
              <a:buSzPts val="1400"/>
              <a:buFont typeface="Arial"/>
              <a:buChar char="–"/>
              <a:defRPr sz="1400"/>
            </a:lvl8pPr>
            <a:lvl9pPr marL="4114800" lvl="8" indent="-317500" algn="l">
              <a:lnSpc>
                <a:spcPct val="100000"/>
              </a:lnSpc>
              <a:spcBef>
                <a:spcPts val="300"/>
              </a:spcBef>
              <a:spcAft>
                <a:spcPts val="300"/>
              </a:spcAft>
              <a:buSzPts val="1400"/>
              <a:buFont typeface="Arial"/>
              <a:buChar char="–"/>
              <a:defRPr sz="1400"/>
            </a:lvl9pPr>
          </a:lstStyle>
          <a:p>
            <a:endParaRPr/>
          </a:p>
        </p:txBody>
      </p:sp>
      <p:sp>
        <p:nvSpPr>
          <p:cNvPr id="148" name="Google Shape;148;p30"/>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30"/>
          <p:cNvSpPr/>
          <p:nvPr/>
        </p:nvSpPr>
        <p:spPr>
          <a:xfrm>
            <a:off x="255713" y="6603078"/>
            <a:ext cx="629605" cy="137013"/>
          </a:xfrm>
          <a:custGeom>
            <a:avLst/>
            <a:gdLst/>
            <a:ahLst/>
            <a:cxnLst/>
            <a:rect l="l" t="t" r="r" b="b"/>
            <a:pathLst>
              <a:path w="2631852" h="572738" extrusionOk="0">
                <a:moveTo>
                  <a:pt x="183261" y="66961"/>
                </a:moveTo>
                <a:cubicBezTo>
                  <a:pt x="183261" y="49339"/>
                  <a:pt x="174498" y="36195"/>
                  <a:pt x="135541" y="36195"/>
                </a:cubicBezTo>
                <a:cubicBezTo>
                  <a:pt x="96679" y="36195"/>
                  <a:pt x="87820" y="49339"/>
                  <a:pt x="87820" y="66961"/>
                </a:cubicBezTo>
                <a:lnTo>
                  <a:pt x="87820" y="114681"/>
                </a:lnTo>
                <a:cubicBezTo>
                  <a:pt x="87820" y="129159"/>
                  <a:pt x="92869" y="143542"/>
                  <a:pt x="106680" y="155543"/>
                </a:cubicBezTo>
                <a:lnTo>
                  <a:pt x="238506" y="268510"/>
                </a:lnTo>
                <a:cubicBezTo>
                  <a:pt x="257366" y="284226"/>
                  <a:pt x="268605" y="303657"/>
                  <a:pt x="268605" y="323755"/>
                </a:cubicBezTo>
                <a:lnTo>
                  <a:pt x="268605" y="395287"/>
                </a:lnTo>
                <a:cubicBezTo>
                  <a:pt x="268605" y="437960"/>
                  <a:pt x="218408" y="461772"/>
                  <a:pt x="135541" y="461772"/>
                </a:cubicBezTo>
                <a:cubicBezTo>
                  <a:pt x="43910" y="461772"/>
                  <a:pt x="0" y="441103"/>
                  <a:pt x="0" y="395287"/>
                </a:cubicBezTo>
                <a:lnTo>
                  <a:pt x="0" y="333089"/>
                </a:lnTo>
                <a:lnTo>
                  <a:pt x="82868" y="333089"/>
                </a:lnTo>
                <a:lnTo>
                  <a:pt x="82868" y="392716"/>
                </a:lnTo>
                <a:cubicBezTo>
                  <a:pt x="82868" y="414052"/>
                  <a:pt x="99155" y="426625"/>
                  <a:pt x="135541" y="426625"/>
                </a:cubicBezTo>
                <a:cubicBezTo>
                  <a:pt x="169450" y="426625"/>
                  <a:pt x="185738" y="414052"/>
                  <a:pt x="185738" y="392716"/>
                </a:cubicBezTo>
                <a:lnTo>
                  <a:pt x="185738" y="329375"/>
                </a:lnTo>
                <a:cubicBezTo>
                  <a:pt x="185738" y="313658"/>
                  <a:pt x="179451" y="301752"/>
                  <a:pt x="161925" y="286036"/>
                </a:cubicBezTo>
                <a:lnTo>
                  <a:pt x="40100" y="179927"/>
                </a:lnTo>
                <a:cubicBezTo>
                  <a:pt x="17526" y="160496"/>
                  <a:pt x="4953" y="145352"/>
                  <a:pt x="4953" y="122206"/>
                </a:cubicBezTo>
                <a:lnTo>
                  <a:pt x="4953" y="67627"/>
                </a:lnTo>
                <a:cubicBezTo>
                  <a:pt x="4953" y="23051"/>
                  <a:pt x="51435" y="1048"/>
                  <a:pt x="135541" y="1048"/>
                </a:cubicBezTo>
                <a:cubicBezTo>
                  <a:pt x="228410" y="1048"/>
                  <a:pt x="266129" y="23051"/>
                  <a:pt x="266129" y="64484"/>
                </a:cubicBezTo>
                <a:lnTo>
                  <a:pt x="266129" y="122206"/>
                </a:lnTo>
                <a:lnTo>
                  <a:pt x="183261" y="122206"/>
                </a:lnTo>
                <a:lnTo>
                  <a:pt x="183261" y="66961"/>
                </a:lnTo>
                <a:close/>
                <a:moveTo>
                  <a:pt x="982218" y="76581"/>
                </a:moveTo>
                <a:cubicBezTo>
                  <a:pt x="982218" y="32004"/>
                  <a:pt x="1016127" y="0"/>
                  <a:pt x="1127855" y="0"/>
                </a:cubicBezTo>
                <a:cubicBezTo>
                  <a:pt x="1239583" y="0"/>
                  <a:pt x="1273493" y="32004"/>
                  <a:pt x="1273493" y="76581"/>
                </a:cubicBezTo>
                <a:lnTo>
                  <a:pt x="1273493" y="384143"/>
                </a:lnTo>
                <a:cubicBezTo>
                  <a:pt x="1273493" y="428720"/>
                  <a:pt x="1239583" y="460724"/>
                  <a:pt x="1127855" y="460724"/>
                </a:cubicBezTo>
                <a:cubicBezTo>
                  <a:pt x="1016127" y="460724"/>
                  <a:pt x="982218" y="428720"/>
                  <a:pt x="982218" y="384143"/>
                </a:cubicBezTo>
                <a:lnTo>
                  <a:pt x="982218" y="76581"/>
                </a:lnTo>
                <a:close/>
                <a:moveTo>
                  <a:pt x="1065086" y="382905"/>
                </a:moveTo>
                <a:cubicBezTo>
                  <a:pt x="1065086" y="408051"/>
                  <a:pt x="1075087" y="425577"/>
                  <a:pt x="1127855" y="425577"/>
                </a:cubicBezTo>
                <a:cubicBezTo>
                  <a:pt x="1180624" y="425577"/>
                  <a:pt x="1190625" y="407956"/>
                  <a:pt x="1190625" y="382905"/>
                </a:cubicBezTo>
                <a:lnTo>
                  <a:pt x="1190625" y="77914"/>
                </a:lnTo>
                <a:cubicBezTo>
                  <a:pt x="1190625" y="52768"/>
                  <a:pt x="1180529" y="35242"/>
                  <a:pt x="1127855" y="35242"/>
                </a:cubicBezTo>
                <a:cubicBezTo>
                  <a:pt x="1075087" y="35242"/>
                  <a:pt x="1065086" y="52864"/>
                  <a:pt x="1065086" y="77914"/>
                </a:cubicBezTo>
                <a:lnTo>
                  <a:pt x="1065086" y="382905"/>
                </a:lnTo>
                <a:close/>
                <a:moveTo>
                  <a:pt x="1319212" y="3810"/>
                </a:moveTo>
                <a:lnTo>
                  <a:pt x="1451039" y="3810"/>
                </a:lnTo>
                <a:cubicBezTo>
                  <a:pt x="1557719" y="3810"/>
                  <a:pt x="1589151" y="21431"/>
                  <a:pt x="1589151" y="72866"/>
                </a:cubicBezTo>
                <a:lnTo>
                  <a:pt x="1589151" y="183928"/>
                </a:lnTo>
                <a:cubicBezTo>
                  <a:pt x="1589151" y="235363"/>
                  <a:pt x="1557814" y="252984"/>
                  <a:pt x="1451134" y="252984"/>
                </a:cubicBezTo>
                <a:lnTo>
                  <a:pt x="1402175" y="252984"/>
                </a:lnTo>
                <a:lnTo>
                  <a:pt x="1402175" y="457010"/>
                </a:lnTo>
                <a:lnTo>
                  <a:pt x="1319308" y="457010"/>
                </a:lnTo>
                <a:lnTo>
                  <a:pt x="1319308" y="3810"/>
                </a:lnTo>
                <a:close/>
                <a:moveTo>
                  <a:pt x="1442276" y="217837"/>
                </a:moveTo>
                <a:cubicBezTo>
                  <a:pt x="1479995" y="217837"/>
                  <a:pt x="1506283" y="212788"/>
                  <a:pt x="1506283" y="189548"/>
                </a:cubicBezTo>
                <a:lnTo>
                  <a:pt x="1506283" y="67151"/>
                </a:lnTo>
                <a:cubicBezTo>
                  <a:pt x="1506283" y="43910"/>
                  <a:pt x="1479995" y="38862"/>
                  <a:pt x="1442276" y="38862"/>
                </a:cubicBezTo>
                <a:lnTo>
                  <a:pt x="1402080" y="38862"/>
                </a:lnTo>
                <a:lnTo>
                  <a:pt x="1402080" y="217837"/>
                </a:lnTo>
                <a:lnTo>
                  <a:pt x="1442276" y="217837"/>
                </a:lnTo>
                <a:close/>
                <a:moveTo>
                  <a:pt x="1796034" y="65913"/>
                </a:moveTo>
                <a:cubicBezTo>
                  <a:pt x="1796034" y="48292"/>
                  <a:pt x="1787271" y="35147"/>
                  <a:pt x="1748409" y="35147"/>
                </a:cubicBezTo>
                <a:cubicBezTo>
                  <a:pt x="1709452" y="35147"/>
                  <a:pt x="1700594" y="48292"/>
                  <a:pt x="1700594" y="65913"/>
                </a:cubicBezTo>
                <a:lnTo>
                  <a:pt x="1700594" y="113633"/>
                </a:lnTo>
                <a:cubicBezTo>
                  <a:pt x="1700594" y="128016"/>
                  <a:pt x="1705642" y="142494"/>
                  <a:pt x="1719453" y="154400"/>
                </a:cubicBezTo>
                <a:lnTo>
                  <a:pt x="1851279" y="267367"/>
                </a:lnTo>
                <a:cubicBezTo>
                  <a:pt x="1870043" y="283083"/>
                  <a:pt x="1881378" y="302514"/>
                  <a:pt x="1881378" y="322612"/>
                </a:cubicBezTo>
                <a:lnTo>
                  <a:pt x="1881378" y="394145"/>
                </a:lnTo>
                <a:cubicBezTo>
                  <a:pt x="1881378" y="436817"/>
                  <a:pt x="1831181" y="460629"/>
                  <a:pt x="1748314" y="460629"/>
                </a:cubicBezTo>
                <a:cubicBezTo>
                  <a:pt x="1656683" y="460629"/>
                  <a:pt x="1612678" y="439960"/>
                  <a:pt x="1612678" y="394049"/>
                </a:cubicBezTo>
                <a:lnTo>
                  <a:pt x="1612678" y="331946"/>
                </a:lnTo>
                <a:lnTo>
                  <a:pt x="1695545" y="331946"/>
                </a:lnTo>
                <a:lnTo>
                  <a:pt x="1695545" y="391573"/>
                </a:lnTo>
                <a:cubicBezTo>
                  <a:pt x="1695545" y="412909"/>
                  <a:pt x="1711833" y="425482"/>
                  <a:pt x="1748314" y="425482"/>
                </a:cubicBezTo>
                <a:cubicBezTo>
                  <a:pt x="1782223" y="425482"/>
                  <a:pt x="1798511" y="412909"/>
                  <a:pt x="1798511" y="391573"/>
                </a:cubicBezTo>
                <a:lnTo>
                  <a:pt x="1798511" y="328327"/>
                </a:lnTo>
                <a:cubicBezTo>
                  <a:pt x="1798511" y="312610"/>
                  <a:pt x="1792319" y="300704"/>
                  <a:pt x="1774698" y="284988"/>
                </a:cubicBezTo>
                <a:lnTo>
                  <a:pt x="1652969" y="178880"/>
                </a:lnTo>
                <a:cubicBezTo>
                  <a:pt x="1630394" y="159449"/>
                  <a:pt x="1617821" y="144399"/>
                  <a:pt x="1617821" y="121158"/>
                </a:cubicBezTo>
                <a:lnTo>
                  <a:pt x="1617821" y="66484"/>
                </a:lnTo>
                <a:cubicBezTo>
                  <a:pt x="1617821" y="21907"/>
                  <a:pt x="1664208" y="0"/>
                  <a:pt x="1748409" y="0"/>
                </a:cubicBezTo>
                <a:cubicBezTo>
                  <a:pt x="1841278" y="0"/>
                  <a:pt x="1878902" y="21907"/>
                  <a:pt x="1878902" y="63437"/>
                </a:cubicBezTo>
                <a:lnTo>
                  <a:pt x="1878902" y="121158"/>
                </a:lnTo>
                <a:lnTo>
                  <a:pt x="1796034" y="121158"/>
                </a:lnTo>
                <a:lnTo>
                  <a:pt x="1796034" y="65913"/>
                </a:lnTo>
                <a:close/>
                <a:moveTo>
                  <a:pt x="2407444" y="65913"/>
                </a:moveTo>
                <a:cubicBezTo>
                  <a:pt x="2407444" y="48387"/>
                  <a:pt x="2398585" y="35147"/>
                  <a:pt x="2359724" y="35147"/>
                </a:cubicBezTo>
                <a:cubicBezTo>
                  <a:pt x="2320862" y="35147"/>
                  <a:pt x="2312003" y="48292"/>
                  <a:pt x="2312003" y="65913"/>
                </a:cubicBezTo>
                <a:lnTo>
                  <a:pt x="2312003" y="113633"/>
                </a:lnTo>
                <a:cubicBezTo>
                  <a:pt x="2312003" y="128111"/>
                  <a:pt x="2317052" y="142494"/>
                  <a:pt x="2330863" y="154400"/>
                </a:cubicBezTo>
                <a:lnTo>
                  <a:pt x="2462689" y="267367"/>
                </a:lnTo>
                <a:cubicBezTo>
                  <a:pt x="2481548" y="283083"/>
                  <a:pt x="2492788" y="302514"/>
                  <a:pt x="2492788" y="322612"/>
                </a:cubicBezTo>
                <a:lnTo>
                  <a:pt x="2492788" y="394145"/>
                </a:lnTo>
                <a:cubicBezTo>
                  <a:pt x="2492788" y="436817"/>
                  <a:pt x="2442591" y="460629"/>
                  <a:pt x="2359724" y="460629"/>
                </a:cubicBezTo>
                <a:cubicBezTo>
                  <a:pt x="2268093" y="460629"/>
                  <a:pt x="2224088" y="439960"/>
                  <a:pt x="2224088" y="394145"/>
                </a:cubicBezTo>
                <a:lnTo>
                  <a:pt x="2224088" y="332042"/>
                </a:lnTo>
                <a:lnTo>
                  <a:pt x="2306955" y="332042"/>
                </a:lnTo>
                <a:lnTo>
                  <a:pt x="2306955" y="391668"/>
                </a:lnTo>
                <a:cubicBezTo>
                  <a:pt x="2306955" y="413004"/>
                  <a:pt x="2323338" y="425577"/>
                  <a:pt x="2359724" y="425577"/>
                </a:cubicBezTo>
                <a:cubicBezTo>
                  <a:pt x="2393537" y="425577"/>
                  <a:pt x="2409920" y="413004"/>
                  <a:pt x="2409920" y="391668"/>
                </a:cubicBezTo>
                <a:lnTo>
                  <a:pt x="2409920" y="328327"/>
                </a:lnTo>
                <a:cubicBezTo>
                  <a:pt x="2409920" y="312610"/>
                  <a:pt x="2403634" y="300704"/>
                  <a:pt x="2386013" y="284988"/>
                </a:cubicBezTo>
                <a:lnTo>
                  <a:pt x="2264283" y="178880"/>
                </a:lnTo>
                <a:cubicBezTo>
                  <a:pt x="2241709" y="159449"/>
                  <a:pt x="2229136" y="144399"/>
                  <a:pt x="2229136" y="121158"/>
                </a:cubicBezTo>
                <a:lnTo>
                  <a:pt x="2229136" y="66484"/>
                </a:lnTo>
                <a:cubicBezTo>
                  <a:pt x="2229136" y="21907"/>
                  <a:pt x="2275618" y="0"/>
                  <a:pt x="2359724" y="0"/>
                </a:cubicBezTo>
                <a:cubicBezTo>
                  <a:pt x="2452592" y="0"/>
                  <a:pt x="2490216" y="22003"/>
                  <a:pt x="2490216" y="63437"/>
                </a:cubicBezTo>
                <a:lnTo>
                  <a:pt x="2490216" y="121158"/>
                </a:lnTo>
                <a:lnTo>
                  <a:pt x="2407444" y="121158"/>
                </a:lnTo>
                <a:lnTo>
                  <a:pt x="2407444" y="65913"/>
                </a:lnTo>
                <a:close/>
                <a:moveTo>
                  <a:pt x="343376" y="572738"/>
                </a:moveTo>
                <a:lnTo>
                  <a:pt x="426339" y="572738"/>
                </a:lnTo>
                <a:lnTo>
                  <a:pt x="607886" y="3810"/>
                </a:lnTo>
                <a:lnTo>
                  <a:pt x="524923" y="3810"/>
                </a:lnTo>
                <a:lnTo>
                  <a:pt x="343376" y="572738"/>
                </a:lnTo>
                <a:close/>
                <a:moveTo>
                  <a:pt x="435578" y="226981"/>
                </a:moveTo>
                <a:lnTo>
                  <a:pt x="364807" y="4858"/>
                </a:lnTo>
                <a:lnTo>
                  <a:pt x="281845" y="4858"/>
                </a:lnTo>
                <a:lnTo>
                  <a:pt x="394049" y="357283"/>
                </a:lnTo>
                <a:lnTo>
                  <a:pt x="435578" y="226981"/>
                </a:lnTo>
                <a:close/>
                <a:moveTo>
                  <a:pt x="1955292" y="572738"/>
                </a:moveTo>
                <a:lnTo>
                  <a:pt x="2038255" y="572738"/>
                </a:lnTo>
                <a:lnTo>
                  <a:pt x="2219801" y="3715"/>
                </a:lnTo>
                <a:lnTo>
                  <a:pt x="2136839" y="3715"/>
                </a:lnTo>
                <a:lnTo>
                  <a:pt x="1955292" y="572738"/>
                </a:lnTo>
                <a:close/>
                <a:moveTo>
                  <a:pt x="2047875" y="225933"/>
                </a:moveTo>
                <a:lnTo>
                  <a:pt x="1977104" y="3810"/>
                </a:lnTo>
                <a:lnTo>
                  <a:pt x="1894141" y="3810"/>
                </a:lnTo>
                <a:lnTo>
                  <a:pt x="2006346" y="356235"/>
                </a:lnTo>
                <a:lnTo>
                  <a:pt x="2047875" y="225933"/>
                </a:lnTo>
                <a:close/>
                <a:moveTo>
                  <a:pt x="931164" y="457010"/>
                </a:moveTo>
                <a:lnTo>
                  <a:pt x="931545" y="457010"/>
                </a:lnTo>
                <a:lnTo>
                  <a:pt x="931545" y="72962"/>
                </a:lnTo>
                <a:cubicBezTo>
                  <a:pt x="931545" y="21527"/>
                  <a:pt x="900113" y="3905"/>
                  <a:pt x="793528" y="3905"/>
                </a:cubicBezTo>
                <a:lnTo>
                  <a:pt x="633698" y="3905"/>
                </a:lnTo>
                <a:lnTo>
                  <a:pt x="633698" y="457105"/>
                </a:lnTo>
                <a:lnTo>
                  <a:pt x="716471" y="457105"/>
                </a:lnTo>
                <a:lnTo>
                  <a:pt x="716566" y="457010"/>
                </a:lnTo>
                <a:lnTo>
                  <a:pt x="716566" y="39052"/>
                </a:lnTo>
                <a:lnTo>
                  <a:pt x="784670" y="39052"/>
                </a:lnTo>
                <a:cubicBezTo>
                  <a:pt x="822293" y="39052"/>
                  <a:pt x="848678" y="44101"/>
                  <a:pt x="848678" y="67342"/>
                </a:cubicBezTo>
                <a:lnTo>
                  <a:pt x="848678" y="457010"/>
                </a:lnTo>
                <a:lnTo>
                  <a:pt x="931164" y="457010"/>
                </a:lnTo>
                <a:close/>
                <a:moveTo>
                  <a:pt x="2524982" y="59722"/>
                </a:moveTo>
                <a:cubicBezTo>
                  <a:pt x="2524982" y="29432"/>
                  <a:pt x="2549557" y="7144"/>
                  <a:pt x="2578608" y="7144"/>
                </a:cubicBezTo>
                <a:cubicBezTo>
                  <a:pt x="2607374" y="7144"/>
                  <a:pt x="2631853" y="29432"/>
                  <a:pt x="2631853" y="59722"/>
                </a:cubicBezTo>
                <a:cubicBezTo>
                  <a:pt x="2631853" y="90297"/>
                  <a:pt x="2607278" y="112681"/>
                  <a:pt x="2578608" y="112681"/>
                </a:cubicBezTo>
                <a:cubicBezTo>
                  <a:pt x="2549557" y="112681"/>
                  <a:pt x="2524982" y="90297"/>
                  <a:pt x="2524982" y="59722"/>
                </a:cubicBezTo>
                <a:close/>
                <a:moveTo>
                  <a:pt x="2578608" y="103918"/>
                </a:moveTo>
                <a:cubicBezTo>
                  <a:pt x="2602516" y="103918"/>
                  <a:pt x="2621280" y="85249"/>
                  <a:pt x="2621280" y="59817"/>
                </a:cubicBezTo>
                <a:cubicBezTo>
                  <a:pt x="2621280" y="34862"/>
                  <a:pt x="2602516" y="16002"/>
                  <a:pt x="2578608" y="16002"/>
                </a:cubicBezTo>
                <a:cubicBezTo>
                  <a:pt x="2554415" y="16002"/>
                  <a:pt x="2535555" y="34862"/>
                  <a:pt x="2535555" y="59817"/>
                </a:cubicBezTo>
                <a:cubicBezTo>
                  <a:pt x="2535650" y="85153"/>
                  <a:pt x="2554415" y="103918"/>
                  <a:pt x="2578608" y="103918"/>
                </a:cubicBezTo>
                <a:close/>
                <a:moveTo>
                  <a:pt x="2567464" y="90297"/>
                </a:moveTo>
                <a:lnTo>
                  <a:pt x="2558225" y="90297"/>
                </a:lnTo>
                <a:lnTo>
                  <a:pt x="2558225" y="29432"/>
                </a:lnTo>
                <a:lnTo>
                  <a:pt x="2581466" y="29432"/>
                </a:lnTo>
                <a:cubicBezTo>
                  <a:pt x="2595848" y="29432"/>
                  <a:pt x="2602897" y="34766"/>
                  <a:pt x="2602897" y="46768"/>
                </a:cubicBezTo>
                <a:cubicBezTo>
                  <a:pt x="2602897" y="57626"/>
                  <a:pt x="2596039" y="62389"/>
                  <a:pt x="2587085" y="63532"/>
                </a:cubicBezTo>
                <a:lnTo>
                  <a:pt x="2604421" y="90297"/>
                </a:lnTo>
                <a:lnTo>
                  <a:pt x="2594134" y="90297"/>
                </a:lnTo>
                <a:lnTo>
                  <a:pt x="2578037" y="63913"/>
                </a:lnTo>
                <a:lnTo>
                  <a:pt x="2567464" y="63913"/>
                </a:lnTo>
                <a:lnTo>
                  <a:pt x="2567464" y="90297"/>
                </a:lnTo>
                <a:close/>
                <a:moveTo>
                  <a:pt x="2578418" y="56102"/>
                </a:moveTo>
                <a:cubicBezTo>
                  <a:pt x="2586228" y="56102"/>
                  <a:pt x="2593277" y="55531"/>
                  <a:pt x="2593277" y="46196"/>
                </a:cubicBezTo>
                <a:cubicBezTo>
                  <a:pt x="2593277" y="38671"/>
                  <a:pt x="2586418" y="37243"/>
                  <a:pt x="2580037" y="37243"/>
                </a:cubicBezTo>
                <a:lnTo>
                  <a:pt x="2567464" y="37243"/>
                </a:lnTo>
                <a:lnTo>
                  <a:pt x="2567464" y="56102"/>
                </a:lnTo>
                <a:lnTo>
                  <a:pt x="2578418" y="56102"/>
                </a:lnTo>
                <a:close/>
              </a:path>
            </a:pathLst>
          </a:custGeom>
          <a:solidFill>
            <a:srgbClr val="646E8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3 Graphics">
  <p:cSld name="Title 3 Graphics">
    <p:spTree>
      <p:nvGrpSpPr>
        <p:cNvPr id="1" name="Shape 150"/>
        <p:cNvGrpSpPr/>
        <p:nvPr/>
      </p:nvGrpSpPr>
      <p:grpSpPr>
        <a:xfrm>
          <a:off x="0" y="0"/>
          <a:ext cx="0" cy="0"/>
          <a:chOff x="0" y="0"/>
          <a:chExt cx="0" cy="0"/>
        </a:xfrm>
      </p:grpSpPr>
      <p:sp>
        <p:nvSpPr>
          <p:cNvPr id="151" name="Google Shape;151;p31"/>
          <p:cNvSpPr txBox="1">
            <a:spLocks noGrp="1"/>
          </p:cNvSpPr>
          <p:nvPr>
            <p:ph type="title"/>
          </p:nvPr>
        </p:nvSpPr>
        <p:spPr>
          <a:xfrm>
            <a:off x="381000" y="166710"/>
            <a:ext cx="11430000"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2" name="Google Shape;152;p31"/>
          <p:cNvSpPr txBox="1">
            <a:spLocks noGrp="1"/>
          </p:cNvSpPr>
          <p:nvPr>
            <p:ph type="body" idx="1"/>
          </p:nvPr>
        </p:nvSpPr>
        <p:spPr>
          <a:xfrm>
            <a:off x="380999" y="661035"/>
            <a:ext cx="11429926" cy="320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Font typeface="Arial"/>
              <a:buNone/>
              <a:defRPr sz="2000" i="0">
                <a:solidFill>
                  <a:schemeClr val="dk1"/>
                </a:solidFill>
                <a:latin typeface="Arial"/>
                <a:ea typeface="Arial"/>
                <a:cs typeface="Arial"/>
                <a:sym typeface="Arial"/>
              </a:defRPr>
            </a:lvl1pPr>
            <a:lvl2pPr marL="914400" lvl="1" indent="-228600" algn="l">
              <a:lnSpc>
                <a:spcPct val="100000"/>
              </a:lnSpc>
              <a:spcBef>
                <a:spcPts val="600"/>
              </a:spcBef>
              <a:spcAft>
                <a:spcPts val="0"/>
              </a:spcAft>
              <a:buSzPts val="2400"/>
              <a:buNone/>
              <a:defRPr sz="2400">
                <a:solidFill>
                  <a:srgbClr val="595959"/>
                </a:solidFill>
              </a:defRPr>
            </a:lvl2pPr>
            <a:lvl3pPr marL="1371600" lvl="2" indent="-228600" algn="l">
              <a:lnSpc>
                <a:spcPct val="100000"/>
              </a:lnSpc>
              <a:spcBef>
                <a:spcPts val="600"/>
              </a:spcBef>
              <a:spcAft>
                <a:spcPts val="0"/>
              </a:spcAft>
              <a:buSzPts val="2400"/>
              <a:buNone/>
              <a:defRPr sz="2400">
                <a:solidFill>
                  <a:srgbClr val="595959"/>
                </a:solidFill>
              </a:defRPr>
            </a:lvl3pPr>
            <a:lvl4pPr marL="1828800" lvl="3" indent="-228600" algn="l">
              <a:lnSpc>
                <a:spcPct val="100000"/>
              </a:lnSpc>
              <a:spcBef>
                <a:spcPts val="600"/>
              </a:spcBef>
              <a:spcAft>
                <a:spcPts val="0"/>
              </a:spcAft>
              <a:buSzPts val="2400"/>
              <a:buNone/>
              <a:defRPr sz="2400">
                <a:solidFill>
                  <a:srgbClr val="595959"/>
                </a:solidFill>
              </a:defRPr>
            </a:lvl4pPr>
            <a:lvl5pPr marL="2286000" lvl="4" indent="-228600" algn="l">
              <a:lnSpc>
                <a:spcPct val="100000"/>
              </a:lnSpc>
              <a:spcBef>
                <a:spcPts val="300"/>
              </a:spcBef>
              <a:spcAft>
                <a:spcPts val="0"/>
              </a:spcAft>
              <a:buSzPts val="2400"/>
              <a:buNone/>
              <a:defRPr sz="2400">
                <a:solidFill>
                  <a:srgbClr val="595959"/>
                </a:solidFill>
              </a:defRPr>
            </a:lvl5pPr>
            <a:lvl6pPr marL="2743200" lvl="5" indent="-228600" algn="l">
              <a:lnSpc>
                <a:spcPct val="100000"/>
              </a:lnSpc>
              <a:spcBef>
                <a:spcPts val="300"/>
              </a:spcBef>
              <a:spcAft>
                <a:spcPts val="0"/>
              </a:spcAft>
              <a:buSzPts val="2400"/>
              <a:buNone/>
              <a:defRPr sz="2400">
                <a:solidFill>
                  <a:srgbClr val="595959"/>
                </a:solidFill>
              </a:defRPr>
            </a:lvl6pPr>
            <a:lvl7pPr marL="3200400" lvl="6" indent="-228600" algn="l">
              <a:lnSpc>
                <a:spcPct val="100000"/>
              </a:lnSpc>
              <a:spcBef>
                <a:spcPts val="300"/>
              </a:spcBef>
              <a:spcAft>
                <a:spcPts val="0"/>
              </a:spcAft>
              <a:buSzPts val="2400"/>
              <a:buNone/>
              <a:defRPr sz="2400">
                <a:solidFill>
                  <a:srgbClr val="595959"/>
                </a:solidFill>
              </a:defRPr>
            </a:lvl7pPr>
            <a:lvl8pPr marL="3657600" lvl="7" indent="-228600" algn="l">
              <a:lnSpc>
                <a:spcPct val="100000"/>
              </a:lnSpc>
              <a:spcBef>
                <a:spcPts val="300"/>
              </a:spcBef>
              <a:spcAft>
                <a:spcPts val="0"/>
              </a:spcAft>
              <a:buSzPts val="2400"/>
              <a:buNone/>
              <a:defRPr sz="2400">
                <a:solidFill>
                  <a:srgbClr val="595959"/>
                </a:solidFill>
              </a:defRPr>
            </a:lvl8pPr>
            <a:lvl9pPr marL="4114800" lvl="8" indent="-228600" algn="l">
              <a:lnSpc>
                <a:spcPct val="100000"/>
              </a:lnSpc>
              <a:spcBef>
                <a:spcPts val="300"/>
              </a:spcBef>
              <a:spcAft>
                <a:spcPts val="300"/>
              </a:spcAft>
              <a:buSzPts val="2400"/>
              <a:buNone/>
              <a:defRPr sz="2400">
                <a:solidFill>
                  <a:srgbClr val="595959"/>
                </a:solidFill>
              </a:defRPr>
            </a:lvl9pPr>
          </a:lstStyle>
          <a:p>
            <a:endParaRPr/>
          </a:p>
        </p:txBody>
      </p:sp>
      <p:sp>
        <p:nvSpPr>
          <p:cNvPr id="153" name="Google Shape;153;p31"/>
          <p:cNvSpPr txBox="1">
            <a:spLocks noGrp="1"/>
          </p:cNvSpPr>
          <p:nvPr>
            <p:ph type="body" idx="2"/>
          </p:nvPr>
        </p:nvSpPr>
        <p:spPr>
          <a:xfrm>
            <a:off x="380999" y="1219200"/>
            <a:ext cx="3639312" cy="354234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54" name="Google Shape;154;p31"/>
          <p:cNvSpPr txBox="1">
            <a:spLocks noGrp="1"/>
          </p:cNvSpPr>
          <p:nvPr>
            <p:ph type="body" idx="3"/>
          </p:nvPr>
        </p:nvSpPr>
        <p:spPr>
          <a:xfrm>
            <a:off x="380999" y="5019167"/>
            <a:ext cx="3639312" cy="1435608"/>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SzPts val="2000"/>
              <a:buFont typeface="Arial"/>
              <a:buNone/>
              <a:defRPr sz="2000"/>
            </a:lvl1pPr>
            <a:lvl2pPr marL="914400" lvl="1" indent="-228600" algn="ctr">
              <a:lnSpc>
                <a:spcPct val="100000"/>
              </a:lnSpc>
              <a:spcBef>
                <a:spcPts val="600"/>
              </a:spcBef>
              <a:spcAft>
                <a:spcPts val="0"/>
              </a:spcAft>
              <a:buSzPts val="2000"/>
              <a:buFont typeface="Arial"/>
              <a:buNone/>
              <a:defRPr sz="2000"/>
            </a:lvl2pPr>
            <a:lvl3pPr marL="1371600" lvl="2" indent="-228600" algn="ctr">
              <a:lnSpc>
                <a:spcPct val="100000"/>
              </a:lnSpc>
              <a:spcBef>
                <a:spcPts val="600"/>
              </a:spcBef>
              <a:spcAft>
                <a:spcPts val="0"/>
              </a:spcAft>
              <a:buSzPts val="2000"/>
              <a:buFont typeface="Arial"/>
              <a:buNone/>
              <a:defRPr sz="2000"/>
            </a:lvl3pPr>
            <a:lvl4pPr marL="1828800" lvl="3" indent="-228600" algn="ctr">
              <a:lnSpc>
                <a:spcPct val="100000"/>
              </a:lnSpc>
              <a:spcBef>
                <a:spcPts val="600"/>
              </a:spcBef>
              <a:spcAft>
                <a:spcPts val="0"/>
              </a:spcAft>
              <a:buSzPts val="2000"/>
              <a:buFont typeface="Arial"/>
              <a:buNone/>
              <a:defRPr sz="2000"/>
            </a:lvl4pPr>
            <a:lvl5pPr marL="2286000" lvl="4" indent="-228600" algn="ctr">
              <a:lnSpc>
                <a:spcPct val="100000"/>
              </a:lnSpc>
              <a:spcBef>
                <a:spcPts val="300"/>
              </a:spcBef>
              <a:spcAft>
                <a:spcPts val="0"/>
              </a:spcAft>
              <a:buSzPts val="2000"/>
              <a:buFont typeface="Arial"/>
              <a:buNone/>
              <a:defRPr sz="2000"/>
            </a:lvl5pPr>
            <a:lvl6pPr marL="2743200" lvl="5" indent="-228600" algn="ctr">
              <a:lnSpc>
                <a:spcPct val="100000"/>
              </a:lnSpc>
              <a:spcBef>
                <a:spcPts val="300"/>
              </a:spcBef>
              <a:spcAft>
                <a:spcPts val="0"/>
              </a:spcAft>
              <a:buSzPts val="2000"/>
              <a:buFont typeface="Arial"/>
              <a:buNone/>
              <a:defRPr sz="2000"/>
            </a:lvl6pPr>
            <a:lvl7pPr marL="3200400" lvl="6" indent="-228600" algn="ctr">
              <a:lnSpc>
                <a:spcPct val="100000"/>
              </a:lnSpc>
              <a:spcBef>
                <a:spcPts val="300"/>
              </a:spcBef>
              <a:spcAft>
                <a:spcPts val="0"/>
              </a:spcAft>
              <a:buSzPts val="2000"/>
              <a:buFont typeface="Arial"/>
              <a:buNone/>
              <a:defRPr sz="2000"/>
            </a:lvl7pPr>
            <a:lvl8pPr marL="3657600" lvl="7" indent="-228600" algn="ctr">
              <a:lnSpc>
                <a:spcPct val="100000"/>
              </a:lnSpc>
              <a:spcBef>
                <a:spcPts val="300"/>
              </a:spcBef>
              <a:spcAft>
                <a:spcPts val="0"/>
              </a:spcAft>
              <a:buSzPts val="2000"/>
              <a:buFont typeface="Arial"/>
              <a:buNone/>
              <a:defRPr sz="2000"/>
            </a:lvl8pPr>
            <a:lvl9pPr marL="4114800" lvl="8" indent="-228600" algn="ctr">
              <a:lnSpc>
                <a:spcPct val="100000"/>
              </a:lnSpc>
              <a:spcBef>
                <a:spcPts val="300"/>
              </a:spcBef>
              <a:spcAft>
                <a:spcPts val="300"/>
              </a:spcAft>
              <a:buSzPts val="2000"/>
              <a:buFont typeface="Arial"/>
              <a:buNone/>
              <a:defRPr sz="2000"/>
            </a:lvl9pPr>
          </a:lstStyle>
          <a:p>
            <a:endParaRPr/>
          </a:p>
        </p:txBody>
      </p:sp>
      <p:sp>
        <p:nvSpPr>
          <p:cNvPr id="155" name="Google Shape;155;p31"/>
          <p:cNvSpPr txBox="1">
            <a:spLocks noGrp="1"/>
          </p:cNvSpPr>
          <p:nvPr>
            <p:ph type="body" idx="4"/>
          </p:nvPr>
        </p:nvSpPr>
        <p:spPr>
          <a:xfrm>
            <a:off x="4275137" y="1219200"/>
            <a:ext cx="3639312" cy="354234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56" name="Google Shape;156;p31"/>
          <p:cNvSpPr txBox="1">
            <a:spLocks noGrp="1"/>
          </p:cNvSpPr>
          <p:nvPr>
            <p:ph type="body" idx="5"/>
          </p:nvPr>
        </p:nvSpPr>
        <p:spPr>
          <a:xfrm>
            <a:off x="4275137" y="5019167"/>
            <a:ext cx="3639312" cy="1435608"/>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SzPts val="2000"/>
              <a:buFont typeface="Arial"/>
              <a:buNone/>
              <a:defRPr sz="2000"/>
            </a:lvl1pPr>
            <a:lvl2pPr marL="914400" lvl="1" indent="-228600" algn="ctr">
              <a:lnSpc>
                <a:spcPct val="100000"/>
              </a:lnSpc>
              <a:spcBef>
                <a:spcPts val="600"/>
              </a:spcBef>
              <a:spcAft>
                <a:spcPts val="0"/>
              </a:spcAft>
              <a:buSzPts val="2000"/>
              <a:buFont typeface="Arial"/>
              <a:buNone/>
              <a:defRPr sz="2000"/>
            </a:lvl2pPr>
            <a:lvl3pPr marL="1371600" lvl="2" indent="-228600" algn="ctr">
              <a:lnSpc>
                <a:spcPct val="100000"/>
              </a:lnSpc>
              <a:spcBef>
                <a:spcPts val="600"/>
              </a:spcBef>
              <a:spcAft>
                <a:spcPts val="0"/>
              </a:spcAft>
              <a:buSzPts val="2000"/>
              <a:buFont typeface="Arial"/>
              <a:buNone/>
              <a:defRPr sz="2000"/>
            </a:lvl3pPr>
            <a:lvl4pPr marL="1828800" lvl="3" indent="-228600" algn="ctr">
              <a:lnSpc>
                <a:spcPct val="100000"/>
              </a:lnSpc>
              <a:spcBef>
                <a:spcPts val="600"/>
              </a:spcBef>
              <a:spcAft>
                <a:spcPts val="0"/>
              </a:spcAft>
              <a:buSzPts val="2000"/>
              <a:buFont typeface="Arial"/>
              <a:buNone/>
              <a:defRPr sz="2000"/>
            </a:lvl4pPr>
            <a:lvl5pPr marL="2286000" lvl="4" indent="-228600" algn="ctr">
              <a:lnSpc>
                <a:spcPct val="100000"/>
              </a:lnSpc>
              <a:spcBef>
                <a:spcPts val="300"/>
              </a:spcBef>
              <a:spcAft>
                <a:spcPts val="0"/>
              </a:spcAft>
              <a:buSzPts val="2000"/>
              <a:buFont typeface="Arial"/>
              <a:buNone/>
              <a:defRPr sz="2000"/>
            </a:lvl5pPr>
            <a:lvl6pPr marL="2743200" lvl="5" indent="-228600" algn="ctr">
              <a:lnSpc>
                <a:spcPct val="100000"/>
              </a:lnSpc>
              <a:spcBef>
                <a:spcPts val="300"/>
              </a:spcBef>
              <a:spcAft>
                <a:spcPts val="0"/>
              </a:spcAft>
              <a:buSzPts val="2000"/>
              <a:buFont typeface="Arial"/>
              <a:buNone/>
              <a:defRPr sz="2000"/>
            </a:lvl6pPr>
            <a:lvl7pPr marL="3200400" lvl="6" indent="-228600" algn="ctr">
              <a:lnSpc>
                <a:spcPct val="100000"/>
              </a:lnSpc>
              <a:spcBef>
                <a:spcPts val="300"/>
              </a:spcBef>
              <a:spcAft>
                <a:spcPts val="0"/>
              </a:spcAft>
              <a:buSzPts val="2000"/>
              <a:buFont typeface="Arial"/>
              <a:buNone/>
              <a:defRPr sz="2000"/>
            </a:lvl7pPr>
            <a:lvl8pPr marL="3657600" lvl="7" indent="-228600" algn="ctr">
              <a:lnSpc>
                <a:spcPct val="100000"/>
              </a:lnSpc>
              <a:spcBef>
                <a:spcPts val="300"/>
              </a:spcBef>
              <a:spcAft>
                <a:spcPts val="0"/>
              </a:spcAft>
              <a:buSzPts val="2000"/>
              <a:buFont typeface="Arial"/>
              <a:buNone/>
              <a:defRPr sz="2000"/>
            </a:lvl8pPr>
            <a:lvl9pPr marL="4114800" lvl="8" indent="-228600" algn="ctr">
              <a:lnSpc>
                <a:spcPct val="100000"/>
              </a:lnSpc>
              <a:spcBef>
                <a:spcPts val="300"/>
              </a:spcBef>
              <a:spcAft>
                <a:spcPts val="300"/>
              </a:spcAft>
              <a:buSzPts val="2000"/>
              <a:buFont typeface="Arial"/>
              <a:buNone/>
              <a:defRPr sz="2000"/>
            </a:lvl9pPr>
          </a:lstStyle>
          <a:p>
            <a:endParaRPr/>
          </a:p>
        </p:txBody>
      </p:sp>
      <p:sp>
        <p:nvSpPr>
          <p:cNvPr id="157" name="Google Shape;157;p31"/>
          <p:cNvSpPr txBox="1">
            <a:spLocks noGrp="1"/>
          </p:cNvSpPr>
          <p:nvPr>
            <p:ph type="body" idx="6"/>
          </p:nvPr>
        </p:nvSpPr>
        <p:spPr>
          <a:xfrm>
            <a:off x="8169275" y="1219200"/>
            <a:ext cx="3639312" cy="354234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58" name="Google Shape;158;p31"/>
          <p:cNvSpPr txBox="1">
            <a:spLocks noGrp="1"/>
          </p:cNvSpPr>
          <p:nvPr>
            <p:ph type="body" idx="7"/>
          </p:nvPr>
        </p:nvSpPr>
        <p:spPr>
          <a:xfrm>
            <a:off x="8169275" y="5019167"/>
            <a:ext cx="3639312" cy="1435608"/>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SzPts val="2000"/>
              <a:buFont typeface="Arial"/>
              <a:buNone/>
              <a:defRPr sz="2000"/>
            </a:lvl1pPr>
            <a:lvl2pPr marL="914400" lvl="1" indent="-228600" algn="ctr">
              <a:lnSpc>
                <a:spcPct val="100000"/>
              </a:lnSpc>
              <a:spcBef>
                <a:spcPts val="600"/>
              </a:spcBef>
              <a:spcAft>
                <a:spcPts val="0"/>
              </a:spcAft>
              <a:buSzPts val="2000"/>
              <a:buFont typeface="Arial"/>
              <a:buNone/>
              <a:defRPr sz="2000"/>
            </a:lvl2pPr>
            <a:lvl3pPr marL="1371600" lvl="2" indent="-228600" algn="ctr">
              <a:lnSpc>
                <a:spcPct val="100000"/>
              </a:lnSpc>
              <a:spcBef>
                <a:spcPts val="600"/>
              </a:spcBef>
              <a:spcAft>
                <a:spcPts val="0"/>
              </a:spcAft>
              <a:buSzPts val="2000"/>
              <a:buFont typeface="Arial"/>
              <a:buNone/>
              <a:defRPr sz="2000"/>
            </a:lvl3pPr>
            <a:lvl4pPr marL="1828800" lvl="3" indent="-228600" algn="ctr">
              <a:lnSpc>
                <a:spcPct val="100000"/>
              </a:lnSpc>
              <a:spcBef>
                <a:spcPts val="600"/>
              </a:spcBef>
              <a:spcAft>
                <a:spcPts val="0"/>
              </a:spcAft>
              <a:buSzPts val="2000"/>
              <a:buFont typeface="Arial"/>
              <a:buNone/>
              <a:defRPr sz="2000"/>
            </a:lvl4pPr>
            <a:lvl5pPr marL="2286000" lvl="4" indent="-228600" algn="ctr">
              <a:lnSpc>
                <a:spcPct val="100000"/>
              </a:lnSpc>
              <a:spcBef>
                <a:spcPts val="300"/>
              </a:spcBef>
              <a:spcAft>
                <a:spcPts val="0"/>
              </a:spcAft>
              <a:buSzPts val="2000"/>
              <a:buFont typeface="Arial"/>
              <a:buNone/>
              <a:defRPr sz="2000"/>
            </a:lvl5pPr>
            <a:lvl6pPr marL="2743200" lvl="5" indent="-228600" algn="ctr">
              <a:lnSpc>
                <a:spcPct val="100000"/>
              </a:lnSpc>
              <a:spcBef>
                <a:spcPts val="300"/>
              </a:spcBef>
              <a:spcAft>
                <a:spcPts val="0"/>
              </a:spcAft>
              <a:buSzPts val="2000"/>
              <a:buFont typeface="Arial"/>
              <a:buNone/>
              <a:defRPr sz="2000"/>
            </a:lvl6pPr>
            <a:lvl7pPr marL="3200400" lvl="6" indent="-228600" algn="ctr">
              <a:lnSpc>
                <a:spcPct val="100000"/>
              </a:lnSpc>
              <a:spcBef>
                <a:spcPts val="300"/>
              </a:spcBef>
              <a:spcAft>
                <a:spcPts val="0"/>
              </a:spcAft>
              <a:buSzPts val="2000"/>
              <a:buFont typeface="Arial"/>
              <a:buNone/>
              <a:defRPr sz="2000"/>
            </a:lvl7pPr>
            <a:lvl8pPr marL="3657600" lvl="7" indent="-228600" algn="ctr">
              <a:lnSpc>
                <a:spcPct val="100000"/>
              </a:lnSpc>
              <a:spcBef>
                <a:spcPts val="300"/>
              </a:spcBef>
              <a:spcAft>
                <a:spcPts val="0"/>
              </a:spcAft>
              <a:buSzPts val="2000"/>
              <a:buFont typeface="Arial"/>
              <a:buNone/>
              <a:defRPr sz="2000"/>
            </a:lvl8pPr>
            <a:lvl9pPr marL="4114800" lvl="8" indent="-228600" algn="ctr">
              <a:lnSpc>
                <a:spcPct val="100000"/>
              </a:lnSpc>
              <a:spcBef>
                <a:spcPts val="300"/>
              </a:spcBef>
              <a:spcAft>
                <a:spcPts val="300"/>
              </a:spcAft>
              <a:buSzPts val="2000"/>
              <a:buFont typeface="Arial"/>
              <a:buNone/>
              <a:defRPr sz="2000"/>
            </a:lvl9pPr>
          </a:lstStyle>
          <a:p>
            <a:endParaRPr/>
          </a:p>
        </p:txBody>
      </p:sp>
      <p:sp>
        <p:nvSpPr>
          <p:cNvPr id="159" name="Google Shape;159;p31"/>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4 Graphics">
  <p:cSld name="Title 4 Graphics">
    <p:spTree>
      <p:nvGrpSpPr>
        <p:cNvPr id="1" name="Shape 160"/>
        <p:cNvGrpSpPr/>
        <p:nvPr/>
      </p:nvGrpSpPr>
      <p:grpSpPr>
        <a:xfrm>
          <a:off x="0" y="0"/>
          <a:ext cx="0" cy="0"/>
          <a:chOff x="0" y="0"/>
          <a:chExt cx="0" cy="0"/>
        </a:xfrm>
      </p:grpSpPr>
      <p:sp>
        <p:nvSpPr>
          <p:cNvPr id="161" name="Google Shape;161;p32"/>
          <p:cNvSpPr txBox="1">
            <a:spLocks noGrp="1"/>
          </p:cNvSpPr>
          <p:nvPr>
            <p:ph type="title"/>
          </p:nvPr>
        </p:nvSpPr>
        <p:spPr>
          <a:xfrm>
            <a:off x="381000" y="166710"/>
            <a:ext cx="11430000"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32"/>
          <p:cNvSpPr txBox="1">
            <a:spLocks noGrp="1"/>
          </p:cNvSpPr>
          <p:nvPr>
            <p:ph type="body" idx="1"/>
          </p:nvPr>
        </p:nvSpPr>
        <p:spPr>
          <a:xfrm>
            <a:off x="381000" y="661035"/>
            <a:ext cx="11430000" cy="3200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Font typeface="Arial"/>
              <a:buNone/>
              <a:defRPr sz="2000" i="0">
                <a:solidFill>
                  <a:schemeClr val="dk1"/>
                </a:solidFill>
                <a:latin typeface="Arial"/>
                <a:ea typeface="Arial"/>
                <a:cs typeface="Arial"/>
                <a:sym typeface="Arial"/>
              </a:defRPr>
            </a:lvl1pPr>
            <a:lvl2pPr marL="914400" lvl="1" indent="-228600" algn="l">
              <a:lnSpc>
                <a:spcPct val="100000"/>
              </a:lnSpc>
              <a:spcBef>
                <a:spcPts val="600"/>
              </a:spcBef>
              <a:spcAft>
                <a:spcPts val="0"/>
              </a:spcAft>
              <a:buSzPts val="2400"/>
              <a:buNone/>
              <a:defRPr sz="2400">
                <a:solidFill>
                  <a:srgbClr val="595959"/>
                </a:solidFill>
              </a:defRPr>
            </a:lvl2pPr>
            <a:lvl3pPr marL="1371600" lvl="2" indent="-228600" algn="l">
              <a:lnSpc>
                <a:spcPct val="100000"/>
              </a:lnSpc>
              <a:spcBef>
                <a:spcPts val="600"/>
              </a:spcBef>
              <a:spcAft>
                <a:spcPts val="0"/>
              </a:spcAft>
              <a:buSzPts val="2400"/>
              <a:buNone/>
              <a:defRPr sz="2400">
                <a:solidFill>
                  <a:srgbClr val="595959"/>
                </a:solidFill>
              </a:defRPr>
            </a:lvl3pPr>
            <a:lvl4pPr marL="1828800" lvl="3" indent="-228600" algn="l">
              <a:lnSpc>
                <a:spcPct val="100000"/>
              </a:lnSpc>
              <a:spcBef>
                <a:spcPts val="600"/>
              </a:spcBef>
              <a:spcAft>
                <a:spcPts val="0"/>
              </a:spcAft>
              <a:buSzPts val="2400"/>
              <a:buNone/>
              <a:defRPr sz="2400">
                <a:solidFill>
                  <a:srgbClr val="595959"/>
                </a:solidFill>
              </a:defRPr>
            </a:lvl4pPr>
            <a:lvl5pPr marL="2286000" lvl="4" indent="-228600" algn="l">
              <a:lnSpc>
                <a:spcPct val="100000"/>
              </a:lnSpc>
              <a:spcBef>
                <a:spcPts val="300"/>
              </a:spcBef>
              <a:spcAft>
                <a:spcPts val="0"/>
              </a:spcAft>
              <a:buSzPts val="2400"/>
              <a:buNone/>
              <a:defRPr sz="2400">
                <a:solidFill>
                  <a:srgbClr val="595959"/>
                </a:solidFill>
              </a:defRPr>
            </a:lvl5pPr>
            <a:lvl6pPr marL="2743200" lvl="5" indent="-228600" algn="l">
              <a:lnSpc>
                <a:spcPct val="100000"/>
              </a:lnSpc>
              <a:spcBef>
                <a:spcPts val="300"/>
              </a:spcBef>
              <a:spcAft>
                <a:spcPts val="0"/>
              </a:spcAft>
              <a:buSzPts val="2400"/>
              <a:buNone/>
              <a:defRPr sz="2400">
                <a:solidFill>
                  <a:srgbClr val="595959"/>
                </a:solidFill>
              </a:defRPr>
            </a:lvl6pPr>
            <a:lvl7pPr marL="3200400" lvl="6" indent="-228600" algn="l">
              <a:lnSpc>
                <a:spcPct val="100000"/>
              </a:lnSpc>
              <a:spcBef>
                <a:spcPts val="300"/>
              </a:spcBef>
              <a:spcAft>
                <a:spcPts val="0"/>
              </a:spcAft>
              <a:buSzPts val="2400"/>
              <a:buNone/>
              <a:defRPr sz="2400">
                <a:solidFill>
                  <a:srgbClr val="595959"/>
                </a:solidFill>
              </a:defRPr>
            </a:lvl7pPr>
            <a:lvl8pPr marL="3657600" lvl="7" indent="-228600" algn="l">
              <a:lnSpc>
                <a:spcPct val="100000"/>
              </a:lnSpc>
              <a:spcBef>
                <a:spcPts val="300"/>
              </a:spcBef>
              <a:spcAft>
                <a:spcPts val="0"/>
              </a:spcAft>
              <a:buSzPts val="2400"/>
              <a:buNone/>
              <a:defRPr sz="2400">
                <a:solidFill>
                  <a:srgbClr val="595959"/>
                </a:solidFill>
              </a:defRPr>
            </a:lvl8pPr>
            <a:lvl9pPr marL="4114800" lvl="8" indent="-228600" algn="l">
              <a:lnSpc>
                <a:spcPct val="100000"/>
              </a:lnSpc>
              <a:spcBef>
                <a:spcPts val="300"/>
              </a:spcBef>
              <a:spcAft>
                <a:spcPts val="300"/>
              </a:spcAft>
              <a:buSzPts val="2400"/>
              <a:buNone/>
              <a:defRPr sz="2400">
                <a:solidFill>
                  <a:srgbClr val="595959"/>
                </a:solidFill>
              </a:defRPr>
            </a:lvl9pPr>
          </a:lstStyle>
          <a:p>
            <a:endParaRPr/>
          </a:p>
        </p:txBody>
      </p:sp>
      <p:sp>
        <p:nvSpPr>
          <p:cNvPr id="163" name="Google Shape;163;p32"/>
          <p:cNvSpPr txBox="1">
            <a:spLocks noGrp="1"/>
          </p:cNvSpPr>
          <p:nvPr>
            <p:ph type="body" idx="2"/>
          </p:nvPr>
        </p:nvSpPr>
        <p:spPr>
          <a:xfrm>
            <a:off x="381001" y="1219200"/>
            <a:ext cx="2666999" cy="354234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64" name="Google Shape;164;p32"/>
          <p:cNvSpPr txBox="1">
            <a:spLocks noGrp="1"/>
          </p:cNvSpPr>
          <p:nvPr>
            <p:ph type="body" idx="3"/>
          </p:nvPr>
        </p:nvSpPr>
        <p:spPr>
          <a:xfrm>
            <a:off x="381001" y="5017580"/>
            <a:ext cx="2666999" cy="1435608"/>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SzPts val="2000"/>
              <a:buFont typeface="Arial"/>
              <a:buNone/>
              <a:defRPr sz="2000"/>
            </a:lvl1pPr>
            <a:lvl2pPr marL="914400" lvl="1" indent="-228600" algn="ctr">
              <a:lnSpc>
                <a:spcPct val="100000"/>
              </a:lnSpc>
              <a:spcBef>
                <a:spcPts val="600"/>
              </a:spcBef>
              <a:spcAft>
                <a:spcPts val="0"/>
              </a:spcAft>
              <a:buSzPts val="2000"/>
              <a:buFont typeface="Arial"/>
              <a:buNone/>
              <a:defRPr sz="2000"/>
            </a:lvl2pPr>
            <a:lvl3pPr marL="1371600" lvl="2" indent="-228600" algn="ctr">
              <a:lnSpc>
                <a:spcPct val="100000"/>
              </a:lnSpc>
              <a:spcBef>
                <a:spcPts val="600"/>
              </a:spcBef>
              <a:spcAft>
                <a:spcPts val="0"/>
              </a:spcAft>
              <a:buSzPts val="2000"/>
              <a:buFont typeface="Arial"/>
              <a:buNone/>
              <a:defRPr sz="2000"/>
            </a:lvl3pPr>
            <a:lvl4pPr marL="1828800" lvl="3" indent="-228600" algn="ctr">
              <a:lnSpc>
                <a:spcPct val="100000"/>
              </a:lnSpc>
              <a:spcBef>
                <a:spcPts val="600"/>
              </a:spcBef>
              <a:spcAft>
                <a:spcPts val="0"/>
              </a:spcAft>
              <a:buSzPts val="2000"/>
              <a:buFont typeface="Arial"/>
              <a:buNone/>
              <a:defRPr sz="2000"/>
            </a:lvl4pPr>
            <a:lvl5pPr marL="2286000" lvl="4" indent="-228600" algn="ctr">
              <a:lnSpc>
                <a:spcPct val="100000"/>
              </a:lnSpc>
              <a:spcBef>
                <a:spcPts val="300"/>
              </a:spcBef>
              <a:spcAft>
                <a:spcPts val="0"/>
              </a:spcAft>
              <a:buSzPts val="2000"/>
              <a:buFont typeface="Arial"/>
              <a:buNone/>
              <a:defRPr sz="2000"/>
            </a:lvl5pPr>
            <a:lvl6pPr marL="2743200" lvl="5" indent="-228600" algn="ctr">
              <a:lnSpc>
                <a:spcPct val="100000"/>
              </a:lnSpc>
              <a:spcBef>
                <a:spcPts val="300"/>
              </a:spcBef>
              <a:spcAft>
                <a:spcPts val="0"/>
              </a:spcAft>
              <a:buSzPts val="2000"/>
              <a:buFont typeface="Arial"/>
              <a:buNone/>
              <a:defRPr sz="2000"/>
            </a:lvl6pPr>
            <a:lvl7pPr marL="3200400" lvl="6" indent="-228600" algn="ctr">
              <a:lnSpc>
                <a:spcPct val="100000"/>
              </a:lnSpc>
              <a:spcBef>
                <a:spcPts val="300"/>
              </a:spcBef>
              <a:spcAft>
                <a:spcPts val="0"/>
              </a:spcAft>
              <a:buSzPts val="2000"/>
              <a:buFont typeface="Arial"/>
              <a:buNone/>
              <a:defRPr sz="2000"/>
            </a:lvl7pPr>
            <a:lvl8pPr marL="3657600" lvl="7" indent="-228600" algn="ctr">
              <a:lnSpc>
                <a:spcPct val="100000"/>
              </a:lnSpc>
              <a:spcBef>
                <a:spcPts val="300"/>
              </a:spcBef>
              <a:spcAft>
                <a:spcPts val="0"/>
              </a:spcAft>
              <a:buSzPts val="2000"/>
              <a:buFont typeface="Arial"/>
              <a:buNone/>
              <a:defRPr sz="2000"/>
            </a:lvl8pPr>
            <a:lvl9pPr marL="4114800" lvl="8" indent="-228600" algn="ctr">
              <a:lnSpc>
                <a:spcPct val="100000"/>
              </a:lnSpc>
              <a:spcBef>
                <a:spcPts val="300"/>
              </a:spcBef>
              <a:spcAft>
                <a:spcPts val="300"/>
              </a:spcAft>
              <a:buSzPts val="2000"/>
              <a:buFont typeface="Arial"/>
              <a:buNone/>
              <a:defRPr sz="2000"/>
            </a:lvl9pPr>
          </a:lstStyle>
          <a:p>
            <a:endParaRPr/>
          </a:p>
        </p:txBody>
      </p:sp>
      <p:sp>
        <p:nvSpPr>
          <p:cNvPr id="165" name="Google Shape;165;p32"/>
          <p:cNvSpPr txBox="1">
            <a:spLocks noGrp="1"/>
          </p:cNvSpPr>
          <p:nvPr>
            <p:ph type="body" idx="4"/>
          </p:nvPr>
        </p:nvSpPr>
        <p:spPr>
          <a:xfrm>
            <a:off x="3302001" y="1219200"/>
            <a:ext cx="2666999" cy="354234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66" name="Google Shape;166;p32"/>
          <p:cNvSpPr txBox="1">
            <a:spLocks noGrp="1"/>
          </p:cNvSpPr>
          <p:nvPr>
            <p:ph type="body" idx="5"/>
          </p:nvPr>
        </p:nvSpPr>
        <p:spPr>
          <a:xfrm>
            <a:off x="3302001" y="5017580"/>
            <a:ext cx="2666999" cy="1435608"/>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SzPts val="2000"/>
              <a:buFont typeface="Arial"/>
              <a:buNone/>
              <a:defRPr sz="2000"/>
            </a:lvl1pPr>
            <a:lvl2pPr marL="914400" lvl="1" indent="-228600" algn="ctr">
              <a:lnSpc>
                <a:spcPct val="100000"/>
              </a:lnSpc>
              <a:spcBef>
                <a:spcPts val="600"/>
              </a:spcBef>
              <a:spcAft>
                <a:spcPts val="0"/>
              </a:spcAft>
              <a:buSzPts val="2000"/>
              <a:buFont typeface="Arial"/>
              <a:buNone/>
              <a:defRPr sz="2000"/>
            </a:lvl2pPr>
            <a:lvl3pPr marL="1371600" lvl="2" indent="-228600" algn="ctr">
              <a:lnSpc>
                <a:spcPct val="100000"/>
              </a:lnSpc>
              <a:spcBef>
                <a:spcPts val="600"/>
              </a:spcBef>
              <a:spcAft>
                <a:spcPts val="0"/>
              </a:spcAft>
              <a:buSzPts val="2000"/>
              <a:buFont typeface="Arial"/>
              <a:buNone/>
              <a:defRPr sz="2000"/>
            </a:lvl3pPr>
            <a:lvl4pPr marL="1828800" lvl="3" indent="-228600" algn="ctr">
              <a:lnSpc>
                <a:spcPct val="100000"/>
              </a:lnSpc>
              <a:spcBef>
                <a:spcPts val="600"/>
              </a:spcBef>
              <a:spcAft>
                <a:spcPts val="0"/>
              </a:spcAft>
              <a:buSzPts val="2000"/>
              <a:buFont typeface="Arial"/>
              <a:buNone/>
              <a:defRPr sz="2000"/>
            </a:lvl4pPr>
            <a:lvl5pPr marL="2286000" lvl="4" indent="-228600" algn="ctr">
              <a:lnSpc>
                <a:spcPct val="100000"/>
              </a:lnSpc>
              <a:spcBef>
                <a:spcPts val="300"/>
              </a:spcBef>
              <a:spcAft>
                <a:spcPts val="0"/>
              </a:spcAft>
              <a:buSzPts val="2000"/>
              <a:buFont typeface="Arial"/>
              <a:buNone/>
              <a:defRPr sz="2000"/>
            </a:lvl5pPr>
            <a:lvl6pPr marL="2743200" lvl="5" indent="-228600" algn="ctr">
              <a:lnSpc>
                <a:spcPct val="100000"/>
              </a:lnSpc>
              <a:spcBef>
                <a:spcPts val="300"/>
              </a:spcBef>
              <a:spcAft>
                <a:spcPts val="0"/>
              </a:spcAft>
              <a:buSzPts val="2000"/>
              <a:buFont typeface="Arial"/>
              <a:buNone/>
              <a:defRPr sz="2000"/>
            </a:lvl6pPr>
            <a:lvl7pPr marL="3200400" lvl="6" indent="-228600" algn="ctr">
              <a:lnSpc>
                <a:spcPct val="100000"/>
              </a:lnSpc>
              <a:spcBef>
                <a:spcPts val="300"/>
              </a:spcBef>
              <a:spcAft>
                <a:spcPts val="0"/>
              </a:spcAft>
              <a:buSzPts val="2000"/>
              <a:buFont typeface="Arial"/>
              <a:buNone/>
              <a:defRPr sz="2000"/>
            </a:lvl7pPr>
            <a:lvl8pPr marL="3657600" lvl="7" indent="-228600" algn="ctr">
              <a:lnSpc>
                <a:spcPct val="100000"/>
              </a:lnSpc>
              <a:spcBef>
                <a:spcPts val="300"/>
              </a:spcBef>
              <a:spcAft>
                <a:spcPts val="0"/>
              </a:spcAft>
              <a:buSzPts val="2000"/>
              <a:buFont typeface="Arial"/>
              <a:buNone/>
              <a:defRPr sz="2000"/>
            </a:lvl8pPr>
            <a:lvl9pPr marL="4114800" lvl="8" indent="-228600" algn="ctr">
              <a:lnSpc>
                <a:spcPct val="100000"/>
              </a:lnSpc>
              <a:spcBef>
                <a:spcPts val="300"/>
              </a:spcBef>
              <a:spcAft>
                <a:spcPts val="300"/>
              </a:spcAft>
              <a:buSzPts val="2000"/>
              <a:buFont typeface="Arial"/>
              <a:buNone/>
              <a:defRPr sz="2000"/>
            </a:lvl9pPr>
          </a:lstStyle>
          <a:p>
            <a:endParaRPr/>
          </a:p>
        </p:txBody>
      </p:sp>
      <p:sp>
        <p:nvSpPr>
          <p:cNvPr id="167" name="Google Shape;167;p32"/>
          <p:cNvSpPr txBox="1">
            <a:spLocks noGrp="1"/>
          </p:cNvSpPr>
          <p:nvPr>
            <p:ph type="body" idx="6"/>
          </p:nvPr>
        </p:nvSpPr>
        <p:spPr>
          <a:xfrm>
            <a:off x="6223001" y="1219200"/>
            <a:ext cx="2666999" cy="354234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68" name="Google Shape;168;p32"/>
          <p:cNvSpPr txBox="1">
            <a:spLocks noGrp="1"/>
          </p:cNvSpPr>
          <p:nvPr>
            <p:ph type="body" idx="7"/>
          </p:nvPr>
        </p:nvSpPr>
        <p:spPr>
          <a:xfrm>
            <a:off x="6223001" y="5017580"/>
            <a:ext cx="2666999" cy="1435608"/>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SzPts val="2000"/>
              <a:buFont typeface="Arial"/>
              <a:buNone/>
              <a:defRPr sz="2000"/>
            </a:lvl1pPr>
            <a:lvl2pPr marL="914400" lvl="1" indent="-228600" algn="ctr">
              <a:lnSpc>
                <a:spcPct val="100000"/>
              </a:lnSpc>
              <a:spcBef>
                <a:spcPts val="600"/>
              </a:spcBef>
              <a:spcAft>
                <a:spcPts val="0"/>
              </a:spcAft>
              <a:buSzPts val="2000"/>
              <a:buFont typeface="Arial"/>
              <a:buNone/>
              <a:defRPr sz="2000"/>
            </a:lvl2pPr>
            <a:lvl3pPr marL="1371600" lvl="2" indent="-228600" algn="ctr">
              <a:lnSpc>
                <a:spcPct val="100000"/>
              </a:lnSpc>
              <a:spcBef>
                <a:spcPts val="600"/>
              </a:spcBef>
              <a:spcAft>
                <a:spcPts val="0"/>
              </a:spcAft>
              <a:buSzPts val="2000"/>
              <a:buFont typeface="Arial"/>
              <a:buNone/>
              <a:defRPr sz="2000"/>
            </a:lvl3pPr>
            <a:lvl4pPr marL="1828800" lvl="3" indent="-228600" algn="ctr">
              <a:lnSpc>
                <a:spcPct val="100000"/>
              </a:lnSpc>
              <a:spcBef>
                <a:spcPts val="600"/>
              </a:spcBef>
              <a:spcAft>
                <a:spcPts val="0"/>
              </a:spcAft>
              <a:buSzPts val="2000"/>
              <a:buFont typeface="Arial"/>
              <a:buNone/>
              <a:defRPr sz="2000"/>
            </a:lvl4pPr>
            <a:lvl5pPr marL="2286000" lvl="4" indent="-228600" algn="ctr">
              <a:lnSpc>
                <a:spcPct val="100000"/>
              </a:lnSpc>
              <a:spcBef>
                <a:spcPts val="300"/>
              </a:spcBef>
              <a:spcAft>
                <a:spcPts val="0"/>
              </a:spcAft>
              <a:buSzPts val="2000"/>
              <a:buFont typeface="Arial"/>
              <a:buNone/>
              <a:defRPr sz="2000"/>
            </a:lvl5pPr>
            <a:lvl6pPr marL="2743200" lvl="5" indent="-228600" algn="ctr">
              <a:lnSpc>
                <a:spcPct val="100000"/>
              </a:lnSpc>
              <a:spcBef>
                <a:spcPts val="300"/>
              </a:spcBef>
              <a:spcAft>
                <a:spcPts val="0"/>
              </a:spcAft>
              <a:buSzPts val="2000"/>
              <a:buFont typeface="Arial"/>
              <a:buNone/>
              <a:defRPr sz="2000"/>
            </a:lvl6pPr>
            <a:lvl7pPr marL="3200400" lvl="6" indent="-228600" algn="ctr">
              <a:lnSpc>
                <a:spcPct val="100000"/>
              </a:lnSpc>
              <a:spcBef>
                <a:spcPts val="300"/>
              </a:spcBef>
              <a:spcAft>
                <a:spcPts val="0"/>
              </a:spcAft>
              <a:buSzPts val="2000"/>
              <a:buFont typeface="Arial"/>
              <a:buNone/>
              <a:defRPr sz="2000"/>
            </a:lvl7pPr>
            <a:lvl8pPr marL="3657600" lvl="7" indent="-228600" algn="ctr">
              <a:lnSpc>
                <a:spcPct val="100000"/>
              </a:lnSpc>
              <a:spcBef>
                <a:spcPts val="300"/>
              </a:spcBef>
              <a:spcAft>
                <a:spcPts val="0"/>
              </a:spcAft>
              <a:buSzPts val="2000"/>
              <a:buFont typeface="Arial"/>
              <a:buNone/>
              <a:defRPr sz="2000"/>
            </a:lvl8pPr>
            <a:lvl9pPr marL="4114800" lvl="8" indent="-228600" algn="ctr">
              <a:lnSpc>
                <a:spcPct val="100000"/>
              </a:lnSpc>
              <a:spcBef>
                <a:spcPts val="300"/>
              </a:spcBef>
              <a:spcAft>
                <a:spcPts val="300"/>
              </a:spcAft>
              <a:buSzPts val="2000"/>
              <a:buFont typeface="Arial"/>
              <a:buNone/>
              <a:defRPr sz="2000"/>
            </a:lvl9pPr>
          </a:lstStyle>
          <a:p>
            <a:endParaRPr/>
          </a:p>
        </p:txBody>
      </p:sp>
      <p:sp>
        <p:nvSpPr>
          <p:cNvPr id="169" name="Google Shape;169;p32"/>
          <p:cNvSpPr txBox="1">
            <a:spLocks noGrp="1"/>
          </p:cNvSpPr>
          <p:nvPr>
            <p:ph type="body" idx="8"/>
          </p:nvPr>
        </p:nvSpPr>
        <p:spPr>
          <a:xfrm>
            <a:off x="9144001" y="1219200"/>
            <a:ext cx="2666999" cy="3542348"/>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200"/>
              </a:spcBef>
              <a:spcAft>
                <a:spcPts val="0"/>
              </a:spcAft>
              <a:buSzPts val="20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70" name="Google Shape;170;p32"/>
          <p:cNvSpPr txBox="1">
            <a:spLocks noGrp="1"/>
          </p:cNvSpPr>
          <p:nvPr>
            <p:ph type="body" idx="9"/>
          </p:nvPr>
        </p:nvSpPr>
        <p:spPr>
          <a:xfrm>
            <a:off x="9144001" y="5017580"/>
            <a:ext cx="2666999" cy="1435608"/>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SzPts val="2000"/>
              <a:buFont typeface="Arial"/>
              <a:buNone/>
              <a:defRPr sz="2000"/>
            </a:lvl1pPr>
            <a:lvl2pPr marL="914400" lvl="1" indent="-228600" algn="ctr">
              <a:lnSpc>
                <a:spcPct val="100000"/>
              </a:lnSpc>
              <a:spcBef>
                <a:spcPts val="600"/>
              </a:spcBef>
              <a:spcAft>
                <a:spcPts val="0"/>
              </a:spcAft>
              <a:buSzPts val="2000"/>
              <a:buFont typeface="Arial"/>
              <a:buNone/>
              <a:defRPr sz="2000"/>
            </a:lvl2pPr>
            <a:lvl3pPr marL="1371600" lvl="2" indent="-228600" algn="ctr">
              <a:lnSpc>
                <a:spcPct val="100000"/>
              </a:lnSpc>
              <a:spcBef>
                <a:spcPts val="600"/>
              </a:spcBef>
              <a:spcAft>
                <a:spcPts val="0"/>
              </a:spcAft>
              <a:buSzPts val="2000"/>
              <a:buFont typeface="Arial"/>
              <a:buNone/>
              <a:defRPr sz="2000"/>
            </a:lvl3pPr>
            <a:lvl4pPr marL="1828800" lvl="3" indent="-228600" algn="ctr">
              <a:lnSpc>
                <a:spcPct val="100000"/>
              </a:lnSpc>
              <a:spcBef>
                <a:spcPts val="600"/>
              </a:spcBef>
              <a:spcAft>
                <a:spcPts val="0"/>
              </a:spcAft>
              <a:buSzPts val="2000"/>
              <a:buFont typeface="Arial"/>
              <a:buNone/>
              <a:defRPr sz="2000"/>
            </a:lvl4pPr>
            <a:lvl5pPr marL="2286000" lvl="4" indent="-228600" algn="ctr">
              <a:lnSpc>
                <a:spcPct val="100000"/>
              </a:lnSpc>
              <a:spcBef>
                <a:spcPts val="300"/>
              </a:spcBef>
              <a:spcAft>
                <a:spcPts val="0"/>
              </a:spcAft>
              <a:buSzPts val="2000"/>
              <a:buFont typeface="Arial"/>
              <a:buNone/>
              <a:defRPr sz="2000"/>
            </a:lvl5pPr>
            <a:lvl6pPr marL="2743200" lvl="5" indent="-228600" algn="ctr">
              <a:lnSpc>
                <a:spcPct val="100000"/>
              </a:lnSpc>
              <a:spcBef>
                <a:spcPts val="300"/>
              </a:spcBef>
              <a:spcAft>
                <a:spcPts val="0"/>
              </a:spcAft>
              <a:buSzPts val="2000"/>
              <a:buFont typeface="Arial"/>
              <a:buNone/>
              <a:defRPr sz="2000"/>
            </a:lvl6pPr>
            <a:lvl7pPr marL="3200400" lvl="6" indent="-228600" algn="ctr">
              <a:lnSpc>
                <a:spcPct val="100000"/>
              </a:lnSpc>
              <a:spcBef>
                <a:spcPts val="300"/>
              </a:spcBef>
              <a:spcAft>
                <a:spcPts val="0"/>
              </a:spcAft>
              <a:buSzPts val="2000"/>
              <a:buFont typeface="Arial"/>
              <a:buNone/>
              <a:defRPr sz="2000"/>
            </a:lvl7pPr>
            <a:lvl8pPr marL="3657600" lvl="7" indent="-228600" algn="ctr">
              <a:lnSpc>
                <a:spcPct val="100000"/>
              </a:lnSpc>
              <a:spcBef>
                <a:spcPts val="300"/>
              </a:spcBef>
              <a:spcAft>
                <a:spcPts val="0"/>
              </a:spcAft>
              <a:buSzPts val="2000"/>
              <a:buFont typeface="Arial"/>
              <a:buNone/>
              <a:defRPr sz="2000"/>
            </a:lvl8pPr>
            <a:lvl9pPr marL="4114800" lvl="8" indent="-228600" algn="ctr">
              <a:lnSpc>
                <a:spcPct val="100000"/>
              </a:lnSpc>
              <a:spcBef>
                <a:spcPts val="300"/>
              </a:spcBef>
              <a:spcAft>
                <a:spcPts val="300"/>
              </a:spcAft>
              <a:buSzPts val="2000"/>
              <a:buFont typeface="Arial"/>
              <a:buNone/>
              <a:defRPr sz="2000"/>
            </a:lvl9pPr>
          </a:lstStyle>
          <a:p>
            <a:endParaRPr/>
          </a:p>
        </p:txBody>
      </p:sp>
      <p:sp>
        <p:nvSpPr>
          <p:cNvPr id="171" name="Google Shape;171;p32"/>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72"/>
        <p:cNvGrpSpPr/>
        <p:nvPr/>
      </p:nvGrpSpPr>
      <p:grpSpPr>
        <a:xfrm>
          <a:off x="0" y="0"/>
          <a:ext cx="0" cy="0"/>
          <a:chOff x="0" y="0"/>
          <a:chExt cx="0" cy="0"/>
        </a:xfrm>
      </p:grpSpPr>
      <p:sp>
        <p:nvSpPr>
          <p:cNvPr id="173" name="Google Shape;173;p33"/>
          <p:cNvSpPr/>
          <p:nvPr/>
        </p:nvSpPr>
        <p:spPr>
          <a:xfrm>
            <a:off x="-1" y="1493838"/>
            <a:ext cx="12192001" cy="3172968"/>
          </a:xfrm>
          <a:prstGeom prst="rect">
            <a:avLst/>
          </a:prstGeom>
          <a:solidFill>
            <a:srgbClr val="DFE2E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4" name="Google Shape;174;p33"/>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p33"/>
          <p:cNvSpPr txBox="1">
            <a:spLocks noGrp="1"/>
          </p:cNvSpPr>
          <p:nvPr>
            <p:ph type="title"/>
          </p:nvPr>
        </p:nvSpPr>
        <p:spPr>
          <a:xfrm>
            <a:off x="381001" y="2278984"/>
            <a:ext cx="8509000" cy="100584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1"/>
              </a:buClr>
              <a:buSzPts val="3600"/>
              <a:buFont typeface="Arial"/>
              <a:buNone/>
              <a:defRPr sz="3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6" name="Google Shape;176;p33"/>
          <p:cNvSpPr txBox="1">
            <a:spLocks noGrp="1"/>
          </p:cNvSpPr>
          <p:nvPr>
            <p:ph type="body" idx="1"/>
          </p:nvPr>
        </p:nvSpPr>
        <p:spPr>
          <a:xfrm>
            <a:off x="381001" y="3293048"/>
            <a:ext cx="8509000" cy="85573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None/>
              <a:defRPr sz="2000">
                <a:solidFill>
                  <a:schemeClr val="dk1"/>
                </a:solidFill>
                <a:latin typeface="Arial"/>
                <a:ea typeface="Arial"/>
                <a:cs typeface="Arial"/>
                <a:sym typeface="Arial"/>
              </a:defRPr>
            </a:lvl1pPr>
            <a:lvl2pPr marL="914400" lvl="1" indent="-228600" algn="l">
              <a:lnSpc>
                <a:spcPct val="100000"/>
              </a:lnSpc>
              <a:spcBef>
                <a:spcPts val="600"/>
              </a:spcBef>
              <a:spcAft>
                <a:spcPts val="0"/>
              </a:spcAft>
              <a:buSzPts val="2000"/>
              <a:buNone/>
              <a:defRPr sz="2000">
                <a:solidFill>
                  <a:srgbClr val="888888"/>
                </a:solidFill>
              </a:defRPr>
            </a:lvl2pPr>
            <a:lvl3pPr marL="1371600" lvl="2" indent="-228600" algn="l">
              <a:lnSpc>
                <a:spcPct val="100000"/>
              </a:lnSpc>
              <a:spcBef>
                <a:spcPts val="600"/>
              </a:spcBef>
              <a:spcAft>
                <a:spcPts val="0"/>
              </a:spcAft>
              <a:buSzPts val="1800"/>
              <a:buNone/>
              <a:defRPr sz="1800">
                <a:solidFill>
                  <a:srgbClr val="888888"/>
                </a:solidFill>
              </a:defRPr>
            </a:lvl3pPr>
            <a:lvl4pPr marL="1828800" lvl="3" indent="-228600" algn="l">
              <a:lnSpc>
                <a:spcPct val="100000"/>
              </a:lnSpc>
              <a:spcBef>
                <a:spcPts val="600"/>
              </a:spcBef>
              <a:spcAft>
                <a:spcPts val="0"/>
              </a:spcAft>
              <a:buSzPts val="1600"/>
              <a:buNone/>
              <a:defRPr sz="1600">
                <a:solidFill>
                  <a:srgbClr val="888888"/>
                </a:solidFill>
              </a:defRPr>
            </a:lvl4pPr>
            <a:lvl5pPr marL="2286000" lvl="4" indent="-228600" algn="l">
              <a:lnSpc>
                <a:spcPct val="100000"/>
              </a:lnSpc>
              <a:spcBef>
                <a:spcPts val="300"/>
              </a:spcBef>
              <a:spcAft>
                <a:spcPts val="0"/>
              </a:spcAft>
              <a:buSzPts val="1600"/>
              <a:buNone/>
              <a:defRPr sz="1600">
                <a:solidFill>
                  <a:srgbClr val="888888"/>
                </a:solidFill>
              </a:defRPr>
            </a:lvl5pPr>
            <a:lvl6pPr marL="2743200" lvl="5" indent="-228600" algn="l">
              <a:lnSpc>
                <a:spcPct val="100000"/>
              </a:lnSpc>
              <a:spcBef>
                <a:spcPts val="300"/>
              </a:spcBef>
              <a:spcAft>
                <a:spcPts val="0"/>
              </a:spcAft>
              <a:buSzPts val="1600"/>
              <a:buNone/>
              <a:defRPr sz="1600">
                <a:solidFill>
                  <a:srgbClr val="888888"/>
                </a:solidFill>
              </a:defRPr>
            </a:lvl6pPr>
            <a:lvl7pPr marL="3200400" lvl="6" indent="-228600" algn="l">
              <a:lnSpc>
                <a:spcPct val="100000"/>
              </a:lnSpc>
              <a:spcBef>
                <a:spcPts val="300"/>
              </a:spcBef>
              <a:spcAft>
                <a:spcPts val="0"/>
              </a:spcAft>
              <a:buSzPts val="1600"/>
              <a:buNone/>
              <a:defRPr sz="1600">
                <a:solidFill>
                  <a:srgbClr val="888888"/>
                </a:solidFill>
              </a:defRPr>
            </a:lvl7pPr>
            <a:lvl8pPr marL="3657600" lvl="7" indent="-228600" algn="l">
              <a:lnSpc>
                <a:spcPct val="100000"/>
              </a:lnSpc>
              <a:spcBef>
                <a:spcPts val="300"/>
              </a:spcBef>
              <a:spcAft>
                <a:spcPts val="0"/>
              </a:spcAft>
              <a:buSzPts val="1600"/>
              <a:buNone/>
              <a:defRPr sz="1600">
                <a:solidFill>
                  <a:srgbClr val="888888"/>
                </a:solidFill>
              </a:defRPr>
            </a:lvl8pPr>
            <a:lvl9pPr marL="4114800" lvl="8" indent="-228600" algn="l">
              <a:lnSpc>
                <a:spcPct val="100000"/>
              </a:lnSpc>
              <a:spcBef>
                <a:spcPts val="300"/>
              </a:spcBef>
              <a:spcAft>
                <a:spcPts val="300"/>
              </a:spcAft>
              <a:buSzPts val="1600"/>
              <a:buNone/>
              <a:defRPr sz="1600">
                <a:solidFill>
                  <a:srgbClr val="888888"/>
                </a:solidFill>
              </a:defRPr>
            </a:lvl9pPr>
          </a:lstStyle>
          <a:p>
            <a:endParaRPr/>
          </a:p>
        </p:txBody>
      </p:sp>
      <p:sp>
        <p:nvSpPr>
          <p:cNvPr id="177" name="Google Shape;177;p33"/>
          <p:cNvSpPr/>
          <p:nvPr/>
        </p:nvSpPr>
        <p:spPr>
          <a:xfrm>
            <a:off x="9082717" y="1493838"/>
            <a:ext cx="3109283" cy="3172968"/>
          </a:xfrm>
          <a:custGeom>
            <a:avLst/>
            <a:gdLst/>
            <a:ahLst/>
            <a:cxnLst/>
            <a:rect l="l" t="t" r="r" b="b"/>
            <a:pathLst>
              <a:path w="3109283" h="3172968" extrusionOk="0">
                <a:moveTo>
                  <a:pt x="1011647" y="0"/>
                </a:moveTo>
                <a:lnTo>
                  <a:pt x="3109283" y="0"/>
                </a:lnTo>
                <a:lnTo>
                  <a:pt x="3109283" y="3172968"/>
                </a:lnTo>
                <a:lnTo>
                  <a:pt x="0" y="3172968"/>
                </a:lnTo>
                <a:close/>
              </a:path>
            </a:pathLst>
          </a:custGeom>
          <a:gradFill>
            <a:gsLst>
              <a:gs pos="0">
                <a:srgbClr val="2D1541"/>
              </a:gs>
              <a:gs pos="50000">
                <a:srgbClr val="582A82"/>
              </a:gs>
              <a:gs pos="100000">
                <a:schemeClr val="accent1"/>
              </a:gs>
            </a:gsLst>
            <a:lin ang="1062000" scaled="0"/>
          </a:gradFill>
          <a:ln>
            <a:noFill/>
          </a:ln>
        </p:spPr>
        <p:txBody>
          <a:bodyPr spcFirstLastPara="1" wrap="square" lIns="1828800" tIns="0" rIns="640075" bIns="0" anchor="ctr" anchorCtr="0">
            <a:noAutofit/>
          </a:bodyPr>
          <a:lstStyle/>
          <a:p>
            <a:pPr marL="0" marR="0" lvl="0" indent="0" algn="l" rtl="0">
              <a:lnSpc>
                <a:spcPct val="100000"/>
              </a:lnSpc>
              <a:spcBef>
                <a:spcPts val="0"/>
              </a:spcBef>
              <a:spcAft>
                <a:spcPts val="0"/>
              </a:spcAft>
              <a:buClr>
                <a:schemeClr val="dk1"/>
              </a:buClr>
              <a:buSzPts val="800"/>
              <a:buFont typeface="Arial"/>
              <a:buNone/>
            </a:pPr>
            <a:endParaRPr sz="800" b="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ub-section Header">
  <p:cSld name="Sub-section Header">
    <p:spTree>
      <p:nvGrpSpPr>
        <p:cNvPr id="1" name="Shape 178"/>
        <p:cNvGrpSpPr/>
        <p:nvPr/>
      </p:nvGrpSpPr>
      <p:grpSpPr>
        <a:xfrm>
          <a:off x="0" y="0"/>
          <a:ext cx="0" cy="0"/>
          <a:chOff x="0" y="0"/>
          <a:chExt cx="0" cy="0"/>
        </a:xfrm>
      </p:grpSpPr>
      <p:sp>
        <p:nvSpPr>
          <p:cNvPr id="179" name="Google Shape;179;p34"/>
          <p:cNvSpPr/>
          <p:nvPr/>
        </p:nvSpPr>
        <p:spPr>
          <a:xfrm>
            <a:off x="-1" y="1493838"/>
            <a:ext cx="12192001" cy="3172968"/>
          </a:xfrm>
          <a:prstGeom prst="rect">
            <a:avLst/>
          </a:prstGeom>
          <a:solidFill>
            <a:srgbClr val="DFE2E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0" name="Google Shape;180;p34"/>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34"/>
          <p:cNvSpPr txBox="1">
            <a:spLocks noGrp="1"/>
          </p:cNvSpPr>
          <p:nvPr>
            <p:ph type="title"/>
          </p:nvPr>
        </p:nvSpPr>
        <p:spPr>
          <a:xfrm>
            <a:off x="381001" y="2278984"/>
            <a:ext cx="8509000" cy="100584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646E81"/>
              </a:buClr>
              <a:buSzPts val="3600"/>
              <a:buFont typeface="Arial"/>
              <a:buNone/>
              <a:defRPr sz="3600">
                <a:solidFill>
                  <a:srgbClr val="646E8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2" name="Google Shape;182;p34"/>
          <p:cNvSpPr txBox="1">
            <a:spLocks noGrp="1"/>
          </p:cNvSpPr>
          <p:nvPr>
            <p:ph type="body" idx="1"/>
          </p:nvPr>
        </p:nvSpPr>
        <p:spPr>
          <a:xfrm>
            <a:off x="381001" y="3293048"/>
            <a:ext cx="8509000" cy="85573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None/>
              <a:defRPr sz="2000">
                <a:solidFill>
                  <a:schemeClr val="dk1"/>
                </a:solidFill>
                <a:latin typeface="Arial"/>
                <a:ea typeface="Arial"/>
                <a:cs typeface="Arial"/>
                <a:sym typeface="Arial"/>
              </a:defRPr>
            </a:lvl1pPr>
            <a:lvl2pPr marL="914400" lvl="1" indent="-228600" algn="l">
              <a:lnSpc>
                <a:spcPct val="100000"/>
              </a:lnSpc>
              <a:spcBef>
                <a:spcPts val="600"/>
              </a:spcBef>
              <a:spcAft>
                <a:spcPts val="0"/>
              </a:spcAft>
              <a:buSzPts val="2000"/>
              <a:buNone/>
              <a:defRPr sz="2000">
                <a:solidFill>
                  <a:srgbClr val="888888"/>
                </a:solidFill>
              </a:defRPr>
            </a:lvl2pPr>
            <a:lvl3pPr marL="1371600" lvl="2" indent="-228600" algn="l">
              <a:lnSpc>
                <a:spcPct val="100000"/>
              </a:lnSpc>
              <a:spcBef>
                <a:spcPts val="600"/>
              </a:spcBef>
              <a:spcAft>
                <a:spcPts val="0"/>
              </a:spcAft>
              <a:buSzPts val="1800"/>
              <a:buNone/>
              <a:defRPr sz="1800">
                <a:solidFill>
                  <a:srgbClr val="888888"/>
                </a:solidFill>
              </a:defRPr>
            </a:lvl3pPr>
            <a:lvl4pPr marL="1828800" lvl="3" indent="-228600" algn="l">
              <a:lnSpc>
                <a:spcPct val="100000"/>
              </a:lnSpc>
              <a:spcBef>
                <a:spcPts val="600"/>
              </a:spcBef>
              <a:spcAft>
                <a:spcPts val="0"/>
              </a:spcAft>
              <a:buSzPts val="1600"/>
              <a:buNone/>
              <a:defRPr sz="1600">
                <a:solidFill>
                  <a:srgbClr val="888888"/>
                </a:solidFill>
              </a:defRPr>
            </a:lvl4pPr>
            <a:lvl5pPr marL="2286000" lvl="4" indent="-228600" algn="l">
              <a:lnSpc>
                <a:spcPct val="100000"/>
              </a:lnSpc>
              <a:spcBef>
                <a:spcPts val="300"/>
              </a:spcBef>
              <a:spcAft>
                <a:spcPts val="0"/>
              </a:spcAft>
              <a:buSzPts val="1600"/>
              <a:buNone/>
              <a:defRPr sz="1600">
                <a:solidFill>
                  <a:srgbClr val="888888"/>
                </a:solidFill>
              </a:defRPr>
            </a:lvl5pPr>
            <a:lvl6pPr marL="2743200" lvl="5" indent="-228600" algn="l">
              <a:lnSpc>
                <a:spcPct val="100000"/>
              </a:lnSpc>
              <a:spcBef>
                <a:spcPts val="300"/>
              </a:spcBef>
              <a:spcAft>
                <a:spcPts val="0"/>
              </a:spcAft>
              <a:buSzPts val="1600"/>
              <a:buNone/>
              <a:defRPr sz="1600">
                <a:solidFill>
                  <a:srgbClr val="888888"/>
                </a:solidFill>
              </a:defRPr>
            </a:lvl6pPr>
            <a:lvl7pPr marL="3200400" lvl="6" indent="-228600" algn="l">
              <a:lnSpc>
                <a:spcPct val="100000"/>
              </a:lnSpc>
              <a:spcBef>
                <a:spcPts val="300"/>
              </a:spcBef>
              <a:spcAft>
                <a:spcPts val="0"/>
              </a:spcAft>
              <a:buSzPts val="1600"/>
              <a:buNone/>
              <a:defRPr sz="1600">
                <a:solidFill>
                  <a:srgbClr val="888888"/>
                </a:solidFill>
              </a:defRPr>
            </a:lvl7pPr>
            <a:lvl8pPr marL="3657600" lvl="7" indent="-228600" algn="l">
              <a:lnSpc>
                <a:spcPct val="100000"/>
              </a:lnSpc>
              <a:spcBef>
                <a:spcPts val="300"/>
              </a:spcBef>
              <a:spcAft>
                <a:spcPts val="0"/>
              </a:spcAft>
              <a:buSzPts val="1600"/>
              <a:buNone/>
              <a:defRPr sz="1600">
                <a:solidFill>
                  <a:srgbClr val="888888"/>
                </a:solidFill>
              </a:defRPr>
            </a:lvl8pPr>
            <a:lvl9pPr marL="4114800" lvl="8" indent="-228600" algn="l">
              <a:lnSpc>
                <a:spcPct val="100000"/>
              </a:lnSpc>
              <a:spcBef>
                <a:spcPts val="300"/>
              </a:spcBef>
              <a:spcAft>
                <a:spcPts val="300"/>
              </a:spcAft>
              <a:buSzPts val="1600"/>
              <a:buNone/>
              <a:defRPr sz="1600">
                <a:solidFill>
                  <a:srgbClr val="888888"/>
                </a:solidFill>
              </a:defRPr>
            </a:lvl9pPr>
          </a:lstStyle>
          <a:p>
            <a:endParaRPr/>
          </a:p>
        </p:txBody>
      </p:sp>
      <p:sp>
        <p:nvSpPr>
          <p:cNvPr id="183" name="Google Shape;183;p34"/>
          <p:cNvSpPr/>
          <p:nvPr/>
        </p:nvSpPr>
        <p:spPr>
          <a:xfrm>
            <a:off x="9082717" y="1493838"/>
            <a:ext cx="3109283" cy="3172968"/>
          </a:xfrm>
          <a:custGeom>
            <a:avLst/>
            <a:gdLst/>
            <a:ahLst/>
            <a:cxnLst/>
            <a:rect l="l" t="t" r="r" b="b"/>
            <a:pathLst>
              <a:path w="3109283" h="3172968" extrusionOk="0">
                <a:moveTo>
                  <a:pt x="1011647" y="0"/>
                </a:moveTo>
                <a:lnTo>
                  <a:pt x="3109283" y="0"/>
                </a:lnTo>
                <a:lnTo>
                  <a:pt x="3109283" y="3172968"/>
                </a:lnTo>
                <a:lnTo>
                  <a:pt x="0" y="3172968"/>
                </a:lnTo>
                <a:close/>
              </a:path>
            </a:pathLst>
          </a:custGeom>
          <a:gradFill>
            <a:gsLst>
              <a:gs pos="0">
                <a:srgbClr val="646E81"/>
              </a:gs>
              <a:gs pos="100000">
                <a:schemeClr val="lt1"/>
              </a:gs>
            </a:gsLst>
            <a:lin ang="1062000" scaled="0"/>
          </a:gradFill>
          <a:ln>
            <a:noFill/>
          </a:ln>
        </p:spPr>
        <p:txBody>
          <a:bodyPr spcFirstLastPara="1" wrap="square" lIns="1828800" tIns="0" rIns="640075" bIns="0" anchor="ctr" anchorCtr="0">
            <a:noAutofit/>
          </a:bodyPr>
          <a:lstStyle/>
          <a:p>
            <a:pPr marL="0" marR="0" lvl="0" indent="0" algn="l" rtl="0">
              <a:lnSpc>
                <a:spcPct val="100000"/>
              </a:lnSpc>
              <a:spcBef>
                <a:spcPts val="0"/>
              </a:spcBef>
              <a:spcAft>
                <a:spcPts val="0"/>
              </a:spcAft>
              <a:buClr>
                <a:schemeClr val="dk1"/>
              </a:buClr>
              <a:buSzPts val="800"/>
              <a:buFont typeface="Arial"/>
              <a:buNone/>
            </a:pPr>
            <a:endParaRPr sz="800" b="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Agenda 2">
  <p:cSld name="Agenda 2">
    <p:spTree>
      <p:nvGrpSpPr>
        <p:cNvPr id="1" name="Shape 184"/>
        <p:cNvGrpSpPr/>
        <p:nvPr/>
      </p:nvGrpSpPr>
      <p:grpSpPr>
        <a:xfrm>
          <a:off x="0" y="0"/>
          <a:ext cx="0" cy="0"/>
          <a:chOff x="0" y="0"/>
          <a:chExt cx="0" cy="0"/>
        </a:xfrm>
      </p:grpSpPr>
      <p:sp>
        <p:nvSpPr>
          <p:cNvPr id="185" name="Google Shape;185;p35"/>
          <p:cNvSpPr/>
          <p:nvPr/>
        </p:nvSpPr>
        <p:spPr>
          <a:xfrm>
            <a:off x="2655595" y="0"/>
            <a:ext cx="9536405" cy="6857790"/>
          </a:xfrm>
          <a:prstGeom prst="rect">
            <a:avLst/>
          </a:prstGeom>
          <a:gradFill>
            <a:gsLst>
              <a:gs pos="0">
                <a:srgbClr val="EEF2F6"/>
              </a:gs>
              <a:gs pos="30000">
                <a:srgbClr val="EEF2F6"/>
              </a:gs>
              <a:gs pos="90000">
                <a:srgbClr val="EEF2F6">
                  <a:alpha val="0"/>
                </a:srgbClr>
              </a:gs>
              <a:gs pos="100000">
                <a:srgbClr val="EEF2F6">
                  <a:alpha val="0"/>
                </a:srgbClr>
              </a:gs>
            </a:gsLst>
            <a:lin ang="1062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86" name="Google Shape;186;p35"/>
          <p:cNvGrpSpPr/>
          <p:nvPr/>
        </p:nvGrpSpPr>
        <p:grpSpPr>
          <a:xfrm>
            <a:off x="0" y="0"/>
            <a:ext cx="4866641" cy="6858000"/>
            <a:chOff x="0" y="0"/>
            <a:chExt cx="4866641" cy="6858000"/>
          </a:xfrm>
        </p:grpSpPr>
        <p:sp>
          <p:nvSpPr>
            <p:cNvPr id="187" name="Google Shape;187;p35"/>
            <p:cNvSpPr/>
            <p:nvPr/>
          </p:nvSpPr>
          <p:spPr>
            <a:xfrm>
              <a:off x="0" y="0"/>
              <a:ext cx="4866641" cy="6858000"/>
            </a:xfrm>
            <a:prstGeom prst="parallelogram">
              <a:avLst>
                <a:gd name="adj" fmla="val 44720"/>
              </a:avLst>
            </a:prstGeom>
            <a:gradFill>
              <a:gsLst>
                <a:gs pos="0">
                  <a:srgbClr val="FFFFFF">
                    <a:alpha val="0"/>
                  </a:srgbClr>
                </a:gs>
                <a:gs pos="19000">
                  <a:srgbClr val="FFFFFF">
                    <a:alpha val="0"/>
                  </a:srgbClr>
                </a:gs>
                <a:gs pos="85000">
                  <a:schemeClr val="lt1"/>
                </a:gs>
                <a:gs pos="95000">
                  <a:srgbClr val="FFFFFF">
                    <a:alpha val="0"/>
                  </a:srgbClr>
                </a:gs>
                <a:gs pos="100000">
                  <a:srgbClr val="FFFFFF">
                    <a:alpha val="0"/>
                  </a:srgbClr>
                </a:gs>
              </a:gsLst>
              <a:lin ang="5400000" scaled="0"/>
            </a:gradFill>
            <a:ln>
              <a:noFill/>
            </a:ln>
            <a:effectLst>
              <a:outerShdw blurRad="127000" algn="ctr" rotWithShape="0">
                <a:srgbClr val="000000">
                  <a:alpha val="30196"/>
                </a:srgbClr>
              </a:outerShdw>
            </a:effectLst>
          </p:spPr>
          <p:txBody>
            <a:bodyPr spcFirstLastPara="1" wrap="square" lIns="0" tIns="0" rIns="0" bIns="0" anchor="ctr" anchorCtr="0">
              <a:noAutofit/>
            </a:bodyPr>
            <a:lstStyle/>
            <a:p>
              <a:pPr marL="0" marR="0" lvl="0" indent="0" algn="r" rtl="0">
                <a:spcBef>
                  <a:spcPts val="0"/>
                </a:spcBef>
                <a:spcAft>
                  <a:spcPts val="0"/>
                </a:spcAft>
                <a:buNone/>
              </a:pPr>
              <a:endParaRPr sz="2400">
                <a:solidFill>
                  <a:srgbClr val="FFFFFF"/>
                </a:solidFill>
                <a:latin typeface="Arial"/>
                <a:ea typeface="Arial"/>
                <a:cs typeface="Arial"/>
                <a:sym typeface="Arial"/>
              </a:endParaRPr>
            </a:p>
          </p:txBody>
        </p:sp>
        <p:sp>
          <p:nvSpPr>
            <p:cNvPr id="188" name="Google Shape;188;p35"/>
            <p:cNvSpPr/>
            <p:nvPr/>
          </p:nvSpPr>
          <p:spPr>
            <a:xfrm>
              <a:off x="0" y="0"/>
              <a:ext cx="4866641" cy="6858000"/>
            </a:xfrm>
            <a:prstGeom prst="parallelogram">
              <a:avLst>
                <a:gd name="adj" fmla="val 44720"/>
              </a:avLst>
            </a:prstGeom>
            <a:solidFill>
              <a:schemeClr val="lt1"/>
            </a:solidFill>
            <a:ln>
              <a:noFill/>
            </a:ln>
          </p:spPr>
          <p:txBody>
            <a:bodyPr spcFirstLastPara="1" wrap="square" lIns="0" tIns="0" rIns="0" bIns="0" anchor="ctr" anchorCtr="0">
              <a:noAutofit/>
            </a:bodyPr>
            <a:lstStyle/>
            <a:p>
              <a:pPr marL="0" marR="0" lvl="0" indent="0" algn="r" rtl="0">
                <a:spcBef>
                  <a:spcPts val="0"/>
                </a:spcBef>
                <a:spcAft>
                  <a:spcPts val="0"/>
                </a:spcAft>
                <a:buNone/>
              </a:pPr>
              <a:endParaRPr sz="2400">
                <a:solidFill>
                  <a:srgbClr val="FFFFFF"/>
                </a:solidFill>
                <a:latin typeface="Arial"/>
                <a:ea typeface="Arial"/>
                <a:cs typeface="Arial"/>
                <a:sym typeface="Arial"/>
              </a:endParaRPr>
            </a:p>
          </p:txBody>
        </p:sp>
        <p:sp>
          <p:nvSpPr>
            <p:cNvPr id="189" name="Google Shape;189;p35"/>
            <p:cNvSpPr/>
            <p:nvPr/>
          </p:nvSpPr>
          <p:spPr>
            <a:xfrm>
              <a:off x="0" y="0"/>
              <a:ext cx="267570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90" name="Google Shape;190;p35"/>
          <p:cNvSpPr txBox="1">
            <a:spLocks noGrp="1"/>
          </p:cNvSpPr>
          <p:nvPr>
            <p:ph type="title"/>
          </p:nvPr>
        </p:nvSpPr>
        <p:spPr>
          <a:xfrm>
            <a:off x="381001" y="2943117"/>
            <a:ext cx="2666999" cy="959065"/>
          </a:xfrm>
          <a:prstGeom prst="rect">
            <a:avLst/>
          </a:prstGeom>
          <a:noFill/>
          <a:ln>
            <a:noFill/>
          </a:ln>
        </p:spPr>
        <p:txBody>
          <a:bodyPr spcFirstLastPara="1" wrap="square" lIns="0" tIns="0" rIns="0" bIns="45700" anchor="ctr" anchorCtr="0">
            <a:noAutofit/>
          </a:bodyPr>
          <a:lstStyle>
            <a:lvl1pPr lvl="0" algn="l">
              <a:lnSpc>
                <a:spcPct val="90000"/>
              </a:lnSpc>
              <a:spcBef>
                <a:spcPts val="0"/>
              </a:spcBef>
              <a:spcAft>
                <a:spcPts val="0"/>
              </a:spcAft>
              <a:buClr>
                <a:schemeClr val="accent1"/>
              </a:buClr>
              <a:buSzPts val="3600"/>
              <a:buFont typeface="Arial"/>
              <a:buNone/>
              <a:defRPr sz="3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35"/>
          <p:cNvSpPr txBox="1">
            <a:spLocks noGrp="1"/>
          </p:cNvSpPr>
          <p:nvPr>
            <p:ph type="body" idx="1"/>
          </p:nvPr>
        </p:nvSpPr>
        <p:spPr>
          <a:xfrm>
            <a:off x="5248275" y="942975"/>
            <a:ext cx="6562725" cy="4959350"/>
          </a:xfrm>
          <a:prstGeom prst="rect">
            <a:avLst/>
          </a:prstGeom>
          <a:noFill/>
          <a:ln>
            <a:noFill/>
          </a:ln>
        </p:spPr>
        <p:txBody>
          <a:bodyPr spcFirstLastPara="1" wrap="square" lIns="0" tIns="0" rIns="0" bIns="0" anchor="ctr" anchorCtr="0">
            <a:noAutofit/>
          </a:bodyPr>
          <a:lstStyle>
            <a:lvl1pPr marL="457200" lvl="0" indent="-381000" algn="l">
              <a:lnSpc>
                <a:spcPct val="100000"/>
              </a:lnSpc>
              <a:spcBef>
                <a:spcPts val="1200"/>
              </a:spcBef>
              <a:spcAft>
                <a:spcPts val="0"/>
              </a:spcAft>
              <a:buClr>
                <a:schemeClr val="dk1"/>
              </a:buClr>
              <a:buSzPts val="2400"/>
              <a:buFont typeface="Arial"/>
              <a:buChar char="•"/>
              <a:defRPr sz="2400">
                <a:solidFill>
                  <a:schemeClr val="dk1"/>
                </a:solidFill>
              </a:defRPr>
            </a:lvl1pPr>
            <a:lvl2pPr marL="914400" lvl="1" indent="-342900" algn="l">
              <a:lnSpc>
                <a:spcPct val="100000"/>
              </a:lnSpc>
              <a:spcBef>
                <a:spcPts val="600"/>
              </a:spcBef>
              <a:spcAft>
                <a:spcPts val="0"/>
              </a:spcAft>
              <a:buClr>
                <a:schemeClr val="dk1"/>
              </a:buClr>
              <a:buSzPts val="1800"/>
              <a:buFont typeface="Arial"/>
              <a:buChar char="–"/>
              <a:defRPr sz="1800">
                <a:solidFill>
                  <a:schemeClr val="dk1"/>
                </a:solidFill>
              </a:defRPr>
            </a:lvl2pPr>
            <a:lvl3pPr marL="1371600" lvl="2" indent="-330200" algn="l">
              <a:lnSpc>
                <a:spcPct val="100000"/>
              </a:lnSpc>
              <a:spcBef>
                <a:spcPts val="600"/>
              </a:spcBef>
              <a:spcAft>
                <a:spcPts val="0"/>
              </a:spcAft>
              <a:buClr>
                <a:schemeClr val="dk1"/>
              </a:buClr>
              <a:buSzPts val="1600"/>
              <a:buFont typeface="Arial"/>
              <a:buChar char="–"/>
              <a:defRPr sz="1600">
                <a:solidFill>
                  <a:schemeClr val="dk1"/>
                </a:solidFill>
              </a:defRPr>
            </a:lvl3pPr>
            <a:lvl4pPr marL="1828800" lvl="3" indent="-317500" algn="l">
              <a:lnSpc>
                <a:spcPct val="100000"/>
              </a:lnSpc>
              <a:spcBef>
                <a:spcPts val="600"/>
              </a:spcBef>
              <a:spcAft>
                <a:spcPts val="0"/>
              </a:spcAft>
              <a:buClr>
                <a:schemeClr val="dk1"/>
              </a:buClr>
              <a:buSzPts val="1400"/>
              <a:buFont typeface="Arial"/>
              <a:buChar char="–"/>
              <a:defRPr sz="1400">
                <a:solidFill>
                  <a:schemeClr val="dk1"/>
                </a:solidFill>
              </a:defRPr>
            </a:lvl4pPr>
            <a:lvl5pPr marL="2286000" lvl="4" indent="-317500" algn="l">
              <a:lnSpc>
                <a:spcPct val="100000"/>
              </a:lnSpc>
              <a:spcBef>
                <a:spcPts val="300"/>
              </a:spcBef>
              <a:spcAft>
                <a:spcPts val="0"/>
              </a:spcAft>
              <a:buClr>
                <a:schemeClr val="dk1"/>
              </a:buClr>
              <a:buSzPts val="1400"/>
              <a:buFont typeface="Arial"/>
              <a:buChar char="–"/>
              <a:defRPr sz="1400">
                <a:solidFill>
                  <a:schemeClr val="dk1"/>
                </a:solidFill>
              </a:defRPr>
            </a:lvl5pPr>
            <a:lvl6pPr marL="2743200" lvl="5" indent="-317500" algn="l">
              <a:lnSpc>
                <a:spcPct val="100000"/>
              </a:lnSpc>
              <a:spcBef>
                <a:spcPts val="300"/>
              </a:spcBef>
              <a:spcAft>
                <a:spcPts val="0"/>
              </a:spcAft>
              <a:buClr>
                <a:schemeClr val="dk1"/>
              </a:buClr>
              <a:buSzPts val="1400"/>
              <a:buFont typeface="Arial"/>
              <a:buChar char="–"/>
              <a:defRPr sz="1400"/>
            </a:lvl6pPr>
            <a:lvl7pPr marL="3200400" lvl="6" indent="-317500" algn="l">
              <a:lnSpc>
                <a:spcPct val="100000"/>
              </a:lnSpc>
              <a:spcBef>
                <a:spcPts val="300"/>
              </a:spcBef>
              <a:spcAft>
                <a:spcPts val="0"/>
              </a:spcAft>
              <a:buClr>
                <a:schemeClr val="dk1"/>
              </a:buClr>
              <a:buSzPts val="1400"/>
              <a:buFont typeface="Arial"/>
              <a:buChar char="–"/>
              <a:defRPr sz="1400"/>
            </a:lvl7pPr>
            <a:lvl8pPr marL="3657600" lvl="7" indent="-317500" algn="l">
              <a:lnSpc>
                <a:spcPct val="100000"/>
              </a:lnSpc>
              <a:spcBef>
                <a:spcPts val="300"/>
              </a:spcBef>
              <a:spcAft>
                <a:spcPts val="0"/>
              </a:spcAft>
              <a:buClr>
                <a:schemeClr val="dk1"/>
              </a:buClr>
              <a:buSzPts val="1400"/>
              <a:buFont typeface="Arial"/>
              <a:buChar char="–"/>
              <a:defRPr sz="1400"/>
            </a:lvl8pPr>
            <a:lvl9pPr marL="4114800" lvl="8" indent="-317500" algn="l">
              <a:lnSpc>
                <a:spcPct val="100000"/>
              </a:lnSpc>
              <a:spcBef>
                <a:spcPts val="300"/>
              </a:spcBef>
              <a:spcAft>
                <a:spcPts val="300"/>
              </a:spcAft>
              <a:buClr>
                <a:schemeClr val="dk1"/>
              </a:buClr>
              <a:buSzPts val="1400"/>
              <a:buFont typeface="Arial"/>
              <a:buChar char="–"/>
              <a:defRPr sz="1400"/>
            </a:lvl9pPr>
          </a:lstStyle>
          <a:p>
            <a:endParaRPr/>
          </a:p>
        </p:txBody>
      </p:sp>
      <p:sp>
        <p:nvSpPr>
          <p:cNvPr id="192" name="Google Shape;192;p35"/>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List 4 Items">
  <p:cSld name="List 4 Items">
    <p:spTree>
      <p:nvGrpSpPr>
        <p:cNvPr id="1" name="Shape 193"/>
        <p:cNvGrpSpPr/>
        <p:nvPr/>
      </p:nvGrpSpPr>
      <p:grpSpPr>
        <a:xfrm>
          <a:off x="0" y="0"/>
          <a:ext cx="0" cy="0"/>
          <a:chOff x="0" y="0"/>
          <a:chExt cx="0" cy="0"/>
        </a:xfrm>
      </p:grpSpPr>
      <p:sp>
        <p:nvSpPr>
          <p:cNvPr id="194" name="Google Shape;194;p36"/>
          <p:cNvSpPr txBox="1">
            <a:spLocks noGrp="1"/>
          </p:cNvSpPr>
          <p:nvPr>
            <p:ph type="title"/>
          </p:nvPr>
        </p:nvSpPr>
        <p:spPr>
          <a:xfrm>
            <a:off x="381000" y="1219200"/>
            <a:ext cx="3343275" cy="422444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1"/>
              </a:buClr>
              <a:buSzPts val="3200"/>
              <a:buFont typeface="Arial"/>
              <a:buNone/>
              <a:defRPr sz="32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5" name="Google Shape;195;p36"/>
          <p:cNvSpPr txBox="1">
            <a:spLocks noGrp="1"/>
          </p:cNvSpPr>
          <p:nvPr>
            <p:ph type="body" idx="1"/>
          </p:nvPr>
        </p:nvSpPr>
        <p:spPr>
          <a:xfrm>
            <a:off x="4275139" y="1220788"/>
            <a:ext cx="973136" cy="923928"/>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196" name="Google Shape;196;p36"/>
          <p:cNvSpPr txBox="1">
            <a:spLocks noGrp="1"/>
          </p:cNvSpPr>
          <p:nvPr>
            <p:ph type="body" idx="2"/>
          </p:nvPr>
        </p:nvSpPr>
        <p:spPr>
          <a:xfrm>
            <a:off x="5504657" y="1220788"/>
            <a:ext cx="6306343" cy="923928"/>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atin typeface="Arial"/>
                <a:ea typeface="Arial"/>
                <a:cs typeface="Arial"/>
                <a:sym typeface="Arial"/>
              </a:defRPr>
            </a:lvl1pPr>
            <a:lvl2pPr marL="914400" lvl="1" indent="-342900" algn="l">
              <a:lnSpc>
                <a:spcPct val="100000"/>
              </a:lnSpc>
              <a:spcBef>
                <a:spcPts val="600"/>
              </a:spcBef>
              <a:spcAft>
                <a:spcPts val="0"/>
              </a:spcAft>
              <a:buSzPts val="1800"/>
              <a:buChar char="–"/>
              <a:defRPr>
                <a:latin typeface="Arial"/>
                <a:ea typeface="Arial"/>
                <a:cs typeface="Arial"/>
                <a:sym typeface="Arial"/>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97" name="Google Shape;197;p36"/>
          <p:cNvSpPr txBox="1">
            <a:spLocks noGrp="1"/>
          </p:cNvSpPr>
          <p:nvPr>
            <p:ph type="body" idx="3"/>
          </p:nvPr>
        </p:nvSpPr>
        <p:spPr>
          <a:xfrm>
            <a:off x="4275139" y="2320431"/>
            <a:ext cx="973136" cy="923928"/>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198" name="Google Shape;198;p36"/>
          <p:cNvSpPr txBox="1">
            <a:spLocks noGrp="1"/>
          </p:cNvSpPr>
          <p:nvPr>
            <p:ph type="body" idx="4"/>
          </p:nvPr>
        </p:nvSpPr>
        <p:spPr>
          <a:xfrm>
            <a:off x="5504657" y="2320431"/>
            <a:ext cx="6306343" cy="923928"/>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199" name="Google Shape;199;p36"/>
          <p:cNvSpPr txBox="1">
            <a:spLocks noGrp="1"/>
          </p:cNvSpPr>
          <p:nvPr>
            <p:ph type="body" idx="5"/>
          </p:nvPr>
        </p:nvSpPr>
        <p:spPr>
          <a:xfrm>
            <a:off x="4275139" y="3420074"/>
            <a:ext cx="973136" cy="923928"/>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00" name="Google Shape;200;p36"/>
          <p:cNvSpPr txBox="1">
            <a:spLocks noGrp="1"/>
          </p:cNvSpPr>
          <p:nvPr>
            <p:ph type="body" idx="6"/>
          </p:nvPr>
        </p:nvSpPr>
        <p:spPr>
          <a:xfrm>
            <a:off x="5504657" y="3420074"/>
            <a:ext cx="6306343" cy="923928"/>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01" name="Google Shape;201;p36"/>
          <p:cNvSpPr txBox="1">
            <a:spLocks noGrp="1"/>
          </p:cNvSpPr>
          <p:nvPr>
            <p:ph type="body" idx="7"/>
          </p:nvPr>
        </p:nvSpPr>
        <p:spPr>
          <a:xfrm>
            <a:off x="4275139" y="4519718"/>
            <a:ext cx="973136" cy="923928"/>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02" name="Google Shape;202;p36"/>
          <p:cNvSpPr txBox="1">
            <a:spLocks noGrp="1"/>
          </p:cNvSpPr>
          <p:nvPr>
            <p:ph type="body" idx="8"/>
          </p:nvPr>
        </p:nvSpPr>
        <p:spPr>
          <a:xfrm>
            <a:off x="5504657" y="4519718"/>
            <a:ext cx="6306343" cy="923928"/>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03" name="Google Shape;203;p36"/>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List 5 Items">
  <p:cSld name="List 5 Items">
    <p:spTree>
      <p:nvGrpSpPr>
        <p:cNvPr id="1" name="Shape 204"/>
        <p:cNvGrpSpPr/>
        <p:nvPr/>
      </p:nvGrpSpPr>
      <p:grpSpPr>
        <a:xfrm>
          <a:off x="0" y="0"/>
          <a:ext cx="0" cy="0"/>
          <a:chOff x="0" y="0"/>
          <a:chExt cx="0" cy="0"/>
        </a:xfrm>
      </p:grpSpPr>
      <p:sp>
        <p:nvSpPr>
          <p:cNvPr id="205" name="Google Shape;205;p37"/>
          <p:cNvSpPr txBox="1">
            <a:spLocks noGrp="1"/>
          </p:cNvSpPr>
          <p:nvPr>
            <p:ph type="title"/>
          </p:nvPr>
        </p:nvSpPr>
        <p:spPr>
          <a:xfrm>
            <a:off x="381000" y="663919"/>
            <a:ext cx="3343275" cy="523840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1"/>
              </a:buClr>
              <a:buSzPts val="3200"/>
              <a:buFont typeface="Arial"/>
              <a:buNone/>
              <a:defRPr sz="32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6" name="Google Shape;206;p37"/>
          <p:cNvSpPr txBox="1">
            <a:spLocks noGrp="1"/>
          </p:cNvSpPr>
          <p:nvPr>
            <p:ph type="body" idx="1"/>
          </p:nvPr>
        </p:nvSpPr>
        <p:spPr>
          <a:xfrm>
            <a:off x="4275139" y="663919"/>
            <a:ext cx="973136" cy="923928"/>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07" name="Google Shape;207;p37"/>
          <p:cNvSpPr txBox="1">
            <a:spLocks noGrp="1"/>
          </p:cNvSpPr>
          <p:nvPr>
            <p:ph type="body" idx="2"/>
          </p:nvPr>
        </p:nvSpPr>
        <p:spPr>
          <a:xfrm>
            <a:off x="5504657" y="663919"/>
            <a:ext cx="6306343" cy="923928"/>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08" name="Google Shape;208;p37"/>
          <p:cNvSpPr txBox="1">
            <a:spLocks noGrp="1"/>
          </p:cNvSpPr>
          <p:nvPr>
            <p:ph type="body" idx="3"/>
          </p:nvPr>
        </p:nvSpPr>
        <p:spPr>
          <a:xfrm>
            <a:off x="4275139" y="1742538"/>
            <a:ext cx="973136" cy="923928"/>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09" name="Google Shape;209;p37"/>
          <p:cNvSpPr txBox="1">
            <a:spLocks noGrp="1"/>
          </p:cNvSpPr>
          <p:nvPr>
            <p:ph type="body" idx="4"/>
          </p:nvPr>
        </p:nvSpPr>
        <p:spPr>
          <a:xfrm>
            <a:off x="5504657" y="1742538"/>
            <a:ext cx="6306343" cy="923928"/>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10" name="Google Shape;210;p37"/>
          <p:cNvSpPr txBox="1">
            <a:spLocks noGrp="1"/>
          </p:cNvSpPr>
          <p:nvPr>
            <p:ph type="body" idx="5"/>
          </p:nvPr>
        </p:nvSpPr>
        <p:spPr>
          <a:xfrm>
            <a:off x="4275139" y="2821158"/>
            <a:ext cx="973136" cy="923928"/>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11" name="Google Shape;211;p37"/>
          <p:cNvSpPr txBox="1">
            <a:spLocks noGrp="1"/>
          </p:cNvSpPr>
          <p:nvPr>
            <p:ph type="body" idx="6"/>
          </p:nvPr>
        </p:nvSpPr>
        <p:spPr>
          <a:xfrm>
            <a:off x="5504657" y="2821158"/>
            <a:ext cx="6306343" cy="923928"/>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12" name="Google Shape;212;p37"/>
          <p:cNvSpPr txBox="1">
            <a:spLocks noGrp="1"/>
          </p:cNvSpPr>
          <p:nvPr>
            <p:ph type="body" idx="7"/>
          </p:nvPr>
        </p:nvSpPr>
        <p:spPr>
          <a:xfrm>
            <a:off x="4275139" y="3899778"/>
            <a:ext cx="973136" cy="923928"/>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13" name="Google Shape;213;p37"/>
          <p:cNvSpPr txBox="1">
            <a:spLocks noGrp="1"/>
          </p:cNvSpPr>
          <p:nvPr>
            <p:ph type="body" idx="8"/>
          </p:nvPr>
        </p:nvSpPr>
        <p:spPr>
          <a:xfrm>
            <a:off x="5504657" y="3899778"/>
            <a:ext cx="6306343" cy="923928"/>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14" name="Google Shape;214;p37"/>
          <p:cNvSpPr txBox="1">
            <a:spLocks noGrp="1"/>
          </p:cNvSpPr>
          <p:nvPr>
            <p:ph type="body" idx="9"/>
          </p:nvPr>
        </p:nvSpPr>
        <p:spPr>
          <a:xfrm>
            <a:off x="4275139" y="4978397"/>
            <a:ext cx="973136" cy="923928"/>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15" name="Google Shape;215;p37"/>
          <p:cNvSpPr txBox="1">
            <a:spLocks noGrp="1"/>
          </p:cNvSpPr>
          <p:nvPr>
            <p:ph type="body" idx="13"/>
          </p:nvPr>
        </p:nvSpPr>
        <p:spPr>
          <a:xfrm>
            <a:off x="5504657" y="4978397"/>
            <a:ext cx="6306343" cy="923928"/>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16" name="Google Shape;216;p37"/>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List 6+ Items">
  <p:cSld name="List 6+ Items">
    <p:spTree>
      <p:nvGrpSpPr>
        <p:cNvPr id="1" name="Shape 217"/>
        <p:cNvGrpSpPr/>
        <p:nvPr/>
      </p:nvGrpSpPr>
      <p:grpSpPr>
        <a:xfrm>
          <a:off x="0" y="0"/>
          <a:ext cx="0" cy="0"/>
          <a:chOff x="0" y="0"/>
          <a:chExt cx="0" cy="0"/>
        </a:xfrm>
      </p:grpSpPr>
      <p:sp>
        <p:nvSpPr>
          <p:cNvPr id="218" name="Google Shape;218;p38"/>
          <p:cNvSpPr txBox="1">
            <a:spLocks noGrp="1"/>
          </p:cNvSpPr>
          <p:nvPr>
            <p:ph type="title"/>
          </p:nvPr>
        </p:nvSpPr>
        <p:spPr>
          <a:xfrm>
            <a:off x="379288" y="166710"/>
            <a:ext cx="11431708"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2800"/>
              <a:buFont typeface="Arial"/>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9" name="Google Shape;219;p38"/>
          <p:cNvSpPr txBox="1">
            <a:spLocks noGrp="1"/>
          </p:cNvSpPr>
          <p:nvPr>
            <p:ph type="body" idx="1"/>
          </p:nvPr>
        </p:nvSpPr>
        <p:spPr>
          <a:xfrm>
            <a:off x="381001" y="1220788"/>
            <a:ext cx="719138" cy="735617"/>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20" name="Google Shape;220;p38"/>
          <p:cNvSpPr txBox="1">
            <a:spLocks noGrp="1"/>
          </p:cNvSpPr>
          <p:nvPr>
            <p:ph type="body" idx="2"/>
          </p:nvPr>
        </p:nvSpPr>
        <p:spPr>
          <a:xfrm>
            <a:off x="1354139" y="1220788"/>
            <a:ext cx="4614862" cy="735617"/>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21" name="Google Shape;221;p38"/>
          <p:cNvSpPr txBox="1">
            <a:spLocks noGrp="1"/>
          </p:cNvSpPr>
          <p:nvPr>
            <p:ph type="body" idx="3"/>
          </p:nvPr>
        </p:nvSpPr>
        <p:spPr>
          <a:xfrm>
            <a:off x="381001" y="2204887"/>
            <a:ext cx="719138" cy="735617"/>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22" name="Google Shape;222;p38"/>
          <p:cNvSpPr txBox="1">
            <a:spLocks noGrp="1"/>
          </p:cNvSpPr>
          <p:nvPr>
            <p:ph type="body" idx="4"/>
          </p:nvPr>
        </p:nvSpPr>
        <p:spPr>
          <a:xfrm>
            <a:off x="1354139" y="2204887"/>
            <a:ext cx="4614862" cy="735617"/>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23" name="Google Shape;223;p38"/>
          <p:cNvSpPr txBox="1">
            <a:spLocks noGrp="1"/>
          </p:cNvSpPr>
          <p:nvPr>
            <p:ph type="body" idx="5"/>
          </p:nvPr>
        </p:nvSpPr>
        <p:spPr>
          <a:xfrm>
            <a:off x="381001" y="3188986"/>
            <a:ext cx="719138" cy="735617"/>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24" name="Google Shape;224;p38"/>
          <p:cNvSpPr txBox="1">
            <a:spLocks noGrp="1"/>
          </p:cNvSpPr>
          <p:nvPr>
            <p:ph type="body" idx="6"/>
          </p:nvPr>
        </p:nvSpPr>
        <p:spPr>
          <a:xfrm>
            <a:off x="1354139" y="3188986"/>
            <a:ext cx="4614862" cy="735617"/>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25" name="Google Shape;225;p38"/>
          <p:cNvSpPr txBox="1">
            <a:spLocks noGrp="1"/>
          </p:cNvSpPr>
          <p:nvPr>
            <p:ph type="body" idx="7"/>
          </p:nvPr>
        </p:nvSpPr>
        <p:spPr>
          <a:xfrm>
            <a:off x="381001" y="4173085"/>
            <a:ext cx="719138" cy="735617"/>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26" name="Google Shape;226;p38"/>
          <p:cNvSpPr txBox="1">
            <a:spLocks noGrp="1"/>
          </p:cNvSpPr>
          <p:nvPr>
            <p:ph type="body" idx="8"/>
          </p:nvPr>
        </p:nvSpPr>
        <p:spPr>
          <a:xfrm>
            <a:off x="1354139" y="4173085"/>
            <a:ext cx="4614862" cy="735617"/>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27" name="Google Shape;227;p38"/>
          <p:cNvSpPr txBox="1">
            <a:spLocks noGrp="1"/>
          </p:cNvSpPr>
          <p:nvPr>
            <p:ph type="body" idx="9"/>
          </p:nvPr>
        </p:nvSpPr>
        <p:spPr>
          <a:xfrm>
            <a:off x="381001" y="5157185"/>
            <a:ext cx="719138" cy="735617"/>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28" name="Google Shape;228;p38"/>
          <p:cNvSpPr txBox="1">
            <a:spLocks noGrp="1"/>
          </p:cNvSpPr>
          <p:nvPr>
            <p:ph type="body" idx="13"/>
          </p:nvPr>
        </p:nvSpPr>
        <p:spPr>
          <a:xfrm>
            <a:off x="1354139" y="5157185"/>
            <a:ext cx="4614862" cy="735617"/>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29" name="Google Shape;229;p38"/>
          <p:cNvSpPr txBox="1">
            <a:spLocks noGrp="1"/>
          </p:cNvSpPr>
          <p:nvPr>
            <p:ph type="body" idx="14"/>
          </p:nvPr>
        </p:nvSpPr>
        <p:spPr>
          <a:xfrm>
            <a:off x="6223001" y="1220788"/>
            <a:ext cx="719138" cy="735617"/>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30" name="Google Shape;230;p38"/>
          <p:cNvSpPr txBox="1">
            <a:spLocks noGrp="1"/>
          </p:cNvSpPr>
          <p:nvPr>
            <p:ph type="body" idx="15"/>
          </p:nvPr>
        </p:nvSpPr>
        <p:spPr>
          <a:xfrm>
            <a:off x="7196139" y="1220788"/>
            <a:ext cx="4614862" cy="735617"/>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31" name="Google Shape;231;p38"/>
          <p:cNvSpPr txBox="1">
            <a:spLocks noGrp="1"/>
          </p:cNvSpPr>
          <p:nvPr>
            <p:ph type="body" idx="16"/>
          </p:nvPr>
        </p:nvSpPr>
        <p:spPr>
          <a:xfrm>
            <a:off x="6223001" y="2204887"/>
            <a:ext cx="719138" cy="735617"/>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32" name="Google Shape;232;p38"/>
          <p:cNvSpPr txBox="1">
            <a:spLocks noGrp="1"/>
          </p:cNvSpPr>
          <p:nvPr>
            <p:ph type="body" idx="17"/>
          </p:nvPr>
        </p:nvSpPr>
        <p:spPr>
          <a:xfrm>
            <a:off x="7196139" y="2204887"/>
            <a:ext cx="4614862" cy="735617"/>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33" name="Google Shape;233;p38"/>
          <p:cNvSpPr txBox="1">
            <a:spLocks noGrp="1"/>
          </p:cNvSpPr>
          <p:nvPr>
            <p:ph type="body" idx="18"/>
          </p:nvPr>
        </p:nvSpPr>
        <p:spPr>
          <a:xfrm>
            <a:off x="6223001" y="3188986"/>
            <a:ext cx="719138" cy="735617"/>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34" name="Google Shape;234;p38"/>
          <p:cNvSpPr txBox="1">
            <a:spLocks noGrp="1"/>
          </p:cNvSpPr>
          <p:nvPr>
            <p:ph type="body" idx="19"/>
          </p:nvPr>
        </p:nvSpPr>
        <p:spPr>
          <a:xfrm>
            <a:off x="7196139" y="3188986"/>
            <a:ext cx="4614862" cy="735617"/>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35" name="Google Shape;235;p38"/>
          <p:cNvSpPr txBox="1">
            <a:spLocks noGrp="1"/>
          </p:cNvSpPr>
          <p:nvPr>
            <p:ph type="body" idx="20"/>
          </p:nvPr>
        </p:nvSpPr>
        <p:spPr>
          <a:xfrm>
            <a:off x="6223001" y="4173085"/>
            <a:ext cx="719138" cy="735617"/>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36" name="Google Shape;236;p38"/>
          <p:cNvSpPr txBox="1">
            <a:spLocks noGrp="1"/>
          </p:cNvSpPr>
          <p:nvPr>
            <p:ph type="body" idx="21"/>
          </p:nvPr>
        </p:nvSpPr>
        <p:spPr>
          <a:xfrm>
            <a:off x="7196139" y="4173085"/>
            <a:ext cx="4614862" cy="735617"/>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37" name="Google Shape;237;p38"/>
          <p:cNvSpPr txBox="1">
            <a:spLocks noGrp="1"/>
          </p:cNvSpPr>
          <p:nvPr>
            <p:ph type="body" idx="22"/>
          </p:nvPr>
        </p:nvSpPr>
        <p:spPr>
          <a:xfrm>
            <a:off x="6223001" y="5157185"/>
            <a:ext cx="719138" cy="735617"/>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SzPts val="4000"/>
              <a:buNone/>
              <a:defRPr sz="4000">
                <a:latin typeface="Arial"/>
                <a:ea typeface="Arial"/>
                <a:cs typeface="Arial"/>
                <a:sym typeface="Arial"/>
              </a:defRPr>
            </a:lvl1pPr>
            <a:lvl2pPr marL="914400" lvl="1" indent="-228600" algn="ctr">
              <a:lnSpc>
                <a:spcPct val="100000"/>
              </a:lnSpc>
              <a:spcBef>
                <a:spcPts val="600"/>
              </a:spcBef>
              <a:spcAft>
                <a:spcPts val="0"/>
              </a:spcAft>
              <a:buSzPts val="4000"/>
              <a:buNone/>
              <a:defRPr sz="4000"/>
            </a:lvl2pPr>
            <a:lvl3pPr marL="1371600" lvl="2" indent="-228600" algn="ctr">
              <a:lnSpc>
                <a:spcPct val="100000"/>
              </a:lnSpc>
              <a:spcBef>
                <a:spcPts val="600"/>
              </a:spcBef>
              <a:spcAft>
                <a:spcPts val="0"/>
              </a:spcAft>
              <a:buSzPts val="4000"/>
              <a:buNone/>
              <a:defRPr sz="4000"/>
            </a:lvl3pPr>
            <a:lvl4pPr marL="1828800" lvl="3" indent="-228600" algn="ctr">
              <a:lnSpc>
                <a:spcPct val="100000"/>
              </a:lnSpc>
              <a:spcBef>
                <a:spcPts val="600"/>
              </a:spcBef>
              <a:spcAft>
                <a:spcPts val="0"/>
              </a:spcAft>
              <a:buSzPts val="4000"/>
              <a:buNone/>
              <a:defRPr sz="4000"/>
            </a:lvl4pPr>
            <a:lvl5pPr marL="2286000" lvl="4" indent="-228600" algn="ctr">
              <a:lnSpc>
                <a:spcPct val="100000"/>
              </a:lnSpc>
              <a:spcBef>
                <a:spcPts val="300"/>
              </a:spcBef>
              <a:spcAft>
                <a:spcPts val="0"/>
              </a:spcAft>
              <a:buSzPts val="4000"/>
              <a:buNone/>
              <a:defRPr sz="4000"/>
            </a:lvl5pPr>
            <a:lvl6pPr marL="2743200" lvl="5" indent="-228600" algn="ctr">
              <a:lnSpc>
                <a:spcPct val="100000"/>
              </a:lnSpc>
              <a:spcBef>
                <a:spcPts val="300"/>
              </a:spcBef>
              <a:spcAft>
                <a:spcPts val="0"/>
              </a:spcAft>
              <a:buSzPts val="4000"/>
              <a:buNone/>
              <a:defRPr sz="4000"/>
            </a:lvl6pPr>
            <a:lvl7pPr marL="3200400" lvl="6" indent="-228600" algn="ctr">
              <a:lnSpc>
                <a:spcPct val="100000"/>
              </a:lnSpc>
              <a:spcBef>
                <a:spcPts val="300"/>
              </a:spcBef>
              <a:spcAft>
                <a:spcPts val="0"/>
              </a:spcAft>
              <a:buSzPts val="4000"/>
              <a:buNone/>
              <a:defRPr sz="4000"/>
            </a:lvl7pPr>
            <a:lvl8pPr marL="3657600" lvl="7" indent="-228600" algn="ctr">
              <a:lnSpc>
                <a:spcPct val="100000"/>
              </a:lnSpc>
              <a:spcBef>
                <a:spcPts val="300"/>
              </a:spcBef>
              <a:spcAft>
                <a:spcPts val="0"/>
              </a:spcAft>
              <a:buSzPts val="4000"/>
              <a:buNone/>
              <a:defRPr sz="4000"/>
            </a:lvl8pPr>
            <a:lvl9pPr marL="4114800" lvl="8" indent="-228600" algn="ctr">
              <a:lnSpc>
                <a:spcPct val="100000"/>
              </a:lnSpc>
              <a:spcBef>
                <a:spcPts val="300"/>
              </a:spcBef>
              <a:spcAft>
                <a:spcPts val="300"/>
              </a:spcAft>
              <a:buSzPts val="4000"/>
              <a:buNone/>
              <a:defRPr sz="4000"/>
            </a:lvl9pPr>
          </a:lstStyle>
          <a:p>
            <a:endParaRPr/>
          </a:p>
        </p:txBody>
      </p:sp>
      <p:sp>
        <p:nvSpPr>
          <p:cNvPr id="238" name="Google Shape;238;p38"/>
          <p:cNvSpPr txBox="1">
            <a:spLocks noGrp="1"/>
          </p:cNvSpPr>
          <p:nvPr>
            <p:ph type="body" idx="23"/>
          </p:nvPr>
        </p:nvSpPr>
        <p:spPr>
          <a:xfrm>
            <a:off x="7196139" y="5157185"/>
            <a:ext cx="4614862" cy="735617"/>
          </a:xfrm>
          <a:prstGeom prst="rect">
            <a:avLst/>
          </a:prstGeom>
          <a:noFill/>
          <a:ln>
            <a:noFill/>
          </a:ln>
        </p:spPr>
        <p:txBody>
          <a:bodyPr spcFirstLastPara="1" wrap="square" lIns="0" tIns="45700" rIns="0" bIns="0" anchor="ctr" anchorCtr="0">
            <a:noAutofit/>
          </a:bodyPr>
          <a:lstStyle>
            <a:lvl1pPr marL="457200" lvl="0" indent="-355600" algn="l">
              <a:lnSpc>
                <a:spcPct val="100000"/>
              </a:lnSpc>
              <a:spcBef>
                <a:spcPts val="0"/>
              </a:spcBef>
              <a:spcAft>
                <a:spcPts val="0"/>
              </a:spcAft>
              <a:buSzPts val="2000"/>
              <a:buFont typeface="Arial"/>
              <a:buChar char="​"/>
              <a:defRPr sz="20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39" name="Google Shape;239;p38"/>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0"/>
        <p:cNvGrpSpPr/>
        <p:nvPr/>
      </p:nvGrpSpPr>
      <p:grpSpPr>
        <a:xfrm>
          <a:off x="0" y="0"/>
          <a:ext cx="0" cy="0"/>
          <a:chOff x="0" y="0"/>
          <a:chExt cx="0" cy="0"/>
        </a:xfrm>
      </p:grpSpPr>
      <p:sp>
        <p:nvSpPr>
          <p:cNvPr id="241" name="Google Shape;241;p39"/>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tatement">
  <p:cSld name="Statement">
    <p:bg>
      <p:bgPr>
        <a:solidFill>
          <a:schemeClr val="lt1"/>
        </a:solidFill>
        <a:effectLst/>
      </p:bgPr>
    </p:bg>
    <p:spTree>
      <p:nvGrpSpPr>
        <p:cNvPr id="1" name="Shape 242"/>
        <p:cNvGrpSpPr/>
        <p:nvPr/>
      </p:nvGrpSpPr>
      <p:grpSpPr>
        <a:xfrm>
          <a:off x="0" y="0"/>
          <a:ext cx="0" cy="0"/>
          <a:chOff x="0" y="0"/>
          <a:chExt cx="0" cy="0"/>
        </a:xfrm>
      </p:grpSpPr>
      <p:sp>
        <p:nvSpPr>
          <p:cNvPr id="243" name="Google Shape;243;p40"/>
          <p:cNvSpPr txBox="1">
            <a:spLocks noGrp="1"/>
          </p:cNvSpPr>
          <p:nvPr>
            <p:ph type="body" idx="1"/>
          </p:nvPr>
        </p:nvSpPr>
        <p:spPr>
          <a:xfrm>
            <a:off x="381000" y="254000"/>
            <a:ext cx="11428414" cy="4006588"/>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SzPts val="3800"/>
              <a:buNone/>
              <a:defRPr sz="3800">
                <a:latin typeface="Arial"/>
                <a:ea typeface="Arial"/>
                <a:cs typeface="Arial"/>
                <a:sym typeface="Arial"/>
              </a:defRPr>
            </a:lvl1pPr>
            <a:lvl2pPr marL="914400" lvl="1" indent="-228600" algn="l">
              <a:lnSpc>
                <a:spcPct val="100000"/>
              </a:lnSpc>
              <a:spcBef>
                <a:spcPts val="600"/>
              </a:spcBef>
              <a:spcAft>
                <a:spcPts val="0"/>
              </a:spcAft>
              <a:buSzPts val="3800"/>
              <a:buNone/>
              <a:defRPr sz="3800"/>
            </a:lvl2pPr>
            <a:lvl3pPr marL="1371600" lvl="2" indent="-228600" algn="l">
              <a:lnSpc>
                <a:spcPct val="100000"/>
              </a:lnSpc>
              <a:spcBef>
                <a:spcPts val="600"/>
              </a:spcBef>
              <a:spcAft>
                <a:spcPts val="0"/>
              </a:spcAft>
              <a:buSzPts val="3800"/>
              <a:buNone/>
              <a:defRPr sz="3800"/>
            </a:lvl3pPr>
            <a:lvl4pPr marL="1828800" lvl="3" indent="-228600" algn="l">
              <a:lnSpc>
                <a:spcPct val="100000"/>
              </a:lnSpc>
              <a:spcBef>
                <a:spcPts val="600"/>
              </a:spcBef>
              <a:spcAft>
                <a:spcPts val="0"/>
              </a:spcAft>
              <a:buSzPts val="3800"/>
              <a:buNone/>
              <a:defRPr sz="3800"/>
            </a:lvl4pPr>
            <a:lvl5pPr marL="2286000" lvl="4" indent="-228600" algn="l">
              <a:lnSpc>
                <a:spcPct val="100000"/>
              </a:lnSpc>
              <a:spcBef>
                <a:spcPts val="300"/>
              </a:spcBef>
              <a:spcAft>
                <a:spcPts val="0"/>
              </a:spcAft>
              <a:buSzPts val="3800"/>
              <a:buNone/>
              <a:defRPr sz="3800"/>
            </a:lvl5pPr>
            <a:lvl6pPr marL="2743200" lvl="5" indent="-228600" algn="l">
              <a:lnSpc>
                <a:spcPct val="100000"/>
              </a:lnSpc>
              <a:spcBef>
                <a:spcPts val="300"/>
              </a:spcBef>
              <a:spcAft>
                <a:spcPts val="0"/>
              </a:spcAft>
              <a:buSzPts val="3800"/>
              <a:buNone/>
              <a:defRPr sz="3800"/>
            </a:lvl6pPr>
            <a:lvl7pPr marL="3200400" lvl="6" indent="-228600" algn="l">
              <a:lnSpc>
                <a:spcPct val="100000"/>
              </a:lnSpc>
              <a:spcBef>
                <a:spcPts val="300"/>
              </a:spcBef>
              <a:spcAft>
                <a:spcPts val="0"/>
              </a:spcAft>
              <a:buSzPts val="3800"/>
              <a:buNone/>
              <a:defRPr sz="3800"/>
            </a:lvl7pPr>
            <a:lvl8pPr marL="3657600" lvl="7" indent="-228600" algn="l">
              <a:lnSpc>
                <a:spcPct val="100000"/>
              </a:lnSpc>
              <a:spcBef>
                <a:spcPts val="300"/>
              </a:spcBef>
              <a:spcAft>
                <a:spcPts val="0"/>
              </a:spcAft>
              <a:buSzPts val="3800"/>
              <a:buNone/>
              <a:defRPr sz="3800"/>
            </a:lvl8pPr>
            <a:lvl9pPr marL="4114800" lvl="8" indent="-228600" algn="l">
              <a:lnSpc>
                <a:spcPct val="100000"/>
              </a:lnSpc>
              <a:spcBef>
                <a:spcPts val="300"/>
              </a:spcBef>
              <a:spcAft>
                <a:spcPts val="300"/>
              </a:spcAft>
              <a:buSzPts val="3800"/>
              <a:buNone/>
              <a:defRPr sz="3800"/>
            </a:lvl9pPr>
          </a:lstStyle>
          <a:p>
            <a:endParaRPr/>
          </a:p>
        </p:txBody>
      </p:sp>
      <p:sp>
        <p:nvSpPr>
          <p:cNvPr id="244" name="Google Shape;244;p40"/>
          <p:cNvSpPr txBox="1">
            <a:spLocks noGrp="1"/>
          </p:cNvSpPr>
          <p:nvPr>
            <p:ph type="body" idx="2"/>
          </p:nvPr>
        </p:nvSpPr>
        <p:spPr>
          <a:xfrm>
            <a:off x="380948" y="4489989"/>
            <a:ext cx="11423754" cy="141233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800"/>
              <a:buNone/>
              <a:defRPr sz="2800">
                <a:solidFill>
                  <a:srgbClr val="646E81"/>
                </a:solidFill>
                <a:latin typeface="Arial"/>
                <a:ea typeface="Arial"/>
                <a:cs typeface="Arial"/>
                <a:sym typeface="Arial"/>
              </a:defRPr>
            </a:lvl1pPr>
            <a:lvl2pPr marL="914400" lvl="1" indent="-228600" algn="l">
              <a:lnSpc>
                <a:spcPct val="100000"/>
              </a:lnSpc>
              <a:spcBef>
                <a:spcPts val="600"/>
              </a:spcBef>
              <a:spcAft>
                <a:spcPts val="0"/>
              </a:spcAft>
              <a:buSzPts val="2800"/>
              <a:buNone/>
              <a:defRPr sz="2800">
                <a:solidFill>
                  <a:schemeClr val="dk2"/>
                </a:solidFill>
              </a:defRPr>
            </a:lvl2pPr>
            <a:lvl3pPr marL="1371600" lvl="2" indent="-228600" algn="l">
              <a:lnSpc>
                <a:spcPct val="100000"/>
              </a:lnSpc>
              <a:spcBef>
                <a:spcPts val="600"/>
              </a:spcBef>
              <a:spcAft>
                <a:spcPts val="0"/>
              </a:spcAft>
              <a:buSzPts val="2800"/>
              <a:buNone/>
              <a:defRPr sz="2800">
                <a:solidFill>
                  <a:schemeClr val="dk2"/>
                </a:solidFill>
              </a:defRPr>
            </a:lvl3pPr>
            <a:lvl4pPr marL="1828800" lvl="3" indent="-228600" algn="l">
              <a:lnSpc>
                <a:spcPct val="100000"/>
              </a:lnSpc>
              <a:spcBef>
                <a:spcPts val="600"/>
              </a:spcBef>
              <a:spcAft>
                <a:spcPts val="0"/>
              </a:spcAft>
              <a:buSzPts val="2800"/>
              <a:buNone/>
              <a:defRPr sz="2800">
                <a:solidFill>
                  <a:schemeClr val="dk2"/>
                </a:solidFill>
              </a:defRPr>
            </a:lvl4pPr>
            <a:lvl5pPr marL="2286000" lvl="4" indent="-228600" algn="l">
              <a:lnSpc>
                <a:spcPct val="100000"/>
              </a:lnSpc>
              <a:spcBef>
                <a:spcPts val="300"/>
              </a:spcBef>
              <a:spcAft>
                <a:spcPts val="0"/>
              </a:spcAft>
              <a:buSzPts val="2800"/>
              <a:buNone/>
              <a:defRPr sz="2800">
                <a:solidFill>
                  <a:schemeClr val="dk2"/>
                </a:solidFill>
              </a:defRPr>
            </a:lvl5pPr>
            <a:lvl6pPr marL="2743200" lvl="5" indent="-228600" algn="l">
              <a:lnSpc>
                <a:spcPct val="100000"/>
              </a:lnSpc>
              <a:spcBef>
                <a:spcPts val="300"/>
              </a:spcBef>
              <a:spcAft>
                <a:spcPts val="0"/>
              </a:spcAft>
              <a:buSzPts val="2800"/>
              <a:buNone/>
              <a:defRPr sz="2800">
                <a:solidFill>
                  <a:schemeClr val="dk2"/>
                </a:solidFill>
              </a:defRPr>
            </a:lvl6pPr>
            <a:lvl7pPr marL="3200400" lvl="6" indent="-228600" algn="l">
              <a:lnSpc>
                <a:spcPct val="100000"/>
              </a:lnSpc>
              <a:spcBef>
                <a:spcPts val="300"/>
              </a:spcBef>
              <a:spcAft>
                <a:spcPts val="0"/>
              </a:spcAft>
              <a:buSzPts val="2800"/>
              <a:buNone/>
              <a:defRPr sz="2800">
                <a:solidFill>
                  <a:schemeClr val="dk2"/>
                </a:solidFill>
              </a:defRPr>
            </a:lvl7pPr>
            <a:lvl8pPr marL="3657600" lvl="7" indent="-228600" algn="l">
              <a:lnSpc>
                <a:spcPct val="100000"/>
              </a:lnSpc>
              <a:spcBef>
                <a:spcPts val="300"/>
              </a:spcBef>
              <a:spcAft>
                <a:spcPts val="0"/>
              </a:spcAft>
              <a:buSzPts val="2800"/>
              <a:buNone/>
              <a:defRPr sz="2800">
                <a:solidFill>
                  <a:schemeClr val="dk2"/>
                </a:solidFill>
              </a:defRPr>
            </a:lvl8pPr>
            <a:lvl9pPr marL="4114800" lvl="8" indent="-228600" algn="l">
              <a:lnSpc>
                <a:spcPct val="100000"/>
              </a:lnSpc>
              <a:spcBef>
                <a:spcPts val="300"/>
              </a:spcBef>
              <a:spcAft>
                <a:spcPts val="300"/>
              </a:spcAft>
              <a:buSzPts val="2800"/>
              <a:buNone/>
              <a:defRPr sz="2800">
                <a:solidFill>
                  <a:schemeClr val="dk2"/>
                </a:solidFill>
              </a:defRPr>
            </a:lvl9pPr>
          </a:lstStyle>
          <a:p>
            <a:endParaRPr/>
          </a:p>
        </p:txBody>
      </p:sp>
      <p:sp>
        <p:nvSpPr>
          <p:cNvPr id="245" name="Google Shape;245;p40"/>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ummary slide">
  <p:cSld name="Summary slide">
    <p:spTree>
      <p:nvGrpSpPr>
        <p:cNvPr id="1" name="Shape 246"/>
        <p:cNvGrpSpPr/>
        <p:nvPr/>
      </p:nvGrpSpPr>
      <p:grpSpPr>
        <a:xfrm>
          <a:off x="0" y="0"/>
          <a:ext cx="0" cy="0"/>
          <a:chOff x="0" y="0"/>
          <a:chExt cx="0" cy="0"/>
        </a:xfrm>
      </p:grpSpPr>
      <p:sp>
        <p:nvSpPr>
          <p:cNvPr id="247" name="Google Shape;247;p41"/>
          <p:cNvSpPr>
            <a:spLocks noGrp="1"/>
          </p:cNvSpPr>
          <p:nvPr>
            <p:ph type="pic" idx="2"/>
          </p:nvPr>
        </p:nvSpPr>
        <p:spPr>
          <a:xfrm>
            <a:off x="7180146" y="942975"/>
            <a:ext cx="5018204" cy="5219700"/>
          </a:xfrm>
          <a:prstGeom prst="rect">
            <a:avLst/>
          </a:prstGeom>
          <a:gradFill>
            <a:gsLst>
              <a:gs pos="0">
                <a:srgbClr val="646E81"/>
              </a:gs>
              <a:gs pos="100000">
                <a:schemeClr val="lt1"/>
              </a:gs>
            </a:gsLst>
            <a:lin ang="1062000" scaled="0"/>
          </a:gradFill>
          <a:ln>
            <a:noFill/>
          </a:ln>
        </p:spPr>
        <p:txBody>
          <a:bodyPr/>
          <a:lstStyle/>
          <a:p>
            <a:endParaRPr lang="es-GT"/>
          </a:p>
        </p:txBody>
      </p:sp>
      <p:sp>
        <p:nvSpPr>
          <p:cNvPr id="248" name="Google Shape;248;p41"/>
          <p:cNvSpPr txBox="1">
            <a:spLocks noGrp="1"/>
          </p:cNvSpPr>
          <p:nvPr>
            <p:ph type="body" idx="1"/>
          </p:nvPr>
        </p:nvSpPr>
        <p:spPr>
          <a:xfrm>
            <a:off x="0" y="941386"/>
            <a:ext cx="9022080" cy="5221289"/>
          </a:xfrm>
          <a:prstGeom prst="rect">
            <a:avLst/>
          </a:prstGeom>
          <a:solidFill>
            <a:srgbClr val="DFE2E6"/>
          </a:solidFill>
          <a:ln>
            <a:noFill/>
          </a:ln>
          <a:effectLst>
            <a:outerShdw dist="76200" algn="l" rotWithShape="0">
              <a:schemeClr val="lt1">
                <a:alpha val="40000"/>
              </a:schemeClr>
            </a:outerShdw>
          </a:effectLst>
        </p:spPr>
        <p:txBody>
          <a:bodyPr spcFirstLastPara="1" wrap="square" lIns="384025" tIns="0" rIns="1865375" bIns="109725" anchor="ctr" anchorCtr="0">
            <a:noAutofit/>
          </a:bodyPr>
          <a:lstStyle>
            <a:lvl1pPr marL="457200" lvl="0" indent="-342900" algn="l">
              <a:lnSpc>
                <a:spcPct val="100000"/>
              </a:lnSpc>
              <a:spcBef>
                <a:spcPts val="12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3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300"/>
              </a:spcAft>
              <a:buSzPts val="1800"/>
              <a:buChar char="–"/>
              <a:defRPr/>
            </a:lvl9pPr>
          </a:lstStyle>
          <a:p>
            <a:endParaRPr/>
          </a:p>
        </p:txBody>
      </p:sp>
      <p:sp>
        <p:nvSpPr>
          <p:cNvPr id="249" name="Google Shape;249;p41"/>
          <p:cNvSpPr txBox="1">
            <a:spLocks noGrp="1"/>
          </p:cNvSpPr>
          <p:nvPr>
            <p:ph type="title"/>
          </p:nvPr>
        </p:nvSpPr>
        <p:spPr>
          <a:xfrm>
            <a:off x="379288" y="166710"/>
            <a:ext cx="11431708" cy="45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0" name="Google Shape;250;p41"/>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Thank you">
  <p:cSld name="Thank you">
    <p:spTree>
      <p:nvGrpSpPr>
        <p:cNvPr id="1" name="Shape 251"/>
        <p:cNvGrpSpPr/>
        <p:nvPr/>
      </p:nvGrpSpPr>
      <p:grpSpPr>
        <a:xfrm>
          <a:off x="0" y="0"/>
          <a:ext cx="0" cy="0"/>
          <a:chOff x="0" y="0"/>
          <a:chExt cx="0" cy="0"/>
        </a:xfrm>
      </p:grpSpPr>
      <p:sp>
        <p:nvSpPr>
          <p:cNvPr id="252" name="Google Shape;252;p42"/>
          <p:cNvSpPr/>
          <p:nvPr/>
        </p:nvSpPr>
        <p:spPr>
          <a:xfrm>
            <a:off x="0" y="0"/>
            <a:ext cx="4904741" cy="6858000"/>
          </a:xfrm>
          <a:custGeom>
            <a:avLst/>
            <a:gdLst/>
            <a:ahLst/>
            <a:cxnLst/>
            <a:rect l="l" t="t" r="r" b="b"/>
            <a:pathLst>
              <a:path w="4904741" h="6858000" extrusionOk="0">
                <a:moveTo>
                  <a:pt x="0" y="0"/>
                </a:moveTo>
                <a:lnTo>
                  <a:pt x="2214462" y="0"/>
                </a:lnTo>
                <a:lnTo>
                  <a:pt x="2675702" y="0"/>
                </a:lnTo>
                <a:lnTo>
                  <a:pt x="4904741" y="0"/>
                </a:lnTo>
                <a:lnTo>
                  <a:pt x="2728379" y="6858000"/>
                </a:lnTo>
                <a:lnTo>
                  <a:pt x="2675702" y="6858000"/>
                </a:lnTo>
                <a:lnTo>
                  <a:pt x="38100" y="6858000"/>
                </a:lnTo>
                <a:lnTo>
                  <a:pt x="0" y="6858000"/>
                </a:lnTo>
                <a:close/>
              </a:path>
            </a:pathLst>
          </a:custGeom>
          <a:gradFill>
            <a:gsLst>
              <a:gs pos="0">
                <a:srgbClr val="2D1541"/>
              </a:gs>
              <a:gs pos="50000">
                <a:srgbClr val="582A82"/>
              </a:gs>
              <a:gs pos="96000">
                <a:schemeClr val="accent1"/>
              </a:gs>
              <a:gs pos="100000">
                <a:schemeClr val="accent1"/>
              </a:gs>
            </a:gsLst>
            <a:lin ang="1062000" scaled="0"/>
          </a:gradFill>
          <a:ln>
            <a:noFill/>
          </a:ln>
          <a:effectLst>
            <a:outerShdw dist="76200" algn="l" rotWithShape="0">
              <a:schemeClr val="accent1">
                <a:alpha val="60000"/>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53" name="Google Shape;253;p42"/>
          <p:cNvSpPr/>
          <p:nvPr/>
        </p:nvSpPr>
        <p:spPr>
          <a:xfrm>
            <a:off x="755369" y="3161060"/>
            <a:ext cx="2110764" cy="459338"/>
          </a:xfrm>
          <a:custGeom>
            <a:avLst/>
            <a:gdLst/>
            <a:ahLst/>
            <a:cxnLst/>
            <a:rect l="l" t="t" r="r" b="b"/>
            <a:pathLst>
              <a:path w="2631852" h="572738" extrusionOk="0">
                <a:moveTo>
                  <a:pt x="183261" y="66961"/>
                </a:moveTo>
                <a:cubicBezTo>
                  <a:pt x="183261" y="49339"/>
                  <a:pt x="174498" y="36195"/>
                  <a:pt x="135541" y="36195"/>
                </a:cubicBezTo>
                <a:cubicBezTo>
                  <a:pt x="96679" y="36195"/>
                  <a:pt x="87820" y="49339"/>
                  <a:pt x="87820" y="66961"/>
                </a:cubicBezTo>
                <a:lnTo>
                  <a:pt x="87820" y="114681"/>
                </a:lnTo>
                <a:cubicBezTo>
                  <a:pt x="87820" y="129159"/>
                  <a:pt x="92869" y="143542"/>
                  <a:pt x="106680" y="155543"/>
                </a:cubicBezTo>
                <a:lnTo>
                  <a:pt x="238506" y="268510"/>
                </a:lnTo>
                <a:cubicBezTo>
                  <a:pt x="257366" y="284226"/>
                  <a:pt x="268605" y="303657"/>
                  <a:pt x="268605" y="323755"/>
                </a:cubicBezTo>
                <a:lnTo>
                  <a:pt x="268605" y="395287"/>
                </a:lnTo>
                <a:cubicBezTo>
                  <a:pt x="268605" y="437960"/>
                  <a:pt x="218408" y="461772"/>
                  <a:pt x="135541" y="461772"/>
                </a:cubicBezTo>
                <a:cubicBezTo>
                  <a:pt x="43910" y="461772"/>
                  <a:pt x="0" y="441103"/>
                  <a:pt x="0" y="395287"/>
                </a:cubicBezTo>
                <a:lnTo>
                  <a:pt x="0" y="333089"/>
                </a:lnTo>
                <a:lnTo>
                  <a:pt x="82868" y="333089"/>
                </a:lnTo>
                <a:lnTo>
                  <a:pt x="82868" y="392716"/>
                </a:lnTo>
                <a:cubicBezTo>
                  <a:pt x="82868" y="414052"/>
                  <a:pt x="99155" y="426625"/>
                  <a:pt x="135541" y="426625"/>
                </a:cubicBezTo>
                <a:cubicBezTo>
                  <a:pt x="169450" y="426625"/>
                  <a:pt x="185738" y="414052"/>
                  <a:pt x="185738" y="392716"/>
                </a:cubicBezTo>
                <a:lnTo>
                  <a:pt x="185738" y="329375"/>
                </a:lnTo>
                <a:cubicBezTo>
                  <a:pt x="185738" y="313658"/>
                  <a:pt x="179451" y="301752"/>
                  <a:pt x="161925" y="286036"/>
                </a:cubicBezTo>
                <a:lnTo>
                  <a:pt x="40100" y="179927"/>
                </a:lnTo>
                <a:cubicBezTo>
                  <a:pt x="17526" y="160496"/>
                  <a:pt x="4953" y="145352"/>
                  <a:pt x="4953" y="122206"/>
                </a:cubicBezTo>
                <a:lnTo>
                  <a:pt x="4953" y="67627"/>
                </a:lnTo>
                <a:cubicBezTo>
                  <a:pt x="4953" y="23051"/>
                  <a:pt x="51435" y="1048"/>
                  <a:pt x="135541" y="1048"/>
                </a:cubicBezTo>
                <a:cubicBezTo>
                  <a:pt x="228410" y="1048"/>
                  <a:pt x="266129" y="23051"/>
                  <a:pt x="266129" y="64484"/>
                </a:cubicBezTo>
                <a:lnTo>
                  <a:pt x="266129" y="122206"/>
                </a:lnTo>
                <a:lnTo>
                  <a:pt x="183261" y="122206"/>
                </a:lnTo>
                <a:lnTo>
                  <a:pt x="183261" y="66961"/>
                </a:lnTo>
                <a:close/>
                <a:moveTo>
                  <a:pt x="982218" y="76581"/>
                </a:moveTo>
                <a:cubicBezTo>
                  <a:pt x="982218" y="32004"/>
                  <a:pt x="1016127" y="0"/>
                  <a:pt x="1127855" y="0"/>
                </a:cubicBezTo>
                <a:cubicBezTo>
                  <a:pt x="1239583" y="0"/>
                  <a:pt x="1273493" y="32004"/>
                  <a:pt x="1273493" y="76581"/>
                </a:cubicBezTo>
                <a:lnTo>
                  <a:pt x="1273493" y="384143"/>
                </a:lnTo>
                <a:cubicBezTo>
                  <a:pt x="1273493" y="428720"/>
                  <a:pt x="1239583" y="460724"/>
                  <a:pt x="1127855" y="460724"/>
                </a:cubicBezTo>
                <a:cubicBezTo>
                  <a:pt x="1016127" y="460724"/>
                  <a:pt x="982218" y="428720"/>
                  <a:pt x="982218" y="384143"/>
                </a:cubicBezTo>
                <a:lnTo>
                  <a:pt x="982218" y="76581"/>
                </a:lnTo>
                <a:close/>
                <a:moveTo>
                  <a:pt x="1065086" y="382905"/>
                </a:moveTo>
                <a:cubicBezTo>
                  <a:pt x="1065086" y="408051"/>
                  <a:pt x="1075087" y="425577"/>
                  <a:pt x="1127855" y="425577"/>
                </a:cubicBezTo>
                <a:cubicBezTo>
                  <a:pt x="1180624" y="425577"/>
                  <a:pt x="1190625" y="407956"/>
                  <a:pt x="1190625" y="382905"/>
                </a:cubicBezTo>
                <a:lnTo>
                  <a:pt x="1190625" y="77914"/>
                </a:lnTo>
                <a:cubicBezTo>
                  <a:pt x="1190625" y="52768"/>
                  <a:pt x="1180529" y="35242"/>
                  <a:pt x="1127855" y="35242"/>
                </a:cubicBezTo>
                <a:cubicBezTo>
                  <a:pt x="1075087" y="35242"/>
                  <a:pt x="1065086" y="52864"/>
                  <a:pt x="1065086" y="77914"/>
                </a:cubicBezTo>
                <a:lnTo>
                  <a:pt x="1065086" y="382905"/>
                </a:lnTo>
                <a:close/>
                <a:moveTo>
                  <a:pt x="1319212" y="3810"/>
                </a:moveTo>
                <a:lnTo>
                  <a:pt x="1451039" y="3810"/>
                </a:lnTo>
                <a:cubicBezTo>
                  <a:pt x="1557719" y="3810"/>
                  <a:pt x="1589151" y="21431"/>
                  <a:pt x="1589151" y="72866"/>
                </a:cubicBezTo>
                <a:lnTo>
                  <a:pt x="1589151" y="183928"/>
                </a:lnTo>
                <a:cubicBezTo>
                  <a:pt x="1589151" y="235363"/>
                  <a:pt x="1557814" y="252984"/>
                  <a:pt x="1451134" y="252984"/>
                </a:cubicBezTo>
                <a:lnTo>
                  <a:pt x="1402175" y="252984"/>
                </a:lnTo>
                <a:lnTo>
                  <a:pt x="1402175" y="457010"/>
                </a:lnTo>
                <a:lnTo>
                  <a:pt x="1319308" y="457010"/>
                </a:lnTo>
                <a:lnTo>
                  <a:pt x="1319308" y="3810"/>
                </a:lnTo>
                <a:close/>
                <a:moveTo>
                  <a:pt x="1442276" y="217837"/>
                </a:moveTo>
                <a:cubicBezTo>
                  <a:pt x="1479995" y="217837"/>
                  <a:pt x="1506283" y="212788"/>
                  <a:pt x="1506283" y="189548"/>
                </a:cubicBezTo>
                <a:lnTo>
                  <a:pt x="1506283" y="67151"/>
                </a:lnTo>
                <a:cubicBezTo>
                  <a:pt x="1506283" y="43910"/>
                  <a:pt x="1479995" y="38862"/>
                  <a:pt x="1442276" y="38862"/>
                </a:cubicBezTo>
                <a:lnTo>
                  <a:pt x="1402080" y="38862"/>
                </a:lnTo>
                <a:lnTo>
                  <a:pt x="1402080" y="217837"/>
                </a:lnTo>
                <a:lnTo>
                  <a:pt x="1442276" y="217837"/>
                </a:lnTo>
                <a:close/>
                <a:moveTo>
                  <a:pt x="1796034" y="65913"/>
                </a:moveTo>
                <a:cubicBezTo>
                  <a:pt x="1796034" y="48292"/>
                  <a:pt x="1787271" y="35147"/>
                  <a:pt x="1748409" y="35147"/>
                </a:cubicBezTo>
                <a:cubicBezTo>
                  <a:pt x="1709452" y="35147"/>
                  <a:pt x="1700594" y="48292"/>
                  <a:pt x="1700594" y="65913"/>
                </a:cubicBezTo>
                <a:lnTo>
                  <a:pt x="1700594" y="113633"/>
                </a:lnTo>
                <a:cubicBezTo>
                  <a:pt x="1700594" y="128016"/>
                  <a:pt x="1705642" y="142494"/>
                  <a:pt x="1719453" y="154400"/>
                </a:cubicBezTo>
                <a:lnTo>
                  <a:pt x="1851279" y="267367"/>
                </a:lnTo>
                <a:cubicBezTo>
                  <a:pt x="1870043" y="283083"/>
                  <a:pt x="1881378" y="302514"/>
                  <a:pt x="1881378" y="322612"/>
                </a:cubicBezTo>
                <a:lnTo>
                  <a:pt x="1881378" y="394145"/>
                </a:lnTo>
                <a:cubicBezTo>
                  <a:pt x="1881378" y="436817"/>
                  <a:pt x="1831181" y="460629"/>
                  <a:pt x="1748314" y="460629"/>
                </a:cubicBezTo>
                <a:cubicBezTo>
                  <a:pt x="1656683" y="460629"/>
                  <a:pt x="1612678" y="439960"/>
                  <a:pt x="1612678" y="394049"/>
                </a:cubicBezTo>
                <a:lnTo>
                  <a:pt x="1612678" y="331946"/>
                </a:lnTo>
                <a:lnTo>
                  <a:pt x="1695545" y="331946"/>
                </a:lnTo>
                <a:lnTo>
                  <a:pt x="1695545" y="391573"/>
                </a:lnTo>
                <a:cubicBezTo>
                  <a:pt x="1695545" y="412909"/>
                  <a:pt x="1711833" y="425482"/>
                  <a:pt x="1748314" y="425482"/>
                </a:cubicBezTo>
                <a:cubicBezTo>
                  <a:pt x="1782223" y="425482"/>
                  <a:pt x="1798511" y="412909"/>
                  <a:pt x="1798511" y="391573"/>
                </a:cubicBezTo>
                <a:lnTo>
                  <a:pt x="1798511" y="328327"/>
                </a:lnTo>
                <a:cubicBezTo>
                  <a:pt x="1798511" y="312610"/>
                  <a:pt x="1792319" y="300704"/>
                  <a:pt x="1774698" y="284988"/>
                </a:cubicBezTo>
                <a:lnTo>
                  <a:pt x="1652969" y="178880"/>
                </a:lnTo>
                <a:cubicBezTo>
                  <a:pt x="1630394" y="159449"/>
                  <a:pt x="1617821" y="144399"/>
                  <a:pt x="1617821" y="121158"/>
                </a:cubicBezTo>
                <a:lnTo>
                  <a:pt x="1617821" y="66484"/>
                </a:lnTo>
                <a:cubicBezTo>
                  <a:pt x="1617821" y="21907"/>
                  <a:pt x="1664208" y="0"/>
                  <a:pt x="1748409" y="0"/>
                </a:cubicBezTo>
                <a:cubicBezTo>
                  <a:pt x="1841278" y="0"/>
                  <a:pt x="1878902" y="21907"/>
                  <a:pt x="1878902" y="63437"/>
                </a:cubicBezTo>
                <a:lnTo>
                  <a:pt x="1878902" y="121158"/>
                </a:lnTo>
                <a:lnTo>
                  <a:pt x="1796034" y="121158"/>
                </a:lnTo>
                <a:lnTo>
                  <a:pt x="1796034" y="65913"/>
                </a:lnTo>
                <a:close/>
                <a:moveTo>
                  <a:pt x="2407444" y="65913"/>
                </a:moveTo>
                <a:cubicBezTo>
                  <a:pt x="2407444" y="48387"/>
                  <a:pt x="2398585" y="35147"/>
                  <a:pt x="2359724" y="35147"/>
                </a:cubicBezTo>
                <a:cubicBezTo>
                  <a:pt x="2320862" y="35147"/>
                  <a:pt x="2312003" y="48292"/>
                  <a:pt x="2312003" y="65913"/>
                </a:cubicBezTo>
                <a:lnTo>
                  <a:pt x="2312003" y="113633"/>
                </a:lnTo>
                <a:cubicBezTo>
                  <a:pt x="2312003" y="128111"/>
                  <a:pt x="2317052" y="142494"/>
                  <a:pt x="2330863" y="154400"/>
                </a:cubicBezTo>
                <a:lnTo>
                  <a:pt x="2462689" y="267367"/>
                </a:lnTo>
                <a:cubicBezTo>
                  <a:pt x="2481548" y="283083"/>
                  <a:pt x="2492788" y="302514"/>
                  <a:pt x="2492788" y="322612"/>
                </a:cubicBezTo>
                <a:lnTo>
                  <a:pt x="2492788" y="394145"/>
                </a:lnTo>
                <a:cubicBezTo>
                  <a:pt x="2492788" y="436817"/>
                  <a:pt x="2442591" y="460629"/>
                  <a:pt x="2359724" y="460629"/>
                </a:cubicBezTo>
                <a:cubicBezTo>
                  <a:pt x="2268093" y="460629"/>
                  <a:pt x="2224088" y="439960"/>
                  <a:pt x="2224088" y="394145"/>
                </a:cubicBezTo>
                <a:lnTo>
                  <a:pt x="2224088" y="332042"/>
                </a:lnTo>
                <a:lnTo>
                  <a:pt x="2306955" y="332042"/>
                </a:lnTo>
                <a:lnTo>
                  <a:pt x="2306955" y="391668"/>
                </a:lnTo>
                <a:cubicBezTo>
                  <a:pt x="2306955" y="413004"/>
                  <a:pt x="2323338" y="425577"/>
                  <a:pt x="2359724" y="425577"/>
                </a:cubicBezTo>
                <a:cubicBezTo>
                  <a:pt x="2393537" y="425577"/>
                  <a:pt x="2409920" y="413004"/>
                  <a:pt x="2409920" y="391668"/>
                </a:cubicBezTo>
                <a:lnTo>
                  <a:pt x="2409920" y="328327"/>
                </a:lnTo>
                <a:cubicBezTo>
                  <a:pt x="2409920" y="312610"/>
                  <a:pt x="2403634" y="300704"/>
                  <a:pt x="2386013" y="284988"/>
                </a:cubicBezTo>
                <a:lnTo>
                  <a:pt x="2264283" y="178880"/>
                </a:lnTo>
                <a:cubicBezTo>
                  <a:pt x="2241709" y="159449"/>
                  <a:pt x="2229136" y="144399"/>
                  <a:pt x="2229136" y="121158"/>
                </a:cubicBezTo>
                <a:lnTo>
                  <a:pt x="2229136" y="66484"/>
                </a:lnTo>
                <a:cubicBezTo>
                  <a:pt x="2229136" y="21907"/>
                  <a:pt x="2275618" y="0"/>
                  <a:pt x="2359724" y="0"/>
                </a:cubicBezTo>
                <a:cubicBezTo>
                  <a:pt x="2452592" y="0"/>
                  <a:pt x="2490216" y="22003"/>
                  <a:pt x="2490216" y="63437"/>
                </a:cubicBezTo>
                <a:lnTo>
                  <a:pt x="2490216" y="121158"/>
                </a:lnTo>
                <a:lnTo>
                  <a:pt x="2407444" y="121158"/>
                </a:lnTo>
                <a:lnTo>
                  <a:pt x="2407444" y="65913"/>
                </a:lnTo>
                <a:close/>
                <a:moveTo>
                  <a:pt x="343376" y="572738"/>
                </a:moveTo>
                <a:lnTo>
                  <a:pt x="426339" y="572738"/>
                </a:lnTo>
                <a:lnTo>
                  <a:pt x="607886" y="3810"/>
                </a:lnTo>
                <a:lnTo>
                  <a:pt x="524923" y="3810"/>
                </a:lnTo>
                <a:lnTo>
                  <a:pt x="343376" y="572738"/>
                </a:lnTo>
                <a:close/>
                <a:moveTo>
                  <a:pt x="435578" y="226981"/>
                </a:moveTo>
                <a:lnTo>
                  <a:pt x="364807" y="4858"/>
                </a:lnTo>
                <a:lnTo>
                  <a:pt x="281845" y="4858"/>
                </a:lnTo>
                <a:lnTo>
                  <a:pt x="394049" y="357283"/>
                </a:lnTo>
                <a:lnTo>
                  <a:pt x="435578" y="226981"/>
                </a:lnTo>
                <a:close/>
                <a:moveTo>
                  <a:pt x="1955292" y="572738"/>
                </a:moveTo>
                <a:lnTo>
                  <a:pt x="2038255" y="572738"/>
                </a:lnTo>
                <a:lnTo>
                  <a:pt x="2219801" y="3715"/>
                </a:lnTo>
                <a:lnTo>
                  <a:pt x="2136839" y="3715"/>
                </a:lnTo>
                <a:lnTo>
                  <a:pt x="1955292" y="572738"/>
                </a:lnTo>
                <a:close/>
                <a:moveTo>
                  <a:pt x="2047875" y="225933"/>
                </a:moveTo>
                <a:lnTo>
                  <a:pt x="1977104" y="3810"/>
                </a:lnTo>
                <a:lnTo>
                  <a:pt x="1894141" y="3810"/>
                </a:lnTo>
                <a:lnTo>
                  <a:pt x="2006346" y="356235"/>
                </a:lnTo>
                <a:lnTo>
                  <a:pt x="2047875" y="225933"/>
                </a:lnTo>
                <a:close/>
                <a:moveTo>
                  <a:pt x="931164" y="457010"/>
                </a:moveTo>
                <a:lnTo>
                  <a:pt x="931545" y="457010"/>
                </a:lnTo>
                <a:lnTo>
                  <a:pt x="931545" y="72962"/>
                </a:lnTo>
                <a:cubicBezTo>
                  <a:pt x="931545" y="21527"/>
                  <a:pt x="900113" y="3905"/>
                  <a:pt x="793528" y="3905"/>
                </a:cubicBezTo>
                <a:lnTo>
                  <a:pt x="633698" y="3905"/>
                </a:lnTo>
                <a:lnTo>
                  <a:pt x="633698" y="457105"/>
                </a:lnTo>
                <a:lnTo>
                  <a:pt x="716471" y="457105"/>
                </a:lnTo>
                <a:lnTo>
                  <a:pt x="716566" y="457010"/>
                </a:lnTo>
                <a:lnTo>
                  <a:pt x="716566" y="39052"/>
                </a:lnTo>
                <a:lnTo>
                  <a:pt x="784670" y="39052"/>
                </a:lnTo>
                <a:cubicBezTo>
                  <a:pt x="822293" y="39052"/>
                  <a:pt x="848678" y="44101"/>
                  <a:pt x="848678" y="67342"/>
                </a:cubicBezTo>
                <a:lnTo>
                  <a:pt x="848678" y="457010"/>
                </a:lnTo>
                <a:lnTo>
                  <a:pt x="931164" y="457010"/>
                </a:lnTo>
                <a:close/>
                <a:moveTo>
                  <a:pt x="2524982" y="59722"/>
                </a:moveTo>
                <a:cubicBezTo>
                  <a:pt x="2524982" y="29432"/>
                  <a:pt x="2549557" y="7144"/>
                  <a:pt x="2578608" y="7144"/>
                </a:cubicBezTo>
                <a:cubicBezTo>
                  <a:pt x="2607374" y="7144"/>
                  <a:pt x="2631853" y="29432"/>
                  <a:pt x="2631853" y="59722"/>
                </a:cubicBezTo>
                <a:cubicBezTo>
                  <a:pt x="2631853" y="90297"/>
                  <a:pt x="2607278" y="112681"/>
                  <a:pt x="2578608" y="112681"/>
                </a:cubicBezTo>
                <a:cubicBezTo>
                  <a:pt x="2549557" y="112681"/>
                  <a:pt x="2524982" y="90297"/>
                  <a:pt x="2524982" y="59722"/>
                </a:cubicBezTo>
                <a:close/>
                <a:moveTo>
                  <a:pt x="2578608" y="103918"/>
                </a:moveTo>
                <a:cubicBezTo>
                  <a:pt x="2602516" y="103918"/>
                  <a:pt x="2621280" y="85249"/>
                  <a:pt x="2621280" y="59817"/>
                </a:cubicBezTo>
                <a:cubicBezTo>
                  <a:pt x="2621280" y="34862"/>
                  <a:pt x="2602516" y="16002"/>
                  <a:pt x="2578608" y="16002"/>
                </a:cubicBezTo>
                <a:cubicBezTo>
                  <a:pt x="2554415" y="16002"/>
                  <a:pt x="2535555" y="34862"/>
                  <a:pt x="2535555" y="59817"/>
                </a:cubicBezTo>
                <a:cubicBezTo>
                  <a:pt x="2535650" y="85153"/>
                  <a:pt x="2554415" y="103918"/>
                  <a:pt x="2578608" y="103918"/>
                </a:cubicBezTo>
                <a:close/>
                <a:moveTo>
                  <a:pt x="2567464" y="90297"/>
                </a:moveTo>
                <a:lnTo>
                  <a:pt x="2558225" y="90297"/>
                </a:lnTo>
                <a:lnTo>
                  <a:pt x="2558225" y="29432"/>
                </a:lnTo>
                <a:lnTo>
                  <a:pt x="2581466" y="29432"/>
                </a:lnTo>
                <a:cubicBezTo>
                  <a:pt x="2595848" y="29432"/>
                  <a:pt x="2602897" y="34766"/>
                  <a:pt x="2602897" y="46768"/>
                </a:cubicBezTo>
                <a:cubicBezTo>
                  <a:pt x="2602897" y="57626"/>
                  <a:pt x="2596039" y="62389"/>
                  <a:pt x="2587085" y="63532"/>
                </a:cubicBezTo>
                <a:lnTo>
                  <a:pt x="2604421" y="90297"/>
                </a:lnTo>
                <a:lnTo>
                  <a:pt x="2594134" y="90297"/>
                </a:lnTo>
                <a:lnTo>
                  <a:pt x="2578037" y="63913"/>
                </a:lnTo>
                <a:lnTo>
                  <a:pt x="2567464" y="63913"/>
                </a:lnTo>
                <a:lnTo>
                  <a:pt x="2567464" y="90297"/>
                </a:lnTo>
                <a:close/>
                <a:moveTo>
                  <a:pt x="2578418" y="56102"/>
                </a:moveTo>
                <a:cubicBezTo>
                  <a:pt x="2586228" y="56102"/>
                  <a:pt x="2593277" y="55531"/>
                  <a:pt x="2593277" y="46196"/>
                </a:cubicBezTo>
                <a:cubicBezTo>
                  <a:pt x="2593277" y="38671"/>
                  <a:pt x="2586418" y="37243"/>
                  <a:pt x="2580037" y="37243"/>
                </a:cubicBezTo>
                <a:lnTo>
                  <a:pt x="2567464" y="37243"/>
                </a:lnTo>
                <a:lnTo>
                  <a:pt x="2567464" y="56102"/>
                </a:lnTo>
                <a:lnTo>
                  <a:pt x="2578418" y="561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4" name="Google Shape;254;p42"/>
          <p:cNvSpPr txBox="1"/>
          <p:nvPr/>
        </p:nvSpPr>
        <p:spPr>
          <a:xfrm>
            <a:off x="6223001" y="2861905"/>
            <a:ext cx="3640138" cy="92333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chemeClr val="dk1"/>
              </a:buClr>
              <a:buSzPts val="6000"/>
              <a:buFont typeface="Arial"/>
              <a:buNone/>
            </a:pPr>
            <a:r>
              <a:rPr lang="en-US" sz="6000">
                <a:solidFill>
                  <a:schemeClr val="accent1"/>
                </a:solidFill>
                <a:latin typeface="Arial"/>
                <a:ea typeface="Arial"/>
                <a:cs typeface="Arial"/>
                <a:sym typeface="Arial"/>
              </a:rPr>
              <a:t>Thank you</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Thank you 2">
  <p:cSld name="Thank you 2">
    <p:bg>
      <p:bgPr>
        <a:gradFill>
          <a:gsLst>
            <a:gs pos="0">
              <a:srgbClr val="2D1541"/>
            </a:gs>
            <a:gs pos="40000">
              <a:srgbClr val="2D1541"/>
            </a:gs>
            <a:gs pos="70000">
              <a:srgbClr val="582A82"/>
            </a:gs>
            <a:gs pos="100000">
              <a:schemeClr val="accent1"/>
            </a:gs>
          </a:gsLst>
          <a:lin ang="1062000" scaled="0"/>
        </a:gradFill>
        <a:effectLst/>
      </p:bgPr>
    </p:bg>
    <p:spTree>
      <p:nvGrpSpPr>
        <p:cNvPr id="1" name="Shape 255"/>
        <p:cNvGrpSpPr/>
        <p:nvPr/>
      </p:nvGrpSpPr>
      <p:grpSpPr>
        <a:xfrm>
          <a:off x="0" y="0"/>
          <a:ext cx="0" cy="0"/>
          <a:chOff x="0" y="0"/>
          <a:chExt cx="0" cy="0"/>
        </a:xfrm>
      </p:grpSpPr>
      <p:sp>
        <p:nvSpPr>
          <p:cNvPr id="256" name="Google Shape;256;p43"/>
          <p:cNvSpPr/>
          <p:nvPr/>
        </p:nvSpPr>
        <p:spPr>
          <a:xfrm>
            <a:off x="0" y="0"/>
            <a:ext cx="4904741" cy="6858000"/>
          </a:xfrm>
          <a:custGeom>
            <a:avLst/>
            <a:gdLst/>
            <a:ahLst/>
            <a:cxnLst/>
            <a:rect l="l" t="t" r="r" b="b"/>
            <a:pathLst>
              <a:path w="4904741" h="6858000" extrusionOk="0">
                <a:moveTo>
                  <a:pt x="0" y="0"/>
                </a:moveTo>
                <a:lnTo>
                  <a:pt x="2214462" y="0"/>
                </a:lnTo>
                <a:lnTo>
                  <a:pt x="2675702" y="0"/>
                </a:lnTo>
                <a:lnTo>
                  <a:pt x="4904741" y="0"/>
                </a:lnTo>
                <a:lnTo>
                  <a:pt x="2728379" y="6858000"/>
                </a:lnTo>
                <a:lnTo>
                  <a:pt x="2675702" y="6858000"/>
                </a:lnTo>
                <a:lnTo>
                  <a:pt x="38100" y="6858000"/>
                </a:lnTo>
                <a:lnTo>
                  <a:pt x="0" y="6858000"/>
                </a:lnTo>
                <a:close/>
              </a:path>
            </a:pathLst>
          </a:custGeom>
          <a:solidFill>
            <a:schemeClr val="lt1"/>
          </a:solidFill>
          <a:ln>
            <a:noFill/>
          </a:ln>
          <a:effectLst>
            <a:outerShdw dist="76200" algn="l" rotWithShape="0">
              <a:schemeClr val="accent1">
                <a:alpha val="40000"/>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57" name="Google Shape;257;p43"/>
          <p:cNvSpPr/>
          <p:nvPr/>
        </p:nvSpPr>
        <p:spPr>
          <a:xfrm>
            <a:off x="755369" y="3161060"/>
            <a:ext cx="2110764" cy="459338"/>
          </a:xfrm>
          <a:custGeom>
            <a:avLst/>
            <a:gdLst/>
            <a:ahLst/>
            <a:cxnLst/>
            <a:rect l="l" t="t" r="r" b="b"/>
            <a:pathLst>
              <a:path w="2631852" h="572738" extrusionOk="0">
                <a:moveTo>
                  <a:pt x="183261" y="66961"/>
                </a:moveTo>
                <a:cubicBezTo>
                  <a:pt x="183261" y="49339"/>
                  <a:pt x="174498" y="36195"/>
                  <a:pt x="135541" y="36195"/>
                </a:cubicBezTo>
                <a:cubicBezTo>
                  <a:pt x="96679" y="36195"/>
                  <a:pt x="87820" y="49339"/>
                  <a:pt x="87820" y="66961"/>
                </a:cubicBezTo>
                <a:lnTo>
                  <a:pt x="87820" y="114681"/>
                </a:lnTo>
                <a:cubicBezTo>
                  <a:pt x="87820" y="129159"/>
                  <a:pt x="92869" y="143542"/>
                  <a:pt x="106680" y="155543"/>
                </a:cubicBezTo>
                <a:lnTo>
                  <a:pt x="238506" y="268510"/>
                </a:lnTo>
                <a:cubicBezTo>
                  <a:pt x="257366" y="284226"/>
                  <a:pt x="268605" y="303657"/>
                  <a:pt x="268605" y="323755"/>
                </a:cubicBezTo>
                <a:lnTo>
                  <a:pt x="268605" y="395287"/>
                </a:lnTo>
                <a:cubicBezTo>
                  <a:pt x="268605" y="437960"/>
                  <a:pt x="218408" y="461772"/>
                  <a:pt x="135541" y="461772"/>
                </a:cubicBezTo>
                <a:cubicBezTo>
                  <a:pt x="43910" y="461772"/>
                  <a:pt x="0" y="441103"/>
                  <a:pt x="0" y="395287"/>
                </a:cubicBezTo>
                <a:lnTo>
                  <a:pt x="0" y="333089"/>
                </a:lnTo>
                <a:lnTo>
                  <a:pt x="82868" y="333089"/>
                </a:lnTo>
                <a:lnTo>
                  <a:pt x="82868" y="392716"/>
                </a:lnTo>
                <a:cubicBezTo>
                  <a:pt x="82868" y="414052"/>
                  <a:pt x="99155" y="426625"/>
                  <a:pt x="135541" y="426625"/>
                </a:cubicBezTo>
                <a:cubicBezTo>
                  <a:pt x="169450" y="426625"/>
                  <a:pt x="185738" y="414052"/>
                  <a:pt x="185738" y="392716"/>
                </a:cubicBezTo>
                <a:lnTo>
                  <a:pt x="185738" y="329375"/>
                </a:lnTo>
                <a:cubicBezTo>
                  <a:pt x="185738" y="313658"/>
                  <a:pt x="179451" y="301752"/>
                  <a:pt x="161925" y="286036"/>
                </a:cubicBezTo>
                <a:lnTo>
                  <a:pt x="40100" y="179927"/>
                </a:lnTo>
                <a:cubicBezTo>
                  <a:pt x="17526" y="160496"/>
                  <a:pt x="4953" y="145352"/>
                  <a:pt x="4953" y="122206"/>
                </a:cubicBezTo>
                <a:lnTo>
                  <a:pt x="4953" y="67627"/>
                </a:lnTo>
                <a:cubicBezTo>
                  <a:pt x="4953" y="23051"/>
                  <a:pt x="51435" y="1048"/>
                  <a:pt x="135541" y="1048"/>
                </a:cubicBezTo>
                <a:cubicBezTo>
                  <a:pt x="228410" y="1048"/>
                  <a:pt x="266129" y="23051"/>
                  <a:pt x="266129" y="64484"/>
                </a:cubicBezTo>
                <a:lnTo>
                  <a:pt x="266129" y="122206"/>
                </a:lnTo>
                <a:lnTo>
                  <a:pt x="183261" y="122206"/>
                </a:lnTo>
                <a:lnTo>
                  <a:pt x="183261" y="66961"/>
                </a:lnTo>
                <a:close/>
                <a:moveTo>
                  <a:pt x="982218" y="76581"/>
                </a:moveTo>
                <a:cubicBezTo>
                  <a:pt x="982218" y="32004"/>
                  <a:pt x="1016127" y="0"/>
                  <a:pt x="1127855" y="0"/>
                </a:cubicBezTo>
                <a:cubicBezTo>
                  <a:pt x="1239583" y="0"/>
                  <a:pt x="1273493" y="32004"/>
                  <a:pt x="1273493" y="76581"/>
                </a:cubicBezTo>
                <a:lnTo>
                  <a:pt x="1273493" y="384143"/>
                </a:lnTo>
                <a:cubicBezTo>
                  <a:pt x="1273493" y="428720"/>
                  <a:pt x="1239583" y="460724"/>
                  <a:pt x="1127855" y="460724"/>
                </a:cubicBezTo>
                <a:cubicBezTo>
                  <a:pt x="1016127" y="460724"/>
                  <a:pt x="982218" y="428720"/>
                  <a:pt x="982218" y="384143"/>
                </a:cubicBezTo>
                <a:lnTo>
                  <a:pt x="982218" y="76581"/>
                </a:lnTo>
                <a:close/>
                <a:moveTo>
                  <a:pt x="1065086" y="382905"/>
                </a:moveTo>
                <a:cubicBezTo>
                  <a:pt x="1065086" y="408051"/>
                  <a:pt x="1075087" y="425577"/>
                  <a:pt x="1127855" y="425577"/>
                </a:cubicBezTo>
                <a:cubicBezTo>
                  <a:pt x="1180624" y="425577"/>
                  <a:pt x="1190625" y="407956"/>
                  <a:pt x="1190625" y="382905"/>
                </a:cubicBezTo>
                <a:lnTo>
                  <a:pt x="1190625" y="77914"/>
                </a:lnTo>
                <a:cubicBezTo>
                  <a:pt x="1190625" y="52768"/>
                  <a:pt x="1180529" y="35242"/>
                  <a:pt x="1127855" y="35242"/>
                </a:cubicBezTo>
                <a:cubicBezTo>
                  <a:pt x="1075087" y="35242"/>
                  <a:pt x="1065086" y="52864"/>
                  <a:pt x="1065086" y="77914"/>
                </a:cubicBezTo>
                <a:lnTo>
                  <a:pt x="1065086" y="382905"/>
                </a:lnTo>
                <a:close/>
                <a:moveTo>
                  <a:pt x="1319212" y="3810"/>
                </a:moveTo>
                <a:lnTo>
                  <a:pt x="1451039" y="3810"/>
                </a:lnTo>
                <a:cubicBezTo>
                  <a:pt x="1557719" y="3810"/>
                  <a:pt x="1589151" y="21431"/>
                  <a:pt x="1589151" y="72866"/>
                </a:cubicBezTo>
                <a:lnTo>
                  <a:pt x="1589151" y="183928"/>
                </a:lnTo>
                <a:cubicBezTo>
                  <a:pt x="1589151" y="235363"/>
                  <a:pt x="1557814" y="252984"/>
                  <a:pt x="1451134" y="252984"/>
                </a:cubicBezTo>
                <a:lnTo>
                  <a:pt x="1402175" y="252984"/>
                </a:lnTo>
                <a:lnTo>
                  <a:pt x="1402175" y="457010"/>
                </a:lnTo>
                <a:lnTo>
                  <a:pt x="1319308" y="457010"/>
                </a:lnTo>
                <a:lnTo>
                  <a:pt x="1319308" y="3810"/>
                </a:lnTo>
                <a:close/>
                <a:moveTo>
                  <a:pt x="1442276" y="217837"/>
                </a:moveTo>
                <a:cubicBezTo>
                  <a:pt x="1479995" y="217837"/>
                  <a:pt x="1506283" y="212788"/>
                  <a:pt x="1506283" y="189548"/>
                </a:cubicBezTo>
                <a:lnTo>
                  <a:pt x="1506283" y="67151"/>
                </a:lnTo>
                <a:cubicBezTo>
                  <a:pt x="1506283" y="43910"/>
                  <a:pt x="1479995" y="38862"/>
                  <a:pt x="1442276" y="38862"/>
                </a:cubicBezTo>
                <a:lnTo>
                  <a:pt x="1402080" y="38862"/>
                </a:lnTo>
                <a:lnTo>
                  <a:pt x="1402080" y="217837"/>
                </a:lnTo>
                <a:lnTo>
                  <a:pt x="1442276" y="217837"/>
                </a:lnTo>
                <a:close/>
                <a:moveTo>
                  <a:pt x="1796034" y="65913"/>
                </a:moveTo>
                <a:cubicBezTo>
                  <a:pt x="1796034" y="48292"/>
                  <a:pt x="1787271" y="35147"/>
                  <a:pt x="1748409" y="35147"/>
                </a:cubicBezTo>
                <a:cubicBezTo>
                  <a:pt x="1709452" y="35147"/>
                  <a:pt x="1700594" y="48292"/>
                  <a:pt x="1700594" y="65913"/>
                </a:cubicBezTo>
                <a:lnTo>
                  <a:pt x="1700594" y="113633"/>
                </a:lnTo>
                <a:cubicBezTo>
                  <a:pt x="1700594" y="128016"/>
                  <a:pt x="1705642" y="142494"/>
                  <a:pt x="1719453" y="154400"/>
                </a:cubicBezTo>
                <a:lnTo>
                  <a:pt x="1851279" y="267367"/>
                </a:lnTo>
                <a:cubicBezTo>
                  <a:pt x="1870043" y="283083"/>
                  <a:pt x="1881378" y="302514"/>
                  <a:pt x="1881378" y="322612"/>
                </a:cubicBezTo>
                <a:lnTo>
                  <a:pt x="1881378" y="394145"/>
                </a:lnTo>
                <a:cubicBezTo>
                  <a:pt x="1881378" y="436817"/>
                  <a:pt x="1831181" y="460629"/>
                  <a:pt x="1748314" y="460629"/>
                </a:cubicBezTo>
                <a:cubicBezTo>
                  <a:pt x="1656683" y="460629"/>
                  <a:pt x="1612678" y="439960"/>
                  <a:pt x="1612678" y="394049"/>
                </a:cubicBezTo>
                <a:lnTo>
                  <a:pt x="1612678" y="331946"/>
                </a:lnTo>
                <a:lnTo>
                  <a:pt x="1695545" y="331946"/>
                </a:lnTo>
                <a:lnTo>
                  <a:pt x="1695545" y="391573"/>
                </a:lnTo>
                <a:cubicBezTo>
                  <a:pt x="1695545" y="412909"/>
                  <a:pt x="1711833" y="425482"/>
                  <a:pt x="1748314" y="425482"/>
                </a:cubicBezTo>
                <a:cubicBezTo>
                  <a:pt x="1782223" y="425482"/>
                  <a:pt x="1798511" y="412909"/>
                  <a:pt x="1798511" y="391573"/>
                </a:cubicBezTo>
                <a:lnTo>
                  <a:pt x="1798511" y="328327"/>
                </a:lnTo>
                <a:cubicBezTo>
                  <a:pt x="1798511" y="312610"/>
                  <a:pt x="1792319" y="300704"/>
                  <a:pt x="1774698" y="284988"/>
                </a:cubicBezTo>
                <a:lnTo>
                  <a:pt x="1652969" y="178880"/>
                </a:lnTo>
                <a:cubicBezTo>
                  <a:pt x="1630394" y="159449"/>
                  <a:pt x="1617821" y="144399"/>
                  <a:pt x="1617821" y="121158"/>
                </a:cubicBezTo>
                <a:lnTo>
                  <a:pt x="1617821" y="66484"/>
                </a:lnTo>
                <a:cubicBezTo>
                  <a:pt x="1617821" y="21907"/>
                  <a:pt x="1664208" y="0"/>
                  <a:pt x="1748409" y="0"/>
                </a:cubicBezTo>
                <a:cubicBezTo>
                  <a:pt x="1841278" y="0"/>
                  <a:pt x="1878902" y="21907"/>
                  <a:pt x="1878902" y="63437"/>
                </a:cubicBezTo>
                <a:lnTo>
                  <a:pt x="1878902" y="121158"/>
                </a:lnTo>
                <a:lnTo>
                  <a:pt x="1796034" y="121158"/>
                </a:lnTo>
                <a:lnTo>
                  <a:pt x="1796034" y="65913"/>
                </a:lnTo>
                <a:close/>
                <a:moveTo>
                  <a:pt x="2407444" y="65913"/>
                </a:moveTo>
                <a:cubicBezTo>
                  <a:pt x="2407444" y="48387"/>
                  <a:pt x="2398585" y="35147"/>
                  <a:pt x="2359724" y="35147"/>
                </a:cubicBezTo>
                <a:cubicBezTo>
                  <a:pt x="2320862" y="35147"/>
                  <a:pt x="2312003" y="48292"/>
                  <a:pt x="2312003" y="65913"/>
                </a:cubicBezTo>
                <a:lnTo>
                  <a:pt x="2312003" y="113633"/>
                </a:lnTo>
                <a:cubicBezTo>
                  <a:pt x="2312003" y="128111"/>
                  <a:pt x="2317052" y="142494"/>
                  <a:pt x="2330863" y="154400"/>
                </a:cubicBezTo>
                <a:lnTo>
                  <a:pt x="2462689" y="267367"/>
                </a:lnTo>
                <a:cubicBezTo>
                  <a:pt x="2481548" y="283083"/>
                  <a:pt x="2492788" y="302514"/>
                  <a:pt x="2492788" y="322612"/>
                </a:cubicBezTo>
                <a:lnTo>
                  <a:pt x="2492788" y="394145"/>
                </a:lnTo>
                <a:cubicBezTo>
                  <a:pt x="2492788" y="436817"/>
                  <a:pt x="2442591" y="460629"/>
                  <a:pt x="2359724" y="460629"/>
                </a:cubicBezTo>
                <a:cubicBezTo>
                  <a:pt x="2268093" y="460629"/>
                  <a:pt x="2224088" y="439960"/>
                  <a:pt x="2224088" y="394145"/>
                </a:cubicBezTo>
                <a:lnTo>
                  <a:pt x="2224088" y="332042"/>
                </a:lnTo>
                <a:lnTo>
                  <a:pt x="2306955" y="332042"/>
                </a:lnTo>
                <a:lnTo>
                  <a:pt x="2306955" y="391668"/>
                </a:lnTo>
                <a:cubicBezTo>
                  <a:pt x="2306955" y="413004"/>
                  <a:pt x="2323338" y="425577"/>
                  <a:pt x="2359724" y="425577"/>
                </a:cubicBezTo>
                <a:cubicBezTo>
                  <a:pt x="2393537" y="425577"/>
                  <a:pt x="2409920" y="413004"/>
                  <a:pt x="2409920" y="391668"/>
                </a:cubicBezTo>
                <a:lnTo>
                  <a:pt x="2409920" y="328327"/>
                </a:lnTo>
                <a:cubicBezTo>
                  <a:pt x="2409920" y="312610"/>
                  <a:pt x="2403634" y="300704"/>
                  <a:pt x="2386013" y="284988"/>
                </a:cubicBezTo>
                <a:lnTo>
                  <a:pt x="2264283" y="178880"/>
                </a:lnTo>
                <a:cubicBezTo>
                  <a:pt x="2241709" y="159449"/>
                  <a:pt x="2229136" y="144399"/>
                  <a:pt x="2229136" y="121158"/>
                </a:cubicBezTo>
                <a:lnTo>
                  <a:pt x="2229136" y="66484"/>
                </a:lnTo>
                <a:cubicBezTo>
                  <a:pt x="2229136" y="21907"/>
                  <a:pt x="2275618" y="0"/>
                  <a:pt x="2359724" y="0"/>
                </a:cubicBezTo>
                <a:cubicBezTo>
                  <a:pt x="2452592" y="0"/>
                  <a:pt x="2490216" y="22003"/>
                  <a:pt x="2490216" y="63437"/>
                </a:cubicBezTo>
                <a:lnTo>
                  <a:pt x="2490216" y="121158"/>
                </a:lnTo>
                <a:lnTo>
                  <a:pt x="2407444" y="121158"/>
                </a:lnTo>
                <a:lnTo>
                  <a:pt x="2407444" y="65913"/>
                </a:lnTo>
                <a:close/>
                <a:moveTo>
                  <a:pt x="343376" y="572738"/>
                </a:moveTo>
                <a:lnTo>
                  <a:pt x="426339" y="572738"/>
                </a:lnTo>
                <a:lnTo>
                  <a:pt x="607886" y="3810"/>
                </a:lnTo>
                <a:lnTo>
                  <a:pt x="524923" y="3810"/>
                </a:lnTo>
                <a:lnTo>
                  <a:pt x="343376" y="572738"/>
                </a:lnTo>
                <a:close/>
                <a:moveTo>
                  <a:pt x="435578" y="226981"/>
                </a:moveTo>
                <a:lnTo>
                  <a:pt x="364807" y="4858"/>
                </a:lnTo>
                <a:lnTo>
                  <a:pt x="281845" y="4858"/>
                </a:lnTo>
                <a:lnTo>
                  <a:pt x="394049" y="357283"/>
                </a:lnTo>
                <a:lnTo>
                  <a:pt x="435578" y="226981"/>
                </a:lnTo>
                <a:close/>
                <a:moveTo>
                  <a:pt x="1955292" y="572738"/>
                </a:moveTo>
                <a:lnTo>
                  <a:pt x="2038255" y="572738"/>
                </a:lnTo>
                <a:lnTo>
                  <a:pt x="2219801" y="3715"/>
                </a:lnTo>
                <a:lnTo>
                  <a:pt x="2136839" y="3715"/>
                </a:lnTo>
                <a:lnTo>
                  <a:pt x="1955292" y="572738"/>
                </a:lnTo>
                <a:close/>
                <a:moveTo>
                  <a:pt x="2047875" y="225933"/>
                </a:moveTo>
                <a:lnTo>
                  <a:pt x="1977104" y="3810"/>
                </a:lnTo>
                <a:lnTo>
                  <a:pt x="1894141" y="3810"/>
                </a:lnTo>
                <a:lnTo>
                  <a:pt x="2006346" y="356235"/>
                </a:lnTo>
                <a:lnTo>
                  <a:pt x="2047875" y="225933"/>
                </a:lnTo>
                <a:close/>
                <a:moveTo>
                  <a:pt x="931164" y="457010"/>
                </a:moveTo>
                <a:lnTo>
                  <a:pt x="931545" y="457010"/>
                </a:lnTo>
                <a:lnTo>
                  <a:pt x="931545" y="72962"/>
                </a:lnTo>
                <a:cubicBezTo>
                  <a:pt x="931545" y="21527"/>
                  <a:pt x="900113" y="3905"/>
                  <a:pt x="793528" y="3905"/>
                </a:cubicBezTo>
                <a:lnTo>
                  <a:pt x="633698" y="3905"/>
                </a:lnTo>
                <a:lnTo>
                  <a:pt x="633698" y="457105"/>
                </a:lnTo>
                <a:lnTo>
                  <a:pt x="716471" y="457105"/>
                </a:lnTo>
                <a:lnTo>
                  <a:pt x="716566" y="457010"/>
                </a:lnTo>
                <a:lnTo>
                  <a:pt x="716566" y="39052"/>
                </a:lnTo>
                <a:lnTo>
                  <a:pt x="784670" y="39052"/>
                </a:lnTo>
                <a:cubicBezTo>
                  <a:pt x="822293" y="39052"/>
                  <a:pt x="848678" y="44101"/>
                  <a:pt x="848678" y="67342"/>
                </a:cubicBezTo>
                <a:lnTo>
                  <a:pt x="848678" y="457010"/>
                </a:lnTo>
                <a:lnTo>
                  <a:pt x="931164" y="457010"/>
                </a:lnTo>
                <a:close/>
                <a:moveTo>
                  <a:pt x="2524982" y="59722"/>
                </a:moveTo>
                <a:cubicBezTo>
                  <a:pt x="2524982" y="29432"/>
                  <a:pt x="2549557" y="7144"/>
                  <a:pt x="2578608" y="7144"/>
                </a:cubicBezTo>
                <a:cubicBezTo>
                  <a:pt x="2607374" y="7144"/>
                  <a:pt x="2631853" y="29432"/>
                  <a:pt x="2631853" y="59722"/>
                </a:cubicBezTo>
                <a:cubicBezTo>
                  <a:pt x="2631853" y="90297"/>
                  <a:pt x="2607278" y="112681"/>
                  <a:pt x="2578608" y="112681"/>
                </a:cubicBezTo>
                <a:cubicBezTo>
                  <a:pt x="2549557" y="112681"/>
                  <a:pt x="2524982" y="90297"/>
                  <a:pt x="2524982" y="59722"/>
                </a:cubicBezTo>
                <a:close/>
                <a:moveTo>
                  <a:pt x="2578608" y="103918"/>
                </a:moveTo>
                <a:cubicBezTo>
                  <a:pt x="2602516" y="103918"/>
                  <a:pt x="2621280" y="85249"/>
                  <a:pt x="2621280" y="59817"/>
                </a:cubicBezTo>
                <a:cubicBezTo>
                  <a:pt x="2621280" y="34862"/>
                  <a:pt x="2602516" y="16002"/>
                  <a:pt x="2578608" y="16002"/>
                </a:cubicBezTo>
                <a:cubicBezTo>
                  <a:pt x="2554415" y="16002"/>
                  <a:pt x="2535555" y="34862"/>
                  <a:pt x="2535555" y="59817"/>
                </a:cubicBezTo>
                <a:cubicBezTo>
                  <a:pt x="2535650" y="85153"/>
                  <a:pt x="2554415" y="103918"/>
                  <a:pt x="2578608" y="103918"/>
                </a:cubicBezTo>
                <a:close/>
                <a:moveTo>
                  <a:pt x="2567464" y="90297"/>
                </a:moveTo>
                <a:lnTo>
                  <a:pt x="2558225" y="90297"/>
                </a:lnTo>
                <a:lnTo>
                  <a:pt x="2558225" y="29432"/>
                </a:lnTo>
                <a:lnTo>
                  <a:pt x="2581466" y="29432"/>
                </a:lnTo>
                <a:cubicBezTo>
                  <a:pt x="2595848" y="29432"/>
                  <a:pt x="2602897" y="34766"/>
                  <a:pt x="2602897" y="46768"/>
                </a:cubicBezTo>
                <a:cubicBezTo>
                  <a:pt x="2602897" y="57626"/>
                  <a:pt x="2596039" y="62389"/>
                  <a:pt x="2587085" y="63532"/>
                </a:cubicBezTo>
                <a:lnTo>
                  <a:pt x="2604421" y="90297"/>
                </a:lnTo>
                <a:lnTo>
                  <a:pt x="2594134" y="90297"/>
                </a:lnTo>
                <a:lnTo>
                  <a:pt x="2578037" y="63913"/>
                </a:lnTo>
                <a:lnTo>
                  <a:pt x="2567464" y="63913"/>
                </a:lnTo>
                <a:lnTo>
                  <a:pt x="2567464" y="90297"/>
                </a:lnTo>
                <a:close/>
                <a:moveTo>
                  <a:pt x="2578418" y="56102"/>
                </a:moveTo>
                <a:cubicBezTo>
                  <a:pt x="2586228" y="56102"/>
                  <a:pt x="2593277" y="55531"/>
                  <a:pt x="2593277" y="46196"/>
                </a:cubicBezTo>
                <a:cubicBezTo>
                  <a:pt x="2593277" y="38671"/>
                  <a:pt x="2586418" y="37243"/>
                  <a:pt x="2580037" y="37243"/>
                </a:cubicBezTo>
                <a:lnTo>
                  <a:pt x="2567464" y="37243"/>
                </a:lnTo>
                <a:lnTo>
                  <a:pt x="2567464" y="56102"/>
                </a:lnTo>
                <a:lnTo>
                  <a:pt x="2578418" y="56102"/>
                </a:lnTo>
                <a:close/>
              </a:path>
            </a:pathLst>
          </a:custGeom>
          <a:solidFill>
            <a:srgbClr val="582A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8" name="Google Shape;258;p43"/>
          <p:cNvSpPr txBox="1"/>
          <p:nvPr/>
        </p:nvSpPr>
        <p:spPr>
          <a:xfrm>
            <a:off x="6223001" y="2861905"/>
            <a:ext cx="3640138" cy="92333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chemeClr val="dk1"/>
              </a:buClr>
              <a:buSzPts val="6000"/>
              <a:buFont typeface="Arial"/>
              <a:buNone/>
            </a:pPr>
            <a:r>
              <a:rPr lang="en-US" sz="6000">
                <a:solidFill>
                  <a:schemeClr val="lt1"/>
                </a:solidFill>
                <a:latin typeface="Arial"/>
                <a:ea typeface="Arial"/>
                <a:cs typeface="Arial"/>
                <a:sym typeface="Arial"/>
              </a:rPr>
              <a:t>Thank you</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End logo">
  <p:cSld name="End logo">
    <p:spTree>
      <p:nvGrpSpPr>
        <p:cNvPr id="1" name="Shape 259"/>
        <p:cNvGrpSpPr/>
        <p:nvPr/>
      </p:nvGrpSpPr>
      <p:grpSpPr>
        <a:xfrm>
          <a:off x="0" y="0"/>
          <a:ext cx="0" cy="0"/>
          <a:chOff x="0" y="0"/>
          <a:chExt cx="0" cy="0"/>
        </a:xfrm>
      </p:grpSpPr>
      <p:sp>
        <p:nvSpPr>
          <p:cNvPr id="260" name="Google Shape;260;p44"/>
          <p:cNvSpPr/>
          <p:nvPr/>
        </p:nvSpPr>
        <p:spPr>
          <a:xfrm>
            <a:off x="0" y="0"/>
            <a:ext cx="0" cy="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1" name="Google Shape;261;p44"/>
          <p:cNvSpPr/>
          <p:nvPr/>
        </p:nvSpPr>
        <p:spPr>
          <a:xfrm>
            <a:off x="4612481" y="3103897"/>
            <a:ext cx="3024188" cy="658118"/>
          </a:xfrm>
          <a:custGeom>
            <a:avLst/>
            <a:gdLst/>
            <a:ahLst/>
            <a:cxnLst/>
            <a:rect l="l" t="t" r="r" b="b"/>
            <a:pathLst>
              <a:path w="2631852" h="572738" extrusionOk="0">
                <a:moveTo>
                  <a:pt x="183261" y="66961"/>
                </a:moveTo>
                <a:cubicBezTo>
                  <a:pt x="183261" y="49339"/>
                  <a:pt x="174498" y="36195"/>
                  <a:pt x="135541" y="36195"/>
                </a:cubicBezTo>
                <a:cubicBezTo>
                  <a:pt x="96679" y="36195"/>
                  <a:pt x="87820" y="49339"/>
                  <a:pt x="87820" y="66961"/>
                </a:cubicBezTo>
                <a:lnTo>
                  <a:pt x="87820" y="114681"/>
                </a:lnTo>
                <a:cubicBezTo>
                  <a:pt x="87820" y="129159"/>
                  <a:pt x="92869" y="143542"/>
                  <a:pt x="106680" y="155543"/>
                </a:cubicBezTo>
                <a:lnTo>
                  <a:pt x="238506" y="268510"/>
                </a:lnTo>
                <a:cubicBezTo>
                  <a:pt x="257366" y="284226"/>
                  <a:pt x="268605" y="303657"/>
                  <a:pt x="268605" y="323755"/>
                </a:cubicBezTo>
                <a:lnTo>
                  <a:pt x="268605" y="395287"/>
                </a:lnTo>
                <a:cubicBezTo>
                  <a:pt x="268605" y="437960"/>
                  <a:pt x="218408" y="461772"/>
                  <a:pt x="135541" y="461772"/>
                </a:cubicBezTo>
                <a:cubicBezTo>
                  <a:pt x="43910" y="461772"/>
                  <a:pt x="0" y="441103"/>
                  <a:pt x="0" y="395287"/>
                </a:cubicBezTo>
                <a:lnTo>
                  <a:pt x="0" y="333089"/>
                </a:lnTo>
                <a:lnTo>
                  <a:pt x="82868" y="333089"/>
                </a:lnTo>
                <a:lnTo>
                  <a:pt x="82868" y="392716"/>
                </a:lnTo>
                <a:cubicBezTo>
                  <a:pt x="82868" y="414052"/>
                  <a:pt x="99155" y="426625"/>
                  <a:pt x="135541" y="426625"/>
                </a:cubicBezTo>
                <a:cubicBezTo>
                  <a:pt x="169450" y="426625"/>
                  <a:pt x="185738" y="414052"/>
                  <a:pt x="185738" y="392716"/>
                </a:cubicBezTo>
                <a:lnTo>
                  <a:pt x="185738" y="329375"/>
                </a:lnTo>
                <a:cubicBezTo>
                  <a:pt x="185738" y="313658"/>
                  <a:pt x="179451" y="301752"/>
                  <a:pt x="161925" y="286036"/>
                </a:cubicBezTo>
                <a:lnTo>
                  <a:pt x="40100" y="179927"/>
                </a:lnTo>
                <a:cubicBezTo>
                  <a:pt x="17526" y="160496"/>
                  <a:pt x="4953" y="145352"/>
                  <a:pt x="4953" y="122206"/>
                </a:cubicBezTo>
                <a:lnTo>
                  <a:pt x="4953" y="67627"/>
                </a:lnTo>
                <a:cubicBezTo>
                  <a:pt x="4953" y="23051"/>
                  <a:pt x="51435" y="1048"/>
                  <a:pt x="135541" y="1048"/>
                </a:cubicBezTo>
                <a:cubicBezTo>
                  <a:pt x="228410" y="1048"/>
                  <a:pt x="266129" y="23051"/>
                  <a:pt x="266129" y="64484"/>
                </a:cubicBezTo>
                <a:lnTo>
                  <a:pt x="266129" y="122206"/>
                </a:lnTo>
                <a:lnTo>
                  <a:pt x="183261" y="122206"/>
                </a:lnTo>
                <a:lnTo>
                  <a:pt x="183261" y="66961"/>
                </a:lnTo>
                <a:close/>
                <a:moveTo>
                  <a:pt x="982218" y="76581"/>
                </a:moveTo>
                <a:cubicBezTo>
                  <a:pt x="982218" y="32004"/>
                  <a:pt x="1016127" y="0"/>
                  <a:pt x="1127855" y="0"/>
                </a:cubicBezTo>
                <a:cubicBezTo>
                  <a:pt x="1239583" y="0"/>
                  <a:pt x="1273493" y="32004"/>
                  <a:pt x="1273493" y="76581"/>
                </a:cubicBezTo>
                <a:lnTo>
                  <a:pt x="1273493" y="384143"/>
                </a:lnTo>
                <a:cubicBezTo>
                  <a:pt x="1273493" y="428720"/>
                  <a:pt x="1239583" y="460724"/>
                  <a:pt x="1127855" y="460724"/>
                </a:cubicBezTo>
                <a:cubicBezTo>
                  <a:pt x="1016127" y="460724"/>
                  <a:pt x="982218" y="428720"/>
                  <a:pt x="982218" y="384143"/>
                </a:cubicBezTo>
                <a:lnTo>
                  <a:pt x="982218" y="76581"/>
                </a:lnTo>
                <a:close/>
                <a:moveTo>
                  <a:pt x="1065086" y="382905"/>
                </a:moveTo>
                <a:cubicBezTo>
                  <a:pt x="1065086" y="408051"/>
                  <a:pt x="1075087" y="425577"/>
                  <a:pt x="1127855" y="425577"/>
                </a:cubicBezTo>
                <a:cubicBezTo>
                  <a:pt x="1180624" y="425577"/>
                  <a:pt x="1190625" y="407956"/>
                  <a:pt x="1190625" y="382905"/>
                </a:cubicBezTo>
                <a:lnTo>
                  <a:pt x="1190625" y="77914"/>
                </a:lnTo>
                <a:cubicBezTo>
                  <a:pt x="1190625" y="52768"/>
                  <a:pt x="1180529" y="35242"/>
                  <a:pt x="1127855" y="35242"/>
                </a:cubicBezTo>
                <a:cubicBezTo>
                  <a:pt x="1075087" y="35242"/>
                  <a:pt x="1065086" y="52864"/>
                  <a:pt x="1065086" y="77914"/>
                </a:cubicBezTo>
                <a:lnTo>
                  <a:pt x="1065086" y="382905"/>
                </a:lnTo>
                <a:close/>
                <a:moveTo>
                  <a:pt x="1319212" y="3810"/>
                </a:moveTo>
                <a:lnTo>
                  <a:pt x="1451039" y="3810"/>
                </a:lnTo>
                <a:cubicBezTo>
                  <a:pt x="1557719" y="3810"/>
                  <a:pt x="1589151" y="21431"/>
                  <a:pt x="1589151" y="72866"/>
                </a:cubicBezTo>
                <a:lnTo>
                  <a:pt x="1589151" y="183928"/>
                </a:lnTo>
                <a:cubicBezTo>
                  <a:pt x="1589151" y="235363"/>
                  <a:pt x="1557814" y="252984"/>
                  <a:pt x="1451134" y="252984"/>
                </a:cubicBezTo>
                <a:lnTo>
                  <a:pt x="1402175" y="252984"/>
                </a:lnTo>
                <a:lnTo>
                  <a:pt x="1402175" y="457010"/>
                </a:lnTo>
                <a:lnTo>
                  <a:pt x="1319308" y="457010"/>
                </a:lnTo>
                <a:lnTo>
                  <a:pt x="1319308" y="3810"/>
                </a:lnTo>
                <a:close/>
                <a:moveTo>
                  <a:pt x="1442276" y="217837"/>
                </a:moveTo>
                <a:cubicBezTo>
                  <a:pt x="1479995" y="217837"/>
                  <a:pt x="1506283" y="212788"/>
                  <a:pt x="1506283" y="189548"/>
                </a:cubicBezTo>
                <a:lnTo>
                  <a:pt x="1506283" y="67151"/>
                </a:lnTo>
                <a:cubicBezTo>
                  <a:pt x="1506283" y="43910"/>
                  <a:pt x="1479995" y="38862"/>
                  <a:pt x="1442276" y="38862"/>
                </a:cubicBezTo>
                <a:lnTo>
                  <a:pt x="1402080" y="38862"/>
                </a:lnTo>
                <a:lnTo>
                  <a:pt x="1402080" y="217837"/>
                </a:lnTo>
                <a:lnTo>
                  <a:pt x="1442276" y="217837"/>
                </a:lnTo>
                <a:close/>
                <a:moveTo>
                  <a:pt x="1796034" y="65913"/>
                </a:moveTo>
                <a:cubicBezTo>
                  <a:pt x="1796034" y="48292"/>
                  <a:pt x="1787271" y="35147"/>
                  <a:pt x="1748409" y="35147"/>
                </a:cubicBezTo>
                <a:cubicBezTo>
                  <a:pt x="1709452" y="35147"/>
                  <a:pt x="1700594" y="48292"/>
                  <a:pt x="1700594" y="65913"/>
                </a:cubicBezTo>
                <a:lnTo>
                  <a:pt x="1700594" y="113633"/>
                </a:lnTo>
                <a:cubicBezTo>
                  <a:pt x="1700594" y="128016"/>
                  <a:pt x="1705642" y="142494"/>
                  <a:pt x="1719453" y="154400"/>
                </a:cubicBezTo>
                <a:lnTo>
                  <a:pt x="1851279" y="267367"/>
                </a:lnTo>
                <a:cubicBezTo>
                  <a:pt x="1870043" y="283083"/>
                  <a:pt x="1881378" y="302514"/>
                  <a:pt x="1881378" y="322612"/>
                </a:cubicBezTo>
                <a:lnTo>
                  <a:pt x="1881378" y="394145"/>
                </a:lnTo>
                <a:cubicBezTo>
                  <a:pt x="1881378" y="436817"/>
                  <a:pt x="1831181" y="460629"/>
                  <a:pt x="1748314" y="460629"/>
                </a:cubicBezTo>
                <a:cubicBezTo>
                  <a:pt x="1656683" y="460629"/>
                  <a:pt x="1612678" y="439960"/>
                  <a:pt x="1612678" y="394049"/>
                </a:cubicBezTo>
                <a:lnTo>
                  <a:pt x="1612678" y="331946"/>
                </a:lnTo>
                <a:lnTo>
                  <a:pt x="1695545" y="331946"/>
                </a:lnTo>
                <a:lnTo>
                  <a:pt x="1695545" y="391573"/>
                </a:lnTo>
                <a:cubicBezTo>
                  <a:pt x="1695545" y="412909"/>
                  <a:pt x="1711833" y="425482"/>
                  <a:pt x="1748314" y="425482"/>
                </a:cubicBezTo>
                <a:cubicBezTo>
                  <a:pt x="1782223" y="425482"/>
                  <a:pt x="1798511" y="412909"/>
                  <a:pt x="1798511" y="391573"/>
                </a:cubicBezTo>
                <a:lnTo>
                  <a:pt x="1798511" y="328327"/>
                </a:lnTo>
                <a:cubicBezTo>
                  <a:pt x="1798511" y="312610"/>
                  <a:pt x="1792319" y="300704"/>
                  <a:pt x="1774698" y="284988"/>
                </a:cubicBezTo>
                <a:lnTo>
                  <a:pt x="1652969" y="178880"/>
                </a:lnTo>
                <a:cubicBezTo>
                  <a:pt x="1630394" y="159449"/>
                  <a:pt x="1617821" y="144399"/>
                  <a:pt x="1617821" y="121158"/>
                </a:cubicBezTo>
                <a:lnTo>
                  <a:pt x="1617821" y="66484"/>
                </a:lnTo>
                <a:cubicBezTo>
                  <a:pt x="1617821" y="21907"/>
                  <a:pt x="1664208" y="0"/>
                  <a:pt x="1748409" y="0"/>
                </a:cubicBezTo>
                <a:cubicBezTo>
                  <a:pt x="1841278" y="0"/>
                  <a:pt x="1878902" y="21907"/>
                  <a:pt x="1878902" y="63437"/>
                </a:cubicBezTo>
                <a:lnTo>
                  <a:pt x="1878902" y="121158"/>
                </a:lnTo>
                <a:lnTo>
                  <a:pt x="1796034" y="121158"/>
                </a:lnTo>
                <a:lnTo>
                  <a:pt x="1796034" y="65913"/>
                </a:lnTo>
                <a:close/>
                <a:moveTo>
                  <a:pt x="2407444" y="65913"/>
                </a:moveTo>
                <a:cubicBezTo>
                  <a:pt x="2407444" y="48387"/>
                  <a:pt x="2398585" y="35147"/>
                  <a:pt x="2359724" y="35147"/>
                </a:cubicBezTo>
                <a:cubicBezTo>
                  <a:pt x="2320862" y="35147"/>
                  <a:pt x="2312003" y="48292"/>
                  <a:pt x="2312003" y="65913"/>
                </a:cubicBezTo>
                <a:lnTo>
                  <a:pt x="2312003" y="113633"/>
                </a:lnTo>
                <a:cubicBezTo>
                  <a:pt x="2312003" y="128111"/>
                  <a:pt x="2317052" y="142494"/>
                  <a:pt x="2330863" y="154400"/>
                </a:cubicBezTo>
                <a:lnTo>
                  <a:pt x="2462689" y="267367"/>
                </a:lnTo>
                <a:cubicBezTo>
                  <a:pt x="2481548" y="283083"/>
                  <a:pt x="2492788" y="302514"/>
                  <a:pt x="2492788" y="322612"/>
                </a:cubicBezTo>
                <a:lnTo>
                  <a:pt x="2492788" y="394145"/>
                </a:lnTo>
                <a:cubicBezTo>
                  <a:pt x="2492788" y="436817"/>
                  <a:pt x="2442591" y="460629"/>
                  <a:pt x="2359724" y="460629"/>
                </a:cubicBezTo>
                <a:cubicBezTo>
                  <a:pt x="2268093" y="460629"/>
                  <a:pt x="2224088" y="439960"/>
                  <a:pt x="2224088" y="394145"/>
                </a:cubicBezTo>
                <a:lnTo>
                  <a:pt x="2224088" y="332042"/>
                </a:lnTo>
                <a:lnTo>
                  <a:pt x="2306955" y="332042"/>
                </a:lnTo>
                <a:lnTo>
                  <a:pt x="2306955" y="391668"/>
                </a:lnTo>
                <a:cubicBezTo>
                  <a:pt x="2306955" y="413004"/>
                  <a:pt x="2323338" y="425577"/>
                  <a:pt x="2359724" y="425577"/>
                </a:cubicBezTo>
                <a:cubicBezTo>
                  <a:pt x="2393537" y="425577"/>
                  <a:pt x="2409920" y="413004"/>
                  <a:pt x="2409920" y="391668"/>
                </a:cubicBezTo>
                <a:lnTo>
                  <a:pt x="2409920" y="328327"/>
                </a:lnTo>
                <a:cubicBezTo>
                  <a:pt x="2409920" y="312610"/>
                  <a:pt x="2403634" y="300704"/>
                  <a:pt x="2386013" y="284988"/>
                </a:cubicBezTo>
                <a:lnTo>
                  <a:pt x="2264283" y="178880"/>
                </a:lnTo>
                <a:cubicBezTo>
                  <a:pt x="2241709" y="159449"/>
                  <a:pt x="2229136" y="144399"/>
                  <a:pt x="2229136" y="121158"/>
                </a:cubicBezTo>
                <a:lnTo>
                  <a:pt x="2229136" y="66484"/>
                </a:lnTo>
                <a:cubicBezTo>
                  <a:pt x="2229136" y="21907"/>
                  <a:pt x="2275618" y="0"/>
                  <a:pt x="2359724" y="0"/>
                </a:cubicBezTo>
                <a:cubicBezTo>
                  <a:pt x="2452592" y="0"/>
                  <a:pt x="2490216" y="22003"/>
                  <a:pt x="2490216" y="63437"/>
                </a:cubicBezTo>
                <a:lnTo>
                  <a:pt x="2490216" y="121158"/>
                </a:lnTo>
                <a:lnTo>
                  <a:pt x="2407444" y="121158"/>
                </a:lnTo>
                <a:lnTo>
                  <a:pt x="2407444" y="65913"/>
                </a:lnTo>
                <a:close/>
                <a:moveTo>
                  <a:pt x="343376" y="572738"/>
                </a:moveTo>
                <a:lnTo>
                  <a:pt x="426339" y="572738"/>
                </a:lnTo>
                <a:lnTo>
                  <a:pt x="607886" y="3810"/>
                </a:lnTo>
                <a:lnTo>
                  <a:pt x="524923" y="3810"/>
                </a:lnTo>
                <a:lnTo>
                  <a:pt x="343376" y="572738"/>
                </a:lnTo>
                <a:close/>
                <a:moveTo>
                  <a:pt x="435578" y="226981"/>
                </a:moveTo>
                <a:lnTo>
                  <a:pt x="364807" y="4858"/>
                </a:lnTo>
                <a:lnTo>
                  <a:pt x="281845" y="4858"/>
                </a:lnTo>
                <a:lnTo>
                  <a:pt x="394049" y="357283"/>
                </a:lnTo>
                <a:lnTo>
                  <a:pt x="435578" y="226981"/>
                </a:lnTo>
                <a:close/>
                <a:moveTo>
                  <a:pt x="1955292" y="572738"/>
                </a:moveTo>
                <a:lnTo>
                  <a:pt x="2038255" y="572738"/>
                </a:lnTo>
                <a:lnTo>
                  <a:pt x="2219801" y="3715"/>
                </a:lnTo>
                <a:lnTo>
                  <a:pt x="2136839" y="3715"/>
                </a:lnTo>
                <a:lnTo>
                  <a:pt x="1955292" y="572738"/>
                </a:lnTo>
                <a:close/>
                <a:moveTo>
                  <a:pt x="2047875" y="225933"/>
                </a:moveTo>
                <a:lnTo>
                  <a:pt x="1977104" y="3810"/>
                </a:lnTo>
                <a:lnTo>
                  <a:pt x="1894141" y="3810"/>
                </a:lnTo>
                <a:lnTo>
                  <a:pt x="2006346" y="356235"/>
                </a:lnTo>
                <a:lnTo>
                  <a:pt x="2047875" y="225933"/>
                </a:lnTo>
                <a:close/>
                <a:moveTo>
                  <a:pt x="931164" y="457010"/>
                </a:moveTo>
                <a:lnTo>
                  <a:pt x="931545" y="457010"/>
                </a:lnTo>
                <a:lnTo>
                  <a:pt x="931545" y="72962"/>
                </a:lnTo>
                <a:cubicBezTo>
                  <a:pt x="931545" y="21527"/>
                  <a:pt x="900113" y="3905"/>
                  <a:pt x="793528" y="3905"/>
                </a:cubicBezTo>
                <a:lnTo>
                  <a:pt x="633698" y="3905"/>
                </a:lnTo>
                <a:lnTo>
                  <a:pt x="633698" y="457105"/>
                </a:lnTo>
                <a:lnTo>
                  <a:pt x="716471" y="457105"/>
                </a:lnTo>
                <a:lnTo>
                  <a:pt x="716566" y="457010"/>
                </a:lnTo>
                <a:lnTo>
                  <a:pt x="716566" y="39052"/>
                </a:lnTo>
                <a:lnTo>
                  <a:pt x="784670" y="39052"/>
                </a:lnTo>
                <a:cubicBezTo>
                  <a:pt x="822293" y="39052"/>
                  <a:pt x="848678" y="44101"/>
                  <a:pt x="848678" y="67342"/>
                </a:cubicBezTo>
                <a:lnTo>
                  <a:pt x="848678" y="457010"/>
                </a:lnTo>
                <a:lnTo>
                  <a:pt x="931164" y="457010"/>
                </a:lnTo>
                <a:close/>
                <a:moveTo>
                  <a:pt x="2524982" y="59722"/>
                </a:moveTo>
                <a:cubicBezTo>
                  <a:pt x="2524982" y="29432"/>
                  <a:pt x="2549557" y="7144"/>
                  <a:pt x="2578608" y="7144"/>
                </a:cubicBezTo>
                <a:cubicBezTo>
                  <a:pt x="2607374" y="7144"/>
                  <a:pt x="2631853" y="29432"/>
                  <a:pt x="2631853" y="59722"/>
                </a:cubicBezTo>
                <a:cubicBezTo>
                  <a:pt x="2631853" y="90297"/>
                  <a:pt x="2607278" y="112681"/>
                  <a:pt x="2578608" y="112681"/>
                </a:cubicBezTo>
                <a:cubicBezTo>
                  <a:pt x="2549557" y="112681"/>
                  <a:pt x="2524982" y="90297"/>
                  <a:pt x="2524982" y="59722"/>
                </a:cubicBezTo>
                <a:close/>
                <a:moveTo>
                  <a:pt x="2578608" y="103918"/>
                </a:moveTo>
                <a:cubicBezTo>
                  <a:pt x="2602516" y="103918"/>
                  <a:pt x="2621280" y="85249"/>
                  <a:pt x="2621280" y="59817"/>
                </a:cubicBezTo>
                <a:cubicBezTo>
                  <a:pt x="2621280" y="34862"/>
                  <a:pt x="2602516" y="16002"/>
                  <a:pt x="2578608" y="16002"/>
                </a:cubicBezTo>
                <a:cubicBezTo>
                  <a:pt x="2554415" y="16002"/>
                  <a:pt x="2535555" y="34862"/>
                  <a:pt x="2535555" y="59817"/>
                </a:cubicBezTo>
                <a:cubicBezTo>
                  <a:pt x="2535650" y="85153"/>
                  <a:pt x="2554415" y="103918"/>
                  <a:pt x="2578608" y="103918"/>
                </a:cubicBezTo>
                <a:close/>
                <a:moveTo>
                  <a:pt x="2567464" y="90297"/>
                </a:moveTo>
                <a:lnTo>
                  <a:pt x="2558225" y="90297"/>
                </a:lnTo>
                <a:lnTo>
                  <a:pt x="2558225" y="29432"/>
                </a:lnTo>
                <a:lnTo>
                  <a:pt x="2581466" y="29432"/>
                </a:lnTo>
                <a:cubicBezTo>
                  <a:pt x="2595848" y="29432"/>
                  <a:pt x="2602897" y="34766"/>
                  <a:pt x="2602897" y="46768"/>
                </a:cubicBezTo>
                <a:cubicBezTo>
                  <a:pt x="2602897" y="57626"/>
                  <a:pt x="2596039" y="62389"/>
                  <a:pt x="2587085" y="63532"/>
                </a:cubicBezTo>
                <a:lnTo>
                  <a:pt x="2604421" y="90297"/>
                </a:lnTo>
                <a:lnTo>
                  <a:pt x="2594134" y="90297"/>
                </a:lnTo>
                <a:lnTo>
                  <a:pt x="2578037" y="63913"/>
                </a:lnTo>
                <a:lnTo>
                  <a:pt x="2567464" y="63913"/>
                </a:lnTo>
                <a:lnTo>
                  <a:pt x="2567464" y="90297"/>
                </a:lnTo>
                <a:close/>
                <a:moveTo>
                  <a:pt x="2578418" y="56102"/>
                </a:moveTo>
                <a:cubicBezTo>
                  <a:pt x="2586228" y="56102"/>
                  <a:pt x="2593277" y="55531"/>
                  <a:pt x="2593277" y="46196"/>
                </a:cubicBezTo>
                <a:cubicBezTo>
                  <a:pt x="2593277" y="38671"/>
                  <a:pt x="2586418" y="37243"/>
                  <a:pt x="2580037" y="37243"/>
                </a:cubicBezTo>
                <a:lnTo>
                  <a:pt x="2567464" y="37243"/>
                </a:lnTo>
                <a:lnTo>
                  <a:pt x="2567464" y="56102"/>
                </a:lnTo>
                <a:lnTo>
                  <a:pt x="2578418" y="56102"/>
                </a:lnTo>
                <a:close/>
              </a:path>
            </a:pathLst>
          </a:custGeom>
          <a:solidFill>
            <a:srgbClr val="5A2A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
          <p:cNvSpPr txBox="1"/>
          <p:nvPr/>
        </p:nvSpPr>
        <p:spPr>
          <a:xfrm>
            <a:off x="10203830" y="6544891"/>
            <a:ext cx="1226107" cy="215444"/>
          </a:xfrm>
          <a:prstGeom prst="rect">
            <a:avLst/>
          </a:prstGeom>
          <a:noFill/>
          <a:ln>
            <a:noFill/>
          </a:ln>
        </p:spPr>
        <p:txBody>
          <a:bodyPr spcFirstLastPara="1" wrap="square" lIns="91425" tIns="45700" rIns="0" bIns="45700" anchor="ctr" anchorCtr="0">
            <a:noAutofit/>
          </a:bodyPr>
          <a:lstStyle/>
          <a:p>
            <a:pPr marL="0" marR="0" lvl="0" indent="0" algn="r" rtl="0">
              <a:spcBef>
                <a:spcPts val="0"/>
              </a:spcBef>
              <a:spcAft>
                <a:spcPts val="0"/>
              </a:spcAft>
              <a:buNone/>
            </a:pPr>
            <a:r>
              <a:rPr lang="en-US" sz="700" b="0" i="0" u="none" strike="noStrike" cap="none">
                <a:solidFill>
                  <a:srgbClr val="646E81"/>
                </a:solidFill>
                <a:latin typeface="Arial"/>
                <a:ea typeface="Arial"/>
                <a:cs typeface="Arial"/>
                <a:sym typeface="Arial"/>
              </a:rPr>
              <a:t>© 2025 Synopsys, Inc. </a:t>
            </a:r>
            <a:endParaRPr/>
          </a:p>
        </p:txBody>
      </p:sp>
      <p:sp>
        <p:nvSpPr>
          <p:cNvPr id="11" name="Google Shape;11;p10"/>
          <p:cNvSpPr txBox="1"/>
          <p:nvPr/>
        </p:nvSpPr>
        <p:spPr>
          <a:xfrm>
            <a:off x="11429937" y="6544891"/>
            <a:ext cx="374204" cy="21544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700" b="0" i="0" u="none" strike="noStrike" cap="none">
                <a:solidFill>
                  <a:srgbClr val="646E81"/>
                </a:solidFill>
                <a:latin typeface="Arial"/>
                <a:ea typeface="Arial"/>
                <a:cs typeface="Arial"/>
                <a:sym typeface="Arial"/>
              </a:rPr>
              <a:t>‹Nº›</a:t>
            </a:fld>
            <a:endParaRPr sz="700" b="0" i="0" u="none" strike="noStrike" cap="none">
              <a:solidFill>
                <a:srgbClr val="646E81"/>
              </a:solidFill>
              <a:latin typeface="Arial"/>
              <a:ea typeface="Arial"/>
              <a:cs typeface="Arial"/>
              <a:sym typeface="Arial"/>
            </a:endParaRPr>
          </a:p>
        </p:txBody>
      </p:sp>
      <p:sp>
        <p:nvSpPr>
          <p:cNvPr id="12" name="Google Shape;12;p10"/>
          <p:cNvSpPr txBox="1">
            <a:spLocks noGrp="1"/>
          </p:cNvSpPr>
          <p:nvPr>
            <p:ph type="title"/>
          </p:nvPr>
        </p:nvSpPr>
        <p:spPr>
          <a:xfrm>
            <a:off x="379288" y="166710"/>
            <a:ext cx="11431708" cy="4572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0"/>
          <p:cNvSpPr txBox="1">
            <a:spLocks noGrp="1"/>
          </p:cNvSpPr>
          <p:nvPr>
            <p:ph type="body" idx="1"/>
          </p:nvPr>
        </p:nvSpPr>
        <p:spPr>
          <a:xfrm>
            <a:off x="381001" y="942405"/>
            <a:ext cx="11431710" cy="5510014"/>
          </a:xfrm>
          <a:prstGeom prst="rect">
            <a:avLst/>
          </a:prstGeom>
          <a:noFill/>
          <a:ln>
            <a:noFill/>
          </a:ln>
        </p:spPr>
        <p:txBody>
          <a:bodyPr spcFirstLastPara="1" wrap="square" lIns="0" tIns="0" rIns="0" bIns="0" anchor="t" anchorCtr="0">
            <a:noAutofit/>
          </a:bodyPr>
          <a:lstStyle>
            <a:lvl1pPr marL="457200" marR="0" lvl="0" indent="-355600" algn="l" rtl="0">
              <a:lnSpc>
                <a:spcPct val="10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17500"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00000"/>
              </a:lnSpc>
              <a:spcBef>
                <a:spcPts val="300"/>
              </a:spcBef>
              <a:spcAft>
                <a:spcPts val="3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4" name="Google Shape;14;p10"/>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lvl1pPr marR="0" lvl="0" algn="r" rtl="0">
              <a:spcBef>
                <a:spcPts val="0"/>
              </a:spcBef>
              <a:spcAft>
                <a:spcPts val="0"/>
              </a:spcAft>
              <a:buSzPts val="1400"/>
              <a:buNone/>
              <a:defRPr sz="700" b="0" i="0" u="none" strike="noStrike" cap="none">
                <a:solidFill>
                  <a:srgbClr val="646E8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40">
          <p15:clr>
            <a:srgbClr val="5ACBF0"/>
          </p15:clr>
        </p15:guide>
        <p15:guide id="2" pos="693">
          <p15:clr>
            <a:srgbClr val="E1E1E1"/>
          </p15:clr>
        </p15:guide>
        <p15:guide id="3" pos="853">
          <p15:clr>
            <a:srgbClr val="E1E1E1"/>
          </p15:clr>
        </p15:guide>
        <p15:guide id="4" pos="1306">
          <p15:clr>
            <a:srgbClr val="E1E1E1"/>
          </p15:clr>
        </p15:guide>
        <p15:guide id="5" pos="1466">
          <p15:clr>
            <a:srgbClr val="E1E1E1"/>
          </p15:clr>
        </p15:guide>
        <p15:guide id="6" pos="1920">
          <p15:clr>
            <a:srgbClr val="E1E1E1"/>
          </p15:clr>
        </p15:guide>
        <p15:guide id="7" pos="2080">
          <p15:clr>
            <a:srgbClr val="E1E1E1"/>
          </p15:clr>
        </p15:guide>
        <p15:guide id="8" pos="2533">
          <p15:clr>
            <a:srgbClr val="E1E1E1"/>
          </p15:clr>
        </p15:guide>
        <p15:guide id="9" pos="2693">
          <p15:clr>
            <a:srgbClr val="E1E1E1"/>
          </p15:clr>
        </p15:guide>
        <p15:guide id="10" pos="3146">
          <p15:clr>
            <a:srgbClr val="E1E1E1"/>
          </p15:clr>
        </p15:guide>
        <p15:guide id="11" pos="3306">
          <p15:clr>
            <a:srgbClr val="E1E1E1"/>
          </p15:clr>
        </p15:guide>
        <p15:guide id="12" pos="3760">
          <p15:clr>
            <a:srgbClr val="E1E1E1"/>
          </p15:clr>
        </p15:guide>
        <p15:guide id="13" pos="3920">
          <p15:clr>
            <a:srgbClr val="E1E1E1"/>
          </p15:clr>
        </p15:guide>
        <p15:guide id="14" pos="4373">
          <p15:clr>
            <a:srgbClr val="E1E1E1"/>
          </p15:clr>
        </p15:guide>
        <p15:guide id="15" pos="4533">
          <p15:clr>
            <a:srgbClr val="E1E1E1"/>
          </p15:clr>
        </p15:guide>
        <p15:guide id="16" pos="4986">
          <p15:clr>
            <a:srgbClr val="E1E1E1"/>
          </p15:clr>
        </p15:guide>
        <p15:guide id="17" pos="5146">
          <p15:clr>
            <a:srgbClr val="E1E1E1"/>
          </p15:clr>
        </p15:guide>
        <p15:guide id="18" pos="5600">
          <p15:clr>
            <a:srgbClr val="E1E1E1"/>
          </p15:clr>
        </p15:guide>
        <p15:guide id="19" pos="5760">
          <p15:clr>
            <a:srgbClr val="E1E1E1"/>
          </p15:clr>
        </p15:guide>
        <p15:guide id="20" pos="6213">
          <p15:clr>
            <a:srgbClr val="E1E1E1"/>
          </p15:clr>
        </p15:guide>
        <p15:guide id="21" pos="6373">
          <p15:clr>
            <a:srgbClr val="E1E1E1"/>
          </p15:clr>
        </p15:guide>
        <p15:guide id="22" pos="6826">
          <p15:clr>
            <a:srgbClr val="E1E1E1"/>
          </p15:clr>
        </p15:guide>
        <p15:guide id="23" pos="6986">
          <p15:clr>
            <a:srgbClr val="E1E1E1"/>
          </p15:clr>
        </p15:guide>
        <p15:guide id="24" pos="7440">
          <p15:clr>
            <a:srgbClr val="5ACBF0"/>
          </p15:clr>
        </p15:guide>
        <p15:guide id="25" orient="horz" pos="160">
          <p15:clr>
            <a:srgbClr val="5ACBF0"/>
          </p15:clr>
        </p15:guide>
        <p15:guide id="26" orient="horz" pos="2157">
          <p15:clr>
            <a:srgbClr val="FBAE40"/>
          </p15:clr>
        </p15:guide>
        <p15:guide id="27" orient="horz" pos="4065">
          <p15:clr>
            <a:srgbClr val="5ACBF0"/>
          </p15:clr>
        </p15:guide>
        <p15:guide id="28" orient="horz" pos="594">
          <p15:clr>
            <a:srgbClr val="E1E1E1"/>
          </p15:clr>
        </p15:guide>
        <p15:guide id="29" orient="horz" pos="768">
          <p15:clr>
            <a:srgbClr val="E1E1E1"/>
          </p15:clr>
        </p15:guide>
        <p15:guide id="30" orient="horz" pos="941">
          <p15:clr>
            <a:srgbClr val="E1E1E1"/>
          </p15:clr>
        </p15:guide>
        <p15:guide id="31" orient="horz" pos="3892">
          <p15:clr>
            <a:srgbClr val="E1E1E1"/>
          </p15:clr>
        </p15:guide>
        <p15:guide id="32" orient="horz" pos="3718">
          <p15:clr>
            <a:srgbClr val="E1E1E1"/>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
          <p:cNvSpPr txBox="1">
            <a:spLocks noGrp="1"/>
          </p:cNvSpPr>
          <p:nvPr>
            <p:ph type="ctrTitle"/>
          </p:nvPr>
        </p:nvSpPr>
        <p:spPr>
          <a:xfrm>
            <a:off x="381001" y="2170162"/>
            <a:ext cx="7534274" cy="1376111"/>
          </a:xfrm>
          <a:prstGeom prst="rect">
            <a:avLst/>
          </a:prstGeom>
          <a:noFill/>
          <a:ln>
            <a:noFill/>
          </a:ln>
        </p:spPr>
        <p:txBody>
          <a:bodyPr spcFirstLastPara="1" wrap="square" lIns="0" tIns="0" rIns="0" bIns="0" anchor="b" anchorCtr="0">
            <a:noAutofit/>
          </a:bodyPr>
          <a:lstStyle/>
          <a:p>
            <a:pPr lvl="0"/>
            <a:r>
              <a:rPr lang="es-GT" dirty="0"/>
              <a:t>Project </a:t>
            </a:r>
            <a:r>
              <a:rPr lang="es-GT" dirty="0" err="1"/>
              <a:t>Report</a:t>
            </a:r>
            <a:endParaRPr dirty="0"/>
          </a:p>
        </p:txBody>
      </p:sp>
      <p:sp>
        <p:nvSpPr>
          <p:cNvPr id="267" name="Google Shape;267;p1"/>
          <p:cNvSpPr txBox="1">
            <a:spLocks noGrp="1"/>
          </p:cNvSpPr>
          <p:nvPr>
            <p:ph type="subTitle" idx="1"/>
          </p:nvPr>
        </p:nvSpPr>
        <p:spPr>
          <a:xfrm>
            <a:off x="381001" y="3550705"/>
            <a:ext cx="7534274" cy="457200"/>
          </a:xfrm>
          <a:prstGeom prst="rect">
            <a:avLst/>
          </a:prstGeom>
          <a:noFill/>
          <a:ln>
            <a:noFill/>
          </a:ln>
        </p:spPr>
        <p:txBody>
          <a:bodyPr spcFirstLastPara="1" wrap="square" lIns="0" tIns="91425" rIns="0" bIns="0" anchor="t" anchorCtr="0">
            <a:noAutofit/>
          </a:bodyPr>
          <a:lstStyle/>
          <a:p>
            <a:pPr marL="0" lvl="0" indent="0" algn="l" rtl="0">
              <a:lnSpc>
                <a:spcPct val="100000"/>
              </a:lnSpc>
              <a:spcBef>
                <a:spcPts val="0"/>
              </a:spcBef>
              <a:spcAft>
                <a:spcPts val="0"/>
              </a:spcAft>
              <a:buSzPts val="2800"/>
              <a:buNone/>
            </a:pPr>
            <a:r>
              <a:rPr lang="en-US" dirty="0"/>
              <a:t>Digital IC Design Academy</a:t>
            </a:r>
            <a:endParaRPr dirty="0"/>
          </a:p>
        </p:txBody>
      </p:sp>
      <p:sp>
        <p:nvSpPr>
          <p:cNvPr id="268" name="Google Shape;268;p1"/>
          <p:cNvSpPr txBox="1">
            <a:spLocks noGrp="1"/>
          </p:cNvSpPr>
          <p:nvPr>
            <p:ph type="body" idx="2"/>
          </p:nvPr>
        </p:nvSpPr>
        <p:spPr>
          <a:xfrm>
            <a:off x="381000" y="4194595"/>
            <a:ext cx="6561138" cy="73152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2400"/>
              <a:buNone/>
            </a:pPr>
            <a:r>
              <a:rPr lang="en-US" dirty="0"/>
              <a:t>Pablo Jose Lopez Mazariegos</a:t>
            </a:r>
            <a:endParaRPr dirty="0"/>
          </a:p>
        </p:txBody>
      </p:sp>
      <p:sp>
        <p:nvSpPr>
          <p:cNvPr id="269" name="Google Shape;269;p1"/>
          <p:cNvSpPr txBox="1">
            <a:spLocks noGrp="1"/>
          </p:cNvSpPr>
          <p:nvPr>
            <p:ph type="body" idx="3"/>
          </p:nvPr>
        </p:nvSpPr>
        <p:spPr>
          <a:xfrm>
            <a:off x="381000" y="5103952"/>
            <a:ext cx="6561138" cy="731520"/>
          </a:xfrm>
          <a:prstGeom prst="rect">
            <a:avLst/>
          </a:prstGeom>
          <a:noFill/>
          <a:ln>
            <a:noFill/>
          </a:ln>
        </p:spPr>
        <p:txBody>
          <a:bodyPr spcFirstLastPara="1" wrap="square" lIns="0" tIns="0" rIns="0" bIns="0" anchor="t" anchorCtr="0">
            <a:noAutofit/>
          </a:bodyPr>
          <a:lstStyle/>
          <a:p>
            <a:pPr marL="228600" lvl="0" indent="-228600" algn="l" rtl="0">
              <a:lnSpc>
                <a:spcPct val="100000"/>
              </a:lnSpc>
              <a:spcBef>
                <a:spcPts val="0"/>
              </a:spcBef>
              <a:spcAft>
                <a:spcPts val="0"/>
              </a:spcAft>
              <a:buSzPts val="2000"/>
              <a:buNone/>
            </a:pPr>
            <a:r>
              <a:rPr lang="en-US" dirty="0"/>
              <a:t>Universidad Galileo  </a:t>
            </a:r>
          </a:p>
          <a:p>
            <a:pPr marL="228600" lvl="0" indent="-228600" algn="l" rtl="0">
              <a:lnSpc>
                <a:spcPct val="100000"/>
              </a:lnSpc>
              <a:spcBef>
                <a:spcPts val="0"/>
              </a:spcBef>
              <a:spcAft>
                <a:spcPts val="0"/>
              </a:spcAft>
              <a:buSzPts val="2000"/>
              <a:buNone/>
            </a:pPr>
            <a:r>
              <a:rPr lang="en-US" dirty="0"/>
              <a:t>Guatemala, 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
          <p:cNvSpPr txBox="1">
            <a:spLocks noGrp="1"/>
          </p:cNvSpPr>
          <p:nvPr>
            <p:ph type="title"/>
          </p:nvPr>
        </p:nvSpPr>
        <p:spPr>
          <a:xfrm>
            <a:off x="381001" y="254000"/>
            <a:ext cx="10455274" cy="959065"/>
          </a:xfrm>
          <a:prstGeom prst="rect">
            <a:avLst/>
          </a:prstGeom>
          <a:noFill/>
          <a:ln>
            <a:noFill/>
          </a:ln>
        </p:spPr>
        <p:txBody>
          <a:bodyPr spcFirstLastPara="1" wrap="square" lIns="0" tIns="0" rIns="0" bIns="45700" anchor="ctr" anchorCtr="0">
            <a:noAutofit/>
          </a:bodyPr>
          <a:lstStyle/>
          <a:p>
            <a:pPr marL="0" lvl="0" indent="0" algn="l" rtl="0">
              <a:lnSpc>
                <a:spcPct val="90000"/>
              </a:lnSpc>
              <a:spcBef>
                <a:spcPts val="0"/>
              </a:spcBef>
              <a:spcAft>
                <a:spcPts val="0"/>
              </a:spcAft>
              <a:buClr>
                <a:schemeClr val="accent1"/>
              </a:buClr>
              <a:buSzPts val="3600"/>
              <a:buFont typeface="Arial"/>
              <a:buNone/>
            </a:pPr>
            <a:r>
              <a:rPr lang="en-US"/>
              <a:t>Agenda</a:t>
            </a:r>
            <a:endParaRPr/>
          </a:p>
        </p:txBody>
      </p:sp>
      <p:sp>
        <p:nvSpPr>
          <p:cNvPr id="279" name="Google Shape;279;p3"/>
          <p:cNvSpPr txBox="1">
            <a:spLocks noGrp="1"/>
          </p:cNvSpPr>
          <p:nvPr>
            <p:ph type="body" idx="1"/>
          </p:nvPr>
        </p:nvSpPr>
        <p:spPr>
          <a:xfrm>
            <a:off x="381000" y="1493838"/>
            <a:ext cx="11432032" cy="4959351"/>
          </a:xfrm>
          <a:prstGeom prst="rect">
            <a:avLst/>
          </a:prstGeom>
          <a:noFill/>
          <a:ln>
            <a:noFill/>
          </a:ln>
        </p:spPr>
        <p:txBody>
          <a:bodyPr spcFirstLastPara="1" wrap="square" lIns="0" tIns="0" rIns="0" bIns="0" anchor="t" anchorCtr="0">
            <a:noAutofit/>
          </a:bodyPr>
          <a:lstStyle/>
          <a:p>
            <a:pPr marL="228600" indent="-228600" algn="l" rtl="0">
              <a:lnSpc>
                <a:spcPct val="100000"/>
              </a:lnSpc>
              <a:spcBef>
                <a:spcPts val="0"/>
              </a:spcBef>
              <a:spcAft>
                <a:spcPts val="0"/>
              </a:spcAft>
              <a:buClr>
                <a:schemeClr val="dk1"/>
              </a:buClr>
              <a:buSzPts val="2400"/>
              <a:buFont typeface="Arial"/>
              <a:buChar char="•"/>
            </a:pPr>
            <a:r>
              <a:rPr dirty="0"/>
              <a:t>El </a:t>
            </a:r>
            <a:r>
              <a:rPr dirty="0" err="1"/>
              <a:t>diseño</a:t>
            </a:r>
            <a:r>
              <a:rPr dirty="0"/>
              <a:t>: MicroRV8, un CPU de 8 bits </a:t>
            </a:r>
            <a:r>
              <a:rPr dirty="0" err="1"/>
              <a:t>propio</a:t>
            </a:r>
            <a:endParaRPr dirty="0"/>
          </a:p>
          <a:p>
            <a:r>
              <a:rPr dirty="0"/>
              <a:t>Verification — VCS, Verdi y coverage  (~6 min)</a:t>
            </a:r>
          </a:p>
          <a:p>
            <a:pPr lvl="1"/>
            <a:r>
              <a:rPr dirty="0"/>
              <a:t>Testbenches </a:t>
            </a:r>
            <a:r>
              <a:rPr dirty="0" err="1"/>
              <a:t>por</a:t>
            </a:r>
            <a:r>
              <a:rPr dirty="0"/>
              <a:t> </a:t>
            </a:r>
            <a:r>
              <a:rPr dirty="0" err="1"/>
              <a:t>módulo</a:t>
            </a:r>
            <a:r>
              <a:rPr dirty="0"/>
              <a:t> y del </a:t>
            </a:r>
            <a:r>
              <a:rPr dirty="0" err="1"/>
              <a:t>sistema</a:t>
            </a:r>
            <a:r>
              <a:rPr dirty="0"/>
              <a:t> </a:t>
            </a:r>
            <a:r>
              <a:rPr dirty="0" err="1"/>
              <a:t>completo</a:t>
            </a:r>
            <a:endParaRPr dirty="0"/>
          </a:p>
          <a:p>
            <a:pPr lvl="1"/>
            <a:r>
              <a:rPr dirty="0"/>
              <a:t>Waveforms de las 8 </a:t>
            </a:r>
            <a:r>
              <a:rPr dirty="0" err="1"/>
              <a:t>instrucciones</a:t>
            </a:r>
            <a:r>
              <a:rPr dirty="0"/>
              <a:t> </a:t>
            </a:r>
            <a:r>
              <a:rPr dirty="0" err="1"/>
              <a:t>requeridas</a:t>
            </a:r>
            <a:endParaRPr dirty="0"/>
          </a:p>
          <a:p>
            <a:r>
              <a:rPr dirty="0"/>
              <a:t>Logic Synthesis — Design Compiler  (~3 min)</a:t>
            </a:r>
          </a:p>
          <a:p>
            <a:pPr lvl="1"/>
            <a:r>
              <a:rPr dirty="0"/>
              <a:t>5 </a:t>
            </a:r>
            <a:r>
              <a:rPr dirty="0" err="1"/>
              <a:t>variantes</a:t>
            </a:r>
            <a:r>
              <a:rPr dirty="0"/>
              <a:t> de </a:t>
            </a:r>
            <a:r>
              <a:rPr dirty="0" err="1"/>
              <a:t>compile_ultra</a:t>
            </a:r>
            <a:r>
              <a:rPr dirty="0"/>
              <a:t>, Formality y DFT</a:t>
            </a:r>
          </a:p>
          <a:p>
            <a:r>
              <a:rPr dirty="0"/>
              <a:t>Physical Synthesis — IC Compiler II  (~3 min)</a:t>
            </a:r>
          </a:p>
          <a:p>
            <a:pPr lvl="1"/>
            <a:r>
              <a:rPr dirty="0"/>
              <a:t>Floorplan, place, CTS, route, signoff, </a:t>
            </a:r>
            <a:r>
              <a:rPr dirty="0" err="1"/>
              <a:t>StarRC</a:t>
            </a:r>
            <a:r>
              <a:rPr dirty="0"/>
              <a:t> y </a:t>
            </a:r>
            <a:r>
              <a:rPr dirty="0" err="1"/>
              <a:t>PrimeTime</a:t>
            </a:r>
            <a:endParaRPr dirty="0"/>
          </a:p>
          <a:p>
            <a:r>
              <a:rPr dirty="0"/>
              <a:t>PPA Sweep  (~3 min)</a:t>
            </a:r>
          </a:p>
          <a:p>
            <a:r>
              <a:rPr dirty="0" err="1"/>
              <a:t>Corrección</a:t>
            </a:r>
            <a:r>
              <a:rPr dirty="0"/>
              <a:t> de PDK y re-</a:t>
            </a:r>
            <a:r>
              <a:rPr dirty="0" err="1"/>
              <a:t>ejecución</a:t>
            </a:r>
            <a:r>
              <a:rPr dirty="0"/>
              <a:t> del </a:t>
            </a:r>
            <a:r>
              <a:rPr dirty="0" err="1"/>
              <a:t>flujo</a:t>
            </a:r>
            <a:r>
              <a:rPr dirty="0"/>
              <a:t>  (~3 min)</a:t>
            </a:r>
          </a:p>
          <a:p>
            <a:r>
              <a:rPr dirty="0" err="1"/>
              <a:t>Conclusiones</a:t>
            </a:r>
            <a:endParaRPr dirty="0"/>
          </a:p>
        </p:txBody>
      </p:sp>
      <p:sp>
        <p:nvSpPr>
          <p:cNvPr id="280" name="Google Shape;280;p3"/>
          <p:cNvSpPr txBox="1">
            <a:spLocks noGrp="1"/>
          </p:cNvSpPr>
          <p:nvPr>
            <p:ph type="ftr" idx="11"/>
          </p:nvPr>
        </p:nvSpPr>
        <p:spPr>
          <a:xfrm>
            <a:off x="7196137" y="6544891"/>
            <a:ext cx="2921001" cy="215444"/>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a:t>Synopsys Confidential Information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Delivery Requirements</a:t>
            </a:r>
          </a:p>
        </p:txBody>
      </p:sp>
      <p:sp>
        <p:nvSpPr>
          <p:cNvPr id="3" name="Text Placeholder 2"/>
          <p:cNvSpPr>
            <a:spLocks noGrp="1"/>
          </p:cNvSpPr>
          <p:nvPr>
            <p:ph type="body" idx="1"/>
          </p:nvPr>
        </p:nvSpPr>
        <p:spPr/>
        <p:txBody>
          <a:bodyPr/>
          <a:lstStyle/>
          <a:p>
            <a:r>
              <a:t>Qué se pidió y qué entregué</a:t>
            </a:r>
          </a:p>
        </p:txBody>
      </p:sp>
      <p:sp>
        <p:nvSpPr>
          <p:cNvPr id="4" name="Text Placeholder 3"/>
          <p:cNvSpPr>
            <a:spLocks noGrp="1"/>
          </p:cNvSpPr>
          <p:nvPr>
            <p:ph type="body" idx="2"/>
          </p:nvPr>
        </p:nvSpPr>
        <p:spPr>
          <a:xfrm>
            <a:off x="381000" y="1054227"/>
            <a:ext cx="11430000" cy="3703320"/>
          </a:xfrm>
        </p:spPr>
        <p:txBody>
          <a:bodyPr wrap="square"/>
          <a:lstStyle/>
          <a:p>
            <a:r>
              <a:rPr sz="1500" b="1" dirty="0" err="1"/>
              <a:t>Objetivo</a:t>
            </a:r>
            <a:r>
              <a:rPr sz="1500" b="1" dirty="0"/>
              <a:t> del </a:t>
            </a:r>
            <a:r>
              <a:rPr sz="1500" b="1" dirty="0" err="1"/>
              <a:t>proyecto</a:t>
            </a:r>
            <a:endParaRPr sz="1500" b="1" dirty="0"/>
          </a:p>
          <a:p>
            <a:pPr lvl="1"/>
            <a:r>
              <a:rPr sz="1300" b="0" dirty="0" err="1"/>
              <a:t>Demostrar</a:t>
            </a:r>
            <a:r>
              <a:rPr sz="1300" b="0" dirty="0"/>
              <a:t> el </a:t>
            </a:r>
            <a:r>
              <a:rPr sz="1300" b="0" dirty="0" err="1"/>
              <a:t>flujo</a:t>
            </a:r>
            <a:r>
              <a:rPr sz="1300" b="0" dirty="0"/>
              <a:t> digital </a:t>
            </a:r>
            <a:r>
              <a:rPr sz="1300" b="0" dirty="0" err="1"/>
              <a:t>completo</a:t>
            </a:r>
            <a:r>
              <a:rPr sz="1300" b="0" dirty="0"/>
              <a:t> </a:t>
            </a:r>
            <a:r>
              <a:rPr sz="1300" b="0" dirty="0" err="1"/>
              <a:t>implementando</a:t>
            </a:r>
            <a:r>
              <a:rPr sz="1300" b="0" dirty="0"/>
              <a:t> un </a:t>
            </a:r>
            <a:r>
              <a:rPr sz="1300" b="0" dirty="0" err="1"/>
              <a:t>procesador</a:t>
            </a:r>
            <a:r>
              <a:rPr sz="1300" b="0" dirty="0"/>
              <a:t> multi-</a:t>
            </a:r>
            <a:r>
              <a:rPr sz="1300" b="0" dirty="0" err="1"/>
              <a:t>ciclo</a:t>
            </a:r>
            <a:r>
              <a:rPr sz="1300" b="0" dirty="0"/>
              <a:t> </a:t>
            </a:r>
            <a:r>
              <a:rPr sz="1300" b="0" dirty="0" err="1"/>
              <a:t>funcional</a:t>
            </a:r>
            <a:r>
              <a:rPr sz="1300" b="0" dirty="0"/>
              <a:t>, </a:t>
            </a:r>
            <a:r>
              <a:rPr sz="1300" b="0" dirty="0" err="1"/>
              <a:t>desde</a:t>
            </a:r>
            <a:r>
              <a:rPr sz="1300" b="0" dirty="0"/>
              <a:t> la </a:t>
            </a:r>
            <a:r>
              <a:rPr sz="1300" b="0" dirty="0" err="1"/>
              <a:t>descripción</a:t>
            </a:r>
            <a:r>
              <a:rPr sz="1300" b="0" dirty="0"/>
              <a:t> RTL hasta el </a:t>
            </a:r>
            <a:r>
              <a:rPr sz="1300" b="0" dirty="0" err="1"/>
              <a:t>diseño</a:t>
            </a:r>
            <a:r>
              <a:rPr sz="1300" b="0" dirty="0"/>
              <a:t> </a:t>
            </a:r>
            <a:r>
              <a:rPr sz="1300" b="0" dirty="0" err="1"/>
              <a:t>físico</a:t>
            </a:r>
            <a:r>
              <a:rPr sz="1300" b="0" dirty="0"/>
              <a:t>.</a:t>
            </a:r>
          </a:p>
          <a:p>
            <a:pPr lvl="1"/>
            <a:r>
              <a:rPr sz="1300" b="0" dirty="0" err="1"/>
              <a:t>Interpretar</a:t>
            </a:r>
            <a:r>
              <a:rPr sz="1300" b="0" dirty="0"/>
              <a:t> y </a:t>
            </a:r>
            <a:r>
              <a:rPr sz="1300" b="0" dirty="0" err="1"/>
              <a:t>evaluar</a:t>
            </a:r>
            <a:r>
              <a:rPr sz="1300" b="0" dirty="0"/>
              <a:t> </a:t>
            </a:r>
            <a:r>
              <a:rPr sz="1300" b="0" dirty="0" err="1"/>
              <a:t>los</a:t>
            </a:r>
            <a:r>
              <a:rPr sz="1300" b="0" dirty="0"/>
              <a:t> trade-offs de power, performance y area.</a:t>
            </a:r>
          </a:p>
          <a:p>
            <a:r>
              <a:rPr sz="1500" b="1" dirty="0" err="1"/>
              <a:t>Entregables</a:t>
            </a:r>
            <a:r>
              <a:rPr sz="1500" b="1" dirty="0"/>
              <a:t> </a:t>
            </a:r>
            <a:r>
              <a:rPr sz="1500" b="1" dirty="0" err="1"/>
              <a:t>cubiertos</a:t>
            </a:r>
            <a:endParaRPr sz="1500" b="1" dirty="0"/>
          </a:p>
          <a:p>
            <a:pPr lvl="1"/>
            <a:r>
              <a:rPr sz="1300" b="0" dirty="0"/>
              <a:t>RTL </a:t>
            </a:r>
            <a:r>
              <a:rPr sz="1300" b="0" dirty="0" err="1"/>
              <a:t>propio</a:t>
            </a:r>
            <a:r>
              <a:rPr sz="1300" b="0" dirty="0"/>
              <a:t> (10 </a:t>
            </a:r>
            <a:r>
              <a:rPr sz="1300" b="0" dirty="0" err="1"/>
              <a:t>módulos</a:t>
            </a:r>
            <a:r>
              <a:rPr sz="1300" b="0" dirty="0"/>
              <a:t> Verilog) + testbenches </a:t>
            </a:r>
            <a:r>
              <a:rPr sz="1300" b="0" dirty="0" err="1"/>
              <a:t>en</a:t>
            </a:r>
            <a:r>
              <a:rPr sz="1300" b="0" dirty="0"/>
              <a:t> </a:t>
            </a:r>
            <a:r>
              <a:rPr sz="1300" b="0" dirty="0" err="1"/>
              <a:t>SystemVerilog</a:t>
            </a:r>
            <a:r>
              <a:rPr sz="1300" b="0" dirty="0"/>
              <a:t>.</a:t>
            </a:r>
          </a:p>
          <a:p>
            <a:pPr lvl="1"/>
            <a:r>
              <a:rPr sz="1300" b="0" dirty="0" err="1"/>
              <a:t>Reportes</a:t>
            </a:r>
            <a:r>
              <a:rPr sz="1300" b="0" dirty="0"/>
              <a:t> de </a:t>
            </a:r>
            <a:r>
              <a:rPr sz="1300" b="0" dirty="0" err="1"/>
              <a:t>síntesis</a:t>
            </a:r>
            <a:r>
              <a:rPr sz="1300" b="0" dirty="0"/>
              <a:t> (</a:t>
            </a:r>
            <a:r>
              <a:rPr sz="1300" b="0" dirty="0" err="1"/>
              <a:t>QoR</a:t>
            </a:r>
            <a:r>
              <a:rPr sz="1300" b="0" dirty="0"/>
              <a:t>, power, area, </a:t>
            </a:r>
            <a:r>
              <a:rPr sz="1300" b="0" dirty="0" err="1"/>
              <a:t>check_design</a:t>
            </a:r>
            <a:r>
              <a:rPr sz="1300" b="0" dirty="0"/>
              <a:t>) para 5 </a:t>
            </a:r>
            <a:r>
              <a:rPr sz="1300" b="0" dirty="0" err="1"/>
              <a:t>variantes</a:t>
            </a:r>
            <a:r>
              <a:rPr sz="1300" b="0" dirty="0"/>
              <a:t> de </a:t>
            </a:r>
            <a:r>
              <a:rPr sz="1300" b="0" dirty="0" err="1"/>
              <a:t>compile_ultra</a:t>
            </a:r>
            <a:r>
              <a:rPr sz="1300" b="0" dirty="0"/>
              <a:t>.</a:t>
            </a:r>
          </a:p>
          <a:p>
            <a:pPr lvl="1"/>
            <a:r>
              <a:rPr sz="1300" b="0" dirty="0" err="1"/>
              <a:t>Reportes</a:t>
            </a:r>
            <a:r>
              <a:rPr sz="1300" b="0" dirty="0"/>
              <a:t> de layout: floorplan, placement, CTS, routing, DRC/LVS y signoff.</a:t>
            </a:r>
          </a:p>
          <a:p>
            <a:pPr lvl="1"/>
            <a:r>
              <a:rPr sz="1300" b="0" dirty="0" err="1"/>
              <a:t>Caracterización</a:t>
            </a:r>
            <a:r>
              <a:rPr sz="1300" b="0" dirty="0"/>
              <a:t> PPA: </a:t>
            </a:r>
            <a:r>
              <a:rPr sz="1300" b="0" dirty="0" err="1"/>
              <a:t>barrido</a:t>
            </a:r>
            <a:r>
              <a:rPr sz="1300" b="0" dirty="0"/>
              <a:t> de 5 </a:t>
            </a:r>
            <a:r>
              <a:rPr sz="1300" b="0" dirty="0" err="1"/>
              <a:t>periodos</a:t>
            </a:r>
            <a:r>
              <a:rPr sz="1300" b="0" dirty="0"/>
              <a:t> de </a:t>
            </a:r>
            <a:r>
              <a:rPr sz="1300" b="0" dirty="0" err="1"/>
              <a:t>reloj</a:t>
            </a:r>
            <a:r>
              <a:rPr sz="1300" b="0" dirty="0"/>
              <a:t> + 2 </a:t>
            </a:r>
            <a:r>
              <a:rPr sz="1300" b="0" dirty="0" err="1"/>
              <a:t>variantes</a:t>
            </a:r>
            <a:r>
              <a:rPr sz="1300" b="0" dirty="0"/>
              <a:t> </a:t>
            </a:r>
            <a:r>
              <a:rPr sz="1300" b="0" dirty="0" err="1"/>
              <a:t>en</a:t>
            </a:r>
            <a:r>
              <a:rPr sz="1300" b="0" dirty="0"/>
              <a:t> el PDK nuevo.</a:t>
            </a:r>
          </a:p>
          <a:p>
            <a:pPr lvl="1"/>
            <a:r>
              <a:rPr sz="1300" b="0" dirty="0"/>
              <a:t>Scripts </a:t>
            </a:r>
            <a:r>
              <a:rPr sz="1300" b="0" dirty="0" err="1"/>
              <a:t>reproducibles</a:t>
            </a:r>
            <a:r>
              <a:rPr sz="1300" b="0" dirty="0"/>
              <a:t> de </a:t>
            </a:r>
            <a:r>
              <a:rPr sz="1300" b="0" dirty="0" err="1"/>
              <a:t>cada</a:t>
            </a:r>
            <a:r>
              <a:rPr sz="1300" b="0" dirty="0"/>
              <a:t> </a:t>
            </a:r>
            <a:r>
              <a:rPr sz="1300" b="0" dirty="0" err="1"/>
              <a:t>etapa</a:t>
            </a:r>
            <a:r>
              <a:rPr sz="1300" b="0" dirty="0"/>
              <a:t> (dc, </a:t>
            </a:r>
            <a:r>
              <a:rPr sz="1300" b="0" dirty="0" err="1"/>
              <a:t>fm</a:t>
            </a:r>
            <a:r>
              <a:rPr sz="1300" b="0" dirty="0"/>
              <a:t>, icc2, </a:t>
            </a:r>
            <a:r>
              <a:rPr sz="1300" b="0" dirty="0" err="1"/>
              <a:t>starrc</a:t>
            </a:r>
            <a:r>
              <a:rPr sz="1300" b="0" dirty="0"/>
              <a:t>, pt, </a:t>
            </a:r>
            <a:r>
              <a:rPr sz="1300" b="0" dirty="0" err="1"/>
              <a:t>comparadores</a:t>
            </a:r>
            <a:r>
              <a:rPr sz="1300" b="0" dirty="0"/>
              <a:t>, sweep).</a:t>
            </a:r>
          </a:p>
          <a:p>
            <a:r>
              <a:rPr sz="1500" b="1" dirty="0" err="1"/>
              <a:t>Diferencia</a:t>
            </a:r>
            <a:r>
              <a:rPr sz="1500" b="1" dirty="0"/>
              <a:t> </a:t>
            </a:r>
            <a:r>
              <a:rPr sz="1500" b="1" dirty="0" err="1"/>
              <a:t>respecto</a:t>
            </a:r>
            <a:r>
              <a:rPr sz="1500" b="1" dirty="0"/>
              <a:t> a la </a:t>
            </a:r>
            <a:r>
              <a:rPr sz="1500" b="1" dirty="0" err="1"/>
              <a:t>plantilla</a:t>
            </a:r>
            <a:endParaRPr sz="1500" b="1" dirty="0"/>
          </a:p>
          <a:p>
            <a:pPr lvl="1"/>
            <a:r>
              <a:rPr sz="1300" b="0" dirty="0"/>
              <a:t>No </a:t>
            </a:r>
            <a:r>
              <a:rPr sz="1300" b="0" dirty="0" err="1"/>
              <a:t>usé</a:t>
            </a:r>
            <a:r>
              <a:rPr sz="1300" b="0" dirty="0"/>
              <a:t> el CPU de </a:t>
            </a:r>
            <a:r>
              <a:rPr sz="1300" b="0" dirty="0" err="1"/>
              <a:t>referencia</a:t>
            </a:r>
            <a:r>
              <a:rPr sz="1300" b="0" dirty="0"/>
              <a:t>: el </a:t>
            </a:r>
            <a:r>
              <a:rPr sz="1300" b="0" dirty="0" err="1"/>
              <a:t>diseño</a:t>
            </a:r>
            <a:r>
              <a:rPr sz="1300" b="0" dirty="0"/>
              <a:t> es un SoC </a:t>
            </a:r>
            <a:r>
              <a:rPr sz="1300" b="0" dirty="0" err="1"/>
              <a:t>propio</a:t>
            </a:r>
            <a:r>
              <a:rPr sz="1300" b="0" dirty="0"/>
              <a:t> con GPIO, UART, PWM y bootloader, </a:t>
            </a:r>
            <a:r>
              <a:rPr sz="1300" b="0" dirty="0" err="1"/>
              <a:t>previamente</a:t>
            </a:r>
            <a:r>
              <a:rPr sz="1300" b="0" dirty="0"/>
              <a:t> </a:t>
            </a:r>
            <a:r>
              <a:rPr sz="1300" b="0" dirty="0" err="1"/>
              <a:t>validado</a:t>
            </a:r>
            <a:r>
              <a:rPr sz="1300" b="0" dirty="0"/>
              <a:t> </a:t>
            </a:r>
            <a:r>
              <a:rPr sz="1300" b="0" dirty="0" err="1"/>
              <a:t>como</a:t>
            </a:r>
            <a:r>
              <a:rPr sz="1300" b="0" dirty="0"/>
              <a:t> softcore </a:t>
            </a:r>
            <a:r>
              <a:rPr sz="1300" b="0" dirty="0" err="1"/>
              <a:t>en</a:t>
            </a:r>
            <a:r>
              <a:rPr sz="1300" b="0" dirty="0"/>
              <a:t> </a:t>
            </a:r>
            <a:r>
              <a:rPr sz="1300" b="0" dirty="0" err="1"/>
              <a:t>una</a:t>
            </a:r>
            <a:r>
              <a:rPr sz="1300" b="0" dirty="0"/>
              <a:t> FPGA Tang Nano 9K</a:t>
            </a:r>
            <a:r>
              <a:rPr lang="es-MX" sz="1300" b="0" dirty="0"/>
              <a:t>, con sus herramientas </a:t>
            </a:r>
            <a:r>
              <a:rPr lang="es-MX" sz="1300" b="0" dirty="0" err="1"/>
              <a:t>custom</a:t>
            </a:r>
            <a:r>
              <a:rPr lang="es-MX" sz="1300" b="0" dirty="0"/>
              <a:t> (IDE propio con </a:t>
            </a:r>
            <a:r>
              <a:rPr lang="es-MX" sz="1300" b="0" dirty="0" err="1"/>
              <a:t>dissasembler</a:t>
            </a:r>
            <a:r>
              <a:rPr lang="es-MX" sz="1300" b="0" dirty="0"/>
              <a:t> para RISC V, simulación con </a:t>
            </a:r>
            <a:r>
              <a:rPr lang="es-MX" sz="1300" b="0" dirty="0" err="1"/>
              <a:t>cocotb</a:t>
            </a:r>
            <a:r>
              <a:rPr lang="es-MX" sz="1300" b="0" dirty="0"/>
              <a:t>, paso a paso con la </a:t>
            </a:r>
            <a:r>
              <a:rPr lang="es-MX" sz="1300" b="0" dirty="0" err="1"/>
              <a:t>tang</a:t>
            </a:r>
            <a:r>
              <a:rPr lang="es-MX" sz="1300" b="0" dirty="0"/>
              <a:t> nano )</a:t>
            </a:r>
            <a:endParaRPr sz="1300" b="0" dirty="0"/>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
        <p:nvSpPr>
          <p:cNvPr id="6" name="TextBox 5"/>
          <p:cNvSpPr txBox="1"/>
          <p:nvPr/>
        </p:nvSpPr>
        <p:spPr>
          <a:xfrm>
            <a:off x="384048" y="4892040"/>
            <a:ext cx="11430000" cy="274320"/>
          </a:xfrm>
          <a:prstGeom prst="rect">
            <a:avLst/>
          </a:prstGeom>
          <a:noFill/>
        </p:spPr>
        <p:txBody>
          <a:bodyPr wrap="square" lIns="18288" tIns="9144" rIns="18288" bIns="9144" anchor="t">
            <a:spAutoFit/>
          </a:bodyPr>
          <a:lstStyle/>
          <a:p>
            <a:pPr algn="l"/>
            <a:r>
              <a:rPr sz="1500" b="1" i="0">
                <a:solidFill>
                  <a:srgbClr val="621F8A"/>
                </a:solidFill>
                <a:latin typeface="Arial"/>
              </a:rPr>
              <a:t>El proyecto en números</a:t>
            </a:r>
          </a:p>
        </p:txBody>
      </p:sp>
      <p:sp>
        <p:nvSpPr>
          <p:cNvPr id="7" name="Rounded Rectangle 6"/>
          <p:cNvSpPr/>
          <p:nvPr/>
        </p:nvSpPr>
        <p:spPr>
          <a:xfrm>
            <a:off x="384048" y="5257800"/>
            <a:ext cx="1792224" cy="10515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29768" y="5330952"/>
            <a:ext cx="1700784" cy="566928"/>
          </a:xfrm>
          <a:prstGeom prst="rect">
            <a:avLst/>
          </a:prstGeom>
          <a:noFill/>
        </p:spPr>
        <p:txBody>
          <a:bodyPr wrap="square" lIns="18288" tIns="9144" rIns="18288" bIns="9144" anchor="t">
            <a:spAutoFit/>
          </a:bodyPr>
          <a:lstStyle/>
          <a:p>
            <a:pPr algn="ctr"/>
            <a:r>
              <a:rPr sz="3200" b="1" i="0">
                <a:solidFill>
                  <a:srgbClr val="621F8A"/>
                </a:solidFill>
                <a:latin typeface="Arial"/>
              </a:rPr>
              <a:t>10</a:t>
            </a:r>
          </a:p>
        </p:txBody>
      </p:sp>
      <p:sp>
        <p:nvSpPr>
          <p:cNvPr id="9" name="TextBox 8"/>
          <p:cNvSpPr txBox="1"/>
          <p:nvPr/>
        </p:nvSpPr>
        <p:spPr>
          <a:xfrm>
            <a:off x="429768" y="5879592"/>
            <a:ext cx="1700784" cy="457200"/>
          </a:xfrm>
          <a:prstGeom prst="rect">
            <a:avLst/>
          </a:prstGeom>
          <a:noFill/>
        </p:spPr>
        <p:txBody>
          <a:bodyPr wrap="square" lIns="18288" tIns="9144" rIns="18288" bIns="9144" anchor="t">
            <a:spAutoFit/>
          </a:bodyPr>
          <a:lstStyle/>
          <a:p>
            <a:pPr algn="ctr"/>
            <a:r>
              <a:rPr sz="1050" b="0" i="0">
                <a:solidFill>
                  <a:srgbClr val="707070"/>
                </a:solidFill>
                <a:latin typeface="Arial"/>
              </a:rPr>
              <a:t>módulos Verilog</a:t>
            </a:r>
          </a:p>
        </p:txBody>
      </p:sp>
      <p:sp>
        <p:nvSpPr>
          <p:cNvPr id="10" name="Rounded Rectangle 9"/>
          <p:cNvSpPr/>
          <p:nvPr/>
        </p:nvSpPr>
        <p:spPr>
          <a:xfrm>
            <a:off x="2313432" y="5257800"/>
            <a:ext cx="1792224" cy="10515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359151" y="5330952"/>
            <a:ext cx="1700784" cy="566928"/>
          </a:xfrm>
          <a:prstGeom prst="rect">
            <a:avLst/>
          </a:prstGeom>
          <a:noFill/>
        </p:spPr>
        <p:txBody>
          <a:bodyPr wrap="square" lIns="18288" tIns="9144" rIns="18288" bIns="9144" anchor="t">
            <a:spAutoFit/>
          </a:bodyPr>
          <a:lstStyle/>
          <a:p>
            <a:pPr algn="ctr"/>
            <a:r>
              <a:rPr sz="3200" b="1" i="0">
                <a:solidFill>
                  <a:srgbClr val="621F8A"/>
                </a:solidFill>
                <a:latin typeface="Arial"/>
              </a:rPr>
              <a:t>8</a:t>
            </a:r>
          </a:p>
        </p:txBody>
      </p:sp>
      <p:sp>
        <p:nvSpPr>
          <p:cNvPr id="12" name="TextBox 11"/>
          <p:cNvSpPr txBox="1"/>
          <p:nvPr/>
        </p:nvSpPr>
        <p:spPr>
          <a:xfrm>
            <a:off x="2359151" y="5879592"/>
            <a:ext cx="1700784" cy="457200"/>
          </a:xfrm>
          <a:prstGeom prst="rect">
            <a:avLst/>
          </a:prstGeom>
          <a:noFill/>
        </p:spPr>
        <p:txBody>
          <a:bodyPr wrap="square" lIns="18288" tIns="9144" rIns="18288" bIns="9144" anchor="t">
            <a:spAutoFit/>
          </a:bodyPr>
          <a:lstStyle/>
          <a:p>
            <a:pPr algn="ctr"/>
            <a:r>
              <a:rPr sz="1050" b="0" i="0">
                <a:solidFill>
                  <a:srgbClr val="707070"/>
                </a:solidFill>
                <a:latin typeface="Arial"/>
              </a:rPr>
              <a:t>instrucciones de la ISA</a:t>
            </a:r>
          </a:p>
        </p:txBody>
      </p:sp>
      <p:sp>
        <p:nvSpPr>
          <p:cNvPr id="13" name="Rounded Rectangle 12"/>
          <p:cNvSpPr/>
          <p:nvPr/>
        </p:nvSpPr>
        <p:spPr>
          <a:xfrm>
            <a:off x="4242816" y="5257800"/>
            <a:ext cx="1792224" cy="10515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288536" y="5330952"/>
            <a:ext cx="1700784" cy="566928"/>
          </a:xfrm>
          <a:prstGeom prst="rect">
            <a:avLst/>
          </a:prstGeom>
          <a:noFill/>
        </p:spPr>
        <p:txBody>
          <a:bodyPr wrap="square" lIns="18288" tIns="9144" rIns="18288" bIns="9144" anchor="t">
            <a:spAutoFit/>
          </a:bodyPr>
          <a:lstStyle/>
          <a:p>
            <a:pPr algn="ctr"/>
            <a:r>
              <a:rPr sz="3200" b="1" i="0">
                <a:solidFill>
                  <a:srgbClr val="621F8A"/>
                </a:solidFill>
                <a:latin typeface="Arial"/>
              </a:rPr>
              <a:t>5 + 2</a:t>
            </a:r>
          </a:p>
        </p:txBody>
      </p:sp>
      <p:sp>
        <p:nvSpPr>
          <p:cNvPr id="15" name="TextBox 14"/>
          <p:cNvSpPr txBox="1"/>
          <p:nvPr/>
        </p:nvSpPr>
        <p:spPr>
          <a:xfrm>
            <a:off x="4288536" y="5879592"/>
            <a:ext cx="1700784" cy="457200"/>
          </a:xfrm>
          <a:prstGeom prst="rect">
            <a:avLst/>
          </a:prstGeom>
          <a:noFill/>
        </p:spPr>
        <p:txBody>
          <a:bodyPr wrap="square" lIns="18288" tIns="9144" rIns="18288" bIns="9144" anchor="t">
            <a:spAutoFit/>
          </a:bodyPr>
          <a:lstStyle/>
          <a:p>
            <a:pPr algn="ctr"/>
            <a:r>
              <a:rPr sz="1050" b="0" i="0">
                <a:solidFill>
                  <a:srgbClr val="707070"/>
                </a:solidFill>
                <a:latin typeface="Arial"/>
              </a:rPr>
              <a:t>variantes de síntesis</a:t>
            </a:r>
          </a:p>
        </p:txBody>
      </p:sp>
      <p:sp>
        <p:nvSpPr>
          <p:cNvPr id="16" name="Rounded Rectangle 15"/>
          <p:cNvSpPr/>
          <p:nvPr/>
        </p:nvSpPr>
        <p:spPr>
          <a:xfrm>
            <a:off x="6172200" y="5257800"/>
            <a:ext cx="1792224" cy="10515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217920" y="5330952"/>
            <a:ext cx="1700784" cy="566928"/>
          </a:xfrm>
          <a:prstGeom prst="rect">
            <a:avLst/>
          </a:prstGeom>
          <a:noFill/>
        </p:spPr>
        <p:txBody>
          <a:bodyPr wrap="square" lIns="18288" tIns="9144" rIns="18288" bIns="9144" anchor="t">
            <a:spAutoFit/>
          </a:bodyPr>
          <a:lstStyle/>
          <a:p>
            <a:pPr algn="ctr"/>
            <a:r>
              <a:rPr sz="3200" b="1" i="0">
                <a:solidFill>
                  <a:srgbClr val="621F8A"/>
                </a:solidFill>
                <a:latin typeface="Arial"/>
              </a:rPr>
              <a:t>5</a:t>
            </a:r>
          </a:p>
        </p:txBody>
      </p:sp>
      <p:sp>
        <p:nvSpPr>
          <p:cNvPr id="18" name="TextBox 17"/>
          <p:cNvSpPr txBox="1"/>
          <p:nvPr/>
        </p:nvSpPr>
        <p:spPr>
          <a:xfrm>
            <a:off x="6217920" y="5879592"/>
            <a:ext cx="1700784" cy="457200"/>
          </a:xfrm>
          <a:prstGeom prst="rect">
            <a:avLst/>
          </a:prstGeom>
          <a:noFill/>
        </p:spPr>
        <p:txBody>
          <a:bodyPr wrap="square" lIns="18288" tIns="9144" rIns="18288" bIns="9144" anchor="t">
            <a:spAutoFit/>
          </a:bodyPr>
          <a:lstStyle/>
          <a:p>
            <a:pPr algn="ctr"/>
            <a:r>
              <a:rPr sz="1050" b="0" i="0">
                <a:solidFill>
                  <a:srgbClr val="707070"/>
                </a:solidFill>
                <a:latin typeface="Arial"/>
              </a:rPr>
              <a:t>periodos en el PPA sweep</a:t>
            </a:r>
          </a:p>
        </p:txBody>
      </p:sp>
      <p:sp>
        <p:nvSpPr>
          <p:cNvPr id="19" name="Rounded Rectangle 18"/>
          <p:cNvSpPr/>
          <p:nvPr/>
        </p:nvSpPr>
        <p:spPr>
          <a:xfrm>
            <a:off x="8101583" y="5257800"/>
            <a:ext cx="1792224" cy="10515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147304" y="5330952"/>
            <a:ext cx="1700784" cy="566928"/>
          </a:xfrm>
          <a:prstGeom prst="rect">
            <a:avLst/>
          </a:prstGeom>
          <a:noFill/>
        </p:spPr>
        <p:txBody>
          <a:bodyPr wrap="square" lIns="18288" tIns="9144" rIns="18288" bIns="9144" anchor="t">
            <a:spAutoFit/>
          </a:bodyPr>
          <a:lstStyle/>
          <a:p>
            <a:pPr algn="ctr"/>
            <a:r>
              <a:rPr sz="3200" b="1" i="0">
                <a:solidFill>
                  <a:srgbClr val="621F8A"/>
                </a:solidFill>
                <a:latin typeface="Arial"/>
              </a:rPr>
              <a:t>2</a:t>
            </a:r>
          </a:p>
        </p:txBody>
      </p:sp>
      <p:sp>
        <p:nvSpPr>
          <p:cNvPr id="21" name="TextBox 20"/>
          <p:cNvSpPr txBox="1"/>
          <p:nvPr/>
        </p:nvSpPr>
        <p:spPr>
          <a:xfrm>
            <a:off x="8147304" y="5879592"/>
            <a:ext cx="1700784" cy="457200"/>
          </a:xfrm>
          <a:prstGeom prst="rect">
            <a:avLst/>
          </a:prstGeom>
          <a:noFill/>
        </p:spPr>
        <p:txBody>
          <a:bodyPr wrap="square" lIns="18288" tIns="9144" rIns="18288" bIns="9144" anchor="t">
            <a:spAutoFit/>
          </a:bodyPr>
          <a:lstStyle/>
          <a:p>
            <a:pPr algn="ctr"/>
            <a:r>
              <a:rPr sz="1050" b="0" i="0">
                <a:solidFill>
                  <a:srgbClr val="707070"/>
                </a:solidFill>
                <a:latin typeface="Arial"/>
              </a:rPr>
              <a:t>PDKs Sky130</a:t>
            </a:r>
          </a:p>
        </p:txBody>
      </p:sp>
      <p:sp>
        <p:nvSpPr>
          <p:cNvPr id="22" name="Rounded Rectangle 21"/>
          <p:cNvSpPr/>
          <p:nvPr/>
        </p:nvSpPr>
        <p:spPr>
          <a:xfrm>
            <a:off x="10030967" y="5257800"/>
            <a:ext cx="1792224" cy="10515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0076688" y="5330952"/>
            <a:ext cx="1700784" cy="566928"/>
          </a:xfrm>
          <a:prstGeom prst="rect">
            <a:avLst/>
          </a:prstGeom>
          <a:noFill/>
        </p:spPr>
        <p:txBody>
          <a:bodyPr wrap="square" lIns="18288" tIns="9144" rIns="18288" bIns="9144" anchor="t">
            <a:spAutoFit/>
          </a:bodyPr>
          <a:lstStyle/>
          <a:p>
            <a:pPr algn="ctr"/>
            <a:r>
              <a:rPr sz="3200" b="1" i="0">
                <a:solidFill>
                  <a:srgbClr val="621F8A"/>
                </a:solidFill>
                <a:latin typeface="Arial"/>
              </a:rPr>
              <a:t>0</a:t>
            </a:r>
          </a:p>
        </p:txBody>
      </p:sp>
      <p:sp>
        <p:nvSpPr>
          <p:cNvPr id="24" name="TextBox 23"/>
          <p:cNvSpPr txBox="1"/>
          <p:nvPr/>
        </p:nvSpPr>
        <p:spPr>
          <a:xfrm>
            <a:off x="10076688" y="5879592"/>
            <a:ext cx="1700784" cy="457200"/>
          </a:xfrm>
          <a:prstGeom prst="rect">
            <a:avLst/>
          </a:prstGeom>
          <a:noFill/>
        </p:spPr>
        <p:txBody>
          <a:bodyPr wrap="square" lIns="18288" tIns="9144" rIns="18288" bIns="9144" anchor="t">
            <a:spAutoFit/>
          </a:bodyPr>
          <a:lstStyle/>
          <a:p>
            <a:pPr algn="ctr"/>
            <a:r>
              <a:rPr sz="1050" b="0" i="0">
                <a:solidFill>
                  <a:srgbClr val="707070"/>
                </a:solidFill>
                <a:latin typeface="Arial"/>
              </a:rPr>
              <a:t>violaciones en signoff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Team / Individual Introduction</a:t>
            </a:r>
          </a:p>
        </p:txBody>
      </p:sp>
      <p:sp>
        <p:nvSpPr>
          <p:cNvPr id="3" name="TextBox 2"/>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
        <p:nvSpPr>
          <p:cNvPr id="4" name="Rounded Rectangle 3"/>
          <p:cNvSpPr/>
          <p:nvPr/>
        </p:nvSpPr>
        <p:spPr>
          <a:xfrm>
            <a:off x="384048" y="1005840"/>
            <a:ext cx="5532120" cy="19659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58368" y="1188720"/>
            <a:ext cx="5029200" cy="274320"/>
          </a:xfrm>
          <a:prstGeom prst="rect">
            <a:avLst/>
          </a:prstGeom>
          <a:noFill/>
        </p:spPr>
        <p:txBody>
          <a:bodyPr wrap="square" lIns="18288" tIns="9144" rIns="18288" bIns="9144" anchor="t">
            <a:spAutoFit/>
          </a:bodyPr>
          <a:lstStyle/>
          <a:p>
            <a:pPr algn="l"/>
            <a:r>
              <a:rPr sz="1500" b="1" i="0">
                <a:solidFill>
                  <a:srgbClr val="621F8A"/>
                </a:solidFill>
                <a:latin typeface="Arial"/>
              </a:rPr>
              <a:t>Quién soy</a:t>
            </a:r>
          </a:p>
        </p:txBody>
      </p:sp>
      <p:sp>
        <p:nvSpPr>
          <p:cNvPr id="6" name="TextBox 5"/>
          <p:cNvSpPr txBox="1"/>
          <p:nvPr/>
        </p:nvSpPr>
        <p:spPr>
          <a:xfrm>
            <a:off x="658368" y="1554480"/>
            <a:ext cx="4983480" cy="1218795"/>
          </a:xfrm>
          <a:prstGeom prst="rect">
            <a:avLst/>
          </a:prstGeom>
          <a:noFill/>
        </p:spPr>
        <p:txBody>
          <a:bodyPr wrap="square" lIns="18288" tIns="9144" rIns="18288" bIns="9144" anchor="t">
            <a:spAutoFit/>
          </a:bodyPr>
          <a:lstStyle/>
          <a:p>
            <a:pPr algn="l"/>
            <a:r>
              <a:rPr sz="1300" b="0" i="0" dirty="0">
                <a:solidFill>
                  <a:srgbClr val="333333"/>
                </a:solidFill>
                <a:latin typeface="Arial"/>
              </a:rPr>
              <a:t>Pablo José López Mazariegos</a:t>
            </a:r>
            <a:r>
              <a:rPr lang="es-MX" sz="1300" dirty="0">
                <a:solidFill>
                  <a:srgbClr val="333333"/>
                </a:solidFill>
              </a:rPr>
              <a:t>, soy investigador en Universidad Galileo en el Laboratorio Tesla, me especializo en el desarrollo de sistemas embebidos, software embebido y diseño CAD </a:t>
            </a:r>
          </a:p>
          <a:p>
            <a:pPr algn="l"/>
            <a:r>
              <a:rPr lang="es-MX" sz="1300" dirty="0">
                <a:solidFill>
                  <a:srgbClr val="333333"/>
                </a:solidFill>
              </a:rPr>
              <a:t>Tengo 23 años y estoy en ultimo año de ingeniería en mecatrónica </a:t>
            </a:r>
          </a:p>
          <a:p>
            <a:pPr algn="l"/>
            <a:endParaRPr lang="es-MX" sz="1300" dirty="0">
              <a:solidFill>
                <a:srgbClr val="333333"/>
              </a:solidFill>
            </a:endParaRPr>
          </a:p>
          <a:p>
            <a:pPr algn="l"/>
            <a:r>
              <a:rPr lang="es-MX" sz="1300" dirty="0">
                <a:solidFill>
                  <a:srgbClr val="333333"/>
                </a:solidFill>
              </a:rPr>
              <a:t>Me gusta jugar videojuegos y cocinar </a:t>
            </a:r>
          </a:p>
        </p:txBody>
      </p:sp>
      <p:sp>
        <p:nvSpPr>
          <p:cNvPr id="7" name="Rounded Rectangle 6"/>
          <p:cNvSpPr/>
          <p:nvPr/>
        </p:nvSpPr>
        <p:spPr>
          <a:xfrm>
            <a:off x="6281928" y="1005840"/>
            <a:ext cx="5532120" cy="19659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556248" y="1188720"/>
            <a:ext cx="5029200" cy="274320"/>
          </a:xfrm>
          <a:prstGeom prst="rect">
            <a:avLst/>
          </a:prstGeom>
          <a:noFill/>
        </p:spPr>
        <p:txBody>
          <a:bodyPr wrap="square" lIns="18288" tIns="9144" rIns="18288" bIns="9144" anchor="t">
            <a:spAutoFit/>
          </a:bodyPr>
          <a:lstStyle/>
          <a:p>
            <a:pPr algn="l"/>
            <a:r>
              <a:rPr sz="1500" b="1" i="0">
                <a:solidFill>
                  <a:srgbClr val="621F8A"/>
                </a:solidFill>
                <a:latin typeface="Arial"/>
              </a:rPr>
              <a:t>Motivación</a:t>
            </a:r>
          </a:p>
        </p:txBody>
      </p:sp>
      <p:sp>
        <p:nvSpPr>
          <p:cNvPr id="9" name="TextBox 8"/>
          <p:cNvSpPr txBox="1"/>
          <p:nvPr/>
        </p:nvSpPr>
        <p:spPr>
          <a:xfrm>
            <a:off x="6556248" y="1554480"/>
            <a:ext cx="4983480" cy="1218795"/>
          </a:xfrm>
          <a:prstGeom prst="rect">
            <a:avLst/>
          </a:prstGeom>
          <a:noFill/>
        </p:spPr>
        <p:txBody>
          <a:bodyPr wrap="square" lIns="18288" tIns="9144" rIns="18288" bIns="9144" anchor="t">
            <a:spAutoFit/>
          </a:bodyPr>
          <a:lstStyle/>
          <a:p>
            <a:pPr algn="l"/>
            <a:r>
              <a:rPr sz="1300" b="0" i="0" dirty="0">
                <a:solidFill>
                  <a:srgbClr val="333333"/>
                </a:solidFill>
                <a:latin typeface="Arial"/>
              </a:rPr>
              <a:t>Ya </a:t>
            </a:r>
            <a:r>
              <a:rPr sz="1300" b="0" i="0" dirty="0" err="1">
                <a:solidFill>
                  <a:srgbClr val="333333"/>
                </a:solidFill>
                <a:latin typeface="Arial"/>
              </a:rPr>
              <a:t>había</a:t>
            </a:r>
            <a:r>
              <a:rPr sz="1300" b="0" i="0" dirty="0">
                <a:solidFill>
                  <a:srgbClr val="333333"/>
                </a:solidFill>
                <a:latin typeface="Arial"/>
              </a:rPr>
              <a:t> </a:t>
            </a:r>
            <a:r>
              <a:rPr sz="1300" b="0" i="0" dirty="0" err="1">
                <a:solidFill>
                  <a:srgbClr val="333333"/>
                </a:solidFill>
                <a:latin typeface="Arial"/>
              </a:rPr>
              <a:t>diseñado</a:t>
            </a:r>
            <a:r>
              <a:rPr sz="1300" b="0" i="0" dirty="0">
                <a:solidFill>
                  <a:srgbClr val="333333"/>
                </a:solidFill>
                <a:latin typeface="Arial"/>
              </a:rPr>
              <a:t> y </a:t>
            </a:r>
            <a:r>
              <a:rPr sz="1300" b="0" i="0" dirty="0" err="1">
                <a:solidFill>
                  <a:srgbClr val="333333"/>
                </a:solidFill>
                <a:latin typeface="Arial"/>
              </a:rPr>
              <a:t>simulado</a:t>
            </a:r>
            <a:r>
              <a:rPr sz="1300" b="0" i="0" dirty="0">
                <a:solidFill>
                  <a:srgbClr val="333333"/>
                </a:solidFill>
                <a:latin typeface="Arial"/>
              </a:rPr>
              <a:t> un CPU de 8 bits y lo </a:t>
            </a:r>
            <a:r>
              <a:rPr sz="1300" b="0" i="0" dirty="0" err="1">
                <a:solidFill>
                  <a:srgbClr val="333333"/>
                </a:solidFill>
                <a:latin typeface="Arial"/>
              </a:rPr>
              <a:t>había</a:t>
            </a:r>
            <a:r>
              <a:rPr sz="1300" b="0" i="0" dirty="0">
                <a:solidFill>
                  <a:srgbClr val="333333"/>
                </a:solidFill>
                <a:latin typeface="Arial"/>
              </a:rPr>
              <a:t> corrido </a:t>
            </a:r>
            <a:r>
              <a:rPr sz="1300" b="0" i="0" dirty="0" err="1">
                <a:solidFill>
                  <a:srgbClr val="333333"/>
                </a:solidFill>
                <a:latin typeface="Arial"/>
              </a:rPr>
              <a:t>como</a:t>
            </a:r>
            <a:r>
              <a:rPr sz="1300" b="0" i="0" dirty="0">
                <a:solidFill>
                  <a:srgbClr val="333333"/>
                </a:solidFill>
                <a:latin typeface="Arial"/>
              </a:rPr>
              <a:t> softcore </a:t>
            </a:r>
            <a:r>
              <a:rPr sz="1300" b="0" i="0" dirty="0" err="1">
                <a:solidFill>
                  <a:srgbClr val="333333"/>
                </a:solidFill>
                <a:latin typeface="Arial"/>
              </a:rPr>
              <a:t>en</a:t>
            </a:r>
            <a:r>
              <a:rPr sz="1300" b="0" i="0" dirty="0">
                <a:solidFill>
                  <a:srgbClr val="333333"/>
                </a:solidFill>
                <a:latin typeface="Arial"/>
              </a:rPr>
              <a:t> </a:t>
            </a:r>
            <a:r>
              <a:rPr sz="1300" b="0" i="0" dirty="0" err="1">
                <a:solidFill>
                  <a:srgbClr val="333333"/>
                </a:solidFill>
                <a:latin typeface="Arial"/>
              </a:rPr>
              <a:t>una</a:t>
            </a:r>
            <a:r>
              <a:rPr sz="1300" b="0" i="0" dirty="0">
                <a:solidFill>
                  <a:srgbClr val="333333"/>
                </a:solidFill>
                <a:latin typeface="Arial"/>
              </a:rPr>
              <a:t> FPGA Tang Nano 9K.</a:t>
            </a:r>
          </a:p>
          <a:p>
            <a:pPr algn="l"/>
            <a:r>
              <a:rPr sz="1300" b="0" i="0" dirty="0">
                <a:solidFill>
                  <a:srgbClr val="333333"/>
                </a:solidFill>
                <a:latin typeface="Arial"/>
              </a:rPr>
              <a:t>Lo </a:t>
            </a:r>
            <a:r>
              <a:rPr sz="1300" b="0" i="0" dirty="0" err="1">
                <a:solidFill>
                  <a:srgbClr val="333333"/>
                </a:solidFill>
                <a:latin typeface="Arial"/>
              </a:rPr>
              <a:t>que</a:t>
            </a:r>
            <a:r>
              <a:rPr sz="1300" b="0" i="0" dirty="0">
                <a:solidFill>
                  <a:srgbClr val="333333"/>
                </a:solidFill>
                <a:latin typeface="Arial"/>
              </a:rPr>
              <a:t> me </a:t>
            </a:r>
            <a:r>
              <a:rPr sz="1300" b="0" i="0" dirty="0" err="1">
                <a:solidFill>
                  <a:srgbClr val="333333"/>
                </a:solidFill>
                <a:latin typeface="Arial"/>
              </a:rPr>
              <a:t>faltaba</a:t>
            </a:r>
            <a:r>
              <a:rPr lang="es-MX" sz="1300" dirty="0">
                <a:solidFill>
                  <a:srgbClr val="333333"/>
                </a:solidFill>
              </a:rPr>
              <a:t> era hacer </a:t>
            </a:r>
            <a:r>
              <a:rPr sz="1300" b="0" i="0" dirty="0">
                <a:solidFill>
                  <a:srgbClr val="333333"/>
                </a:solidFill>
                <a:latin typeface="Arial"/>
              </a:rPr>
              <a:t>un layout real con </a:t>
            </a:r>
            <a:r>
              <a:rPr sz="1300" b="0" i="0" dirty="0" err="1">
                <a:solidFill>
                  <a:srgbClr val="333333"/>
                </a:solidFill>
                <a:latin typeface="Arial"/>
              </a:rPr>
              <a:t>herramientas</a:t>
            </a:r>
            <a:r>
              <a:rPr sz="1300" b="0" i="0" dirty="0">
                <a:solidFill>
                  <a:srgbClr val="333333"/>
                </a:solidFill>
                <a:latin typeface="Arial"/>
              </a:rPr>
              <a:t> de la </a:t>
            </a:r>
            <a:r>
              <a:rPr sz="1300" b="0" i="0" dirty="0" err="1">
                <a:solidFill>
                  <a:srgbClr val="333333"/>
                </a:solidFill>
                <a:latin typeface="Arial"/>
              </a:rPr>
              <a:t>industria</a:t>
            </a:r>
            <a:r>
              <a:rPr sz="1300" b="0" i="0" dirty="0">
                <a:solidFill>
                  <a:srgbClr val="333333"/>
                </a:solidFill>
                <a:latin typeface="Arial"/>
              </a:rPr>
              <a:t> y </a:t>
            </a:r>
            <a:r>
              <a:rPr sz="1300" b="0" i="0" dirty="0" err="1">
                <a:solidFill>
                  <a:srgbClr val="333333"/>
                </a:solidFill>
                <a:latin typeface="Arial"/>
              </a:rPr>
              <a:t>entender</a:t>
            </a:r>
            <a:r>
              <a:rPr sz="1300" b="0" i="0" dirty="0">
                <a:solidFill>
                  <a:srgbClr val="333333"/>
                </a:solidFill>
                <a:latin typeface="Arial"/>
              </a:rPr>
              <a:t> </a:t>
            </a:r>
            <a:r>
              <a:rPr sz="1300" b="0" i="0" dirty="0" err="1">
                <a:solidFill>
                  <a:srgbClr val="333333"/>
                </a:solidFill>
                <a:latin typeface="Arial"/>
              </a:rPr>
              <a:t>qué</a:t>
            </a:r>
            <a:r>
              <a:rPr sz="1300" b="0" i="0" dirty="0">
                <a:solidFill>
                  <a:srgbClr val="333333"/>
                </a:solidFill>
                <a:latin typeface="Arial"/>
              </a:rPr>
              <a:t> le </a:t>
            </a:r>
            <a:r>
              <a:rPr sz="1300" b="0" i="0" dirty="0" err="1">
                <a:solidFill>
                  <a:srgbClr val="333333"/>
                </a:solidFill>
                <a:latin typeface="Arial"/>
              </a:rPr>
              <a:t>pasa</a:t>
            </a:r>
            <a:r>
              <a:rPr sz="1300" b="0" i="0" dirty="0">
                <a:solidFill>
                  <a:srgbClr val="333333"/>
                </a:solidFill>
                <a:latin typeface="Arial"/>
              </a:rPr>
              <a:t> al </a:t>
            </a:r>
            <a:r>
              <a:rPr sz="1300" b="0" i="0" dirty="0" err="1">
                <a:solidFill>
                  <a:srgbClr val="333333"/>
                </a:solidFill>
                <a:latin typeface="Arial"/>
              </a:rPr>
              <a:t>diseño</a:t>
            </a:r>
            <a:r>
              <a:rPr sz="1300" b="0" i="0" dirty="0">
                <a:solidFill>
                  <a:srgbClr val="333333"/>
                </a:solidFill>
                <a:latin typeface="Arial"/>
              </a:rPr>
              <a:t> </a:t>
            </a:r>
            <a:r>
              <a:rPr sz="1300" b="0" i="0" dirty="0" err="1">
                <a:solidFill>
                  <a:srgbClr val="333333"/>
                </a:solidFill>
                <a:latin typeface="Arial"/>
              </a:rPr>
              <a:t>en</a:t>
            </a:r>
            <a:r>
              <a:rPr sz="1300" b="0" i="0" dirty="0">
                <a:solidFill>
                  <a:srgbClr val="333333"/>
                </a:solidFill>
                <a:latin typeface="Arial"/>
              </a:rPr>
              <a:t> </a:t>
            </a:r>
            <a:r>
              <a:rPr sz="1300" b="0" i="0" dirty="0" err="1">
                <a:solidFill>
                  <a:srgbClr val="333333"/>
                </a:solidFill>
                <a:latin typeface="Arial"/>
              </a:rPr>
              <a:t>cada</a:t>
            </a:r>
            <a:r>
              <a:rPr sz="1300" b="0" i="0" dirty="0">
                <a:solidFill>
                  <a:srgbClr val="333333"/>
                </a:solidFill>
                <a:latin typeface="Arial"/>
              </a:rPr>
              <a:t> </a:t>
            </a:r>
            <a:r>
              <a:rPr sz="1300" b="0" i="0" dirty="0" err="1">
                <a:solidFill>
                  <a:srgbClr val="333333"/>
                </a:solidFill>
                <a:latin typeface="Arial"/>
              </a:rPr>
              <a:t>etapa</a:t>
            </a:r>
            <a:r>
              <a:rPr sz="1300" b="0" i="0" dirty="0">
                <a:solidFill>
                  <a:srgbClr val="333333"/>
                </a:solidFill>
                <a:latin typeface="Arial"/>
              </a:rPr>
              <a:t>.</a:t>
            </a:r>
            <a:endParaRPr lang="es-MX" sz="1300" b="0" i="0" dirty="0">
              <a:solidFill>
                <a:srgbClr val="333333"/>
              </a:solidFill>
              <a:latin typeface="Arial"/>
            </a:endParaRPr>
          </a:p>
          <a:p>
            <a:pPr algn="l"/>
            <a:r>
              <a:rPr lang="es-MX" sz="1300" dirty="0">
                <a:solidFill>
                  <a:srgbClr val="333333"/>
                </a:solidFill>
              </a:rPr>
              <a:t>Me encanta la electrónica y el tener la oportunidad de aprender el flujo de diseño de </a:t>
            </a:r>
            <a:r>
              <a:rPr lang="es-MX" sz="1300" dirty="0" err="1">
                <a:solidFill>
                  <a:srgbClr val="333333"/>
                </a:solidFill>
              </a:rPr>
              <a:t>ICs</a:t>
            </a:r>
            <a:r>
              <a:rPr lang="es-MX" sz="1300" dirty="0">
                <a:solidFill>
                  <a:srgbClr val="333333"/>
                </a:solidFill>
              </a:rPr>
              <a:t> fue simplemente increíble y emocionante </a:t>
            </a:r>
            <a:endParaRPr sz="1300" b="0" i="0" dirty="0">
              <a:solidFill>
                <a:srgbClr val="333333"/>
              </a:solidFill>
              <a:latin typeface="Arial"/>
            </a:endParaRPr>
          </a:p>
        </p:txBody>
      </p:sp>
      <p:sp>
        <p:nvSpPr>
          <p:cNvPr id="10" name="TextBox 9"/>
          <p:cNvSpPr txBox="1"/>
          <p:nvPr/>
        </p:nvSpPr>
        <p:spPr>
          <a:xfrm>
            <a:off x="384048" y="3291840"/>
            <a:ext cx="11430000" cy="274320"/>
          </a:xfrm>
          <a:prstGeom prst="rect">
            <a:avLst/>
          </a:prstGeom>
          <a:noFill/>
        </p:spPr>
        <p:txBody>
          <a:bodyPr wrap="square" lIns="18288" tIns="9144" rIns="18288" bIns="9144" anchor="t">
            <a:spAutoFit/>
          </a:bodyPr>
          <a:lstStyle/>
          <a:p>
            <a:pPr algn="l"/>
            <a:r>
              <a:rPr sz="1500" b="1" i="0">
                <a:solidFill>
                  <a:srgbClr val="621F8A"/>
                </a:solidFill>
                <a:latin typeface="Arial"/>
              </a:rPr>
              <a:t>Lo que más me interesó del programa</a:t>
            </a:r>
          </a:p>
        </p:txBody>
      </p:sp>
      <p:sp>
        <p:nvSpPr>
          <p:cNvPr id="11" name="Rounded Rectangle 10"/>
          <p:cNvSpPr/>
          <p:nvPr/>
        </p:nvSpPr>
        <p:spPr>
          <a:xfrm>
            <a:off x="384048" y="3657600"/>
            <a:ext cx="3611880" cy="20574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7" y="3858768"/>
            <a:ext cx="3200400" cy="274320"/>
          </a:xfrm>
          <a:prstGeom prst="rect">
            <a:avLst/>
          </a:prstGeom>
          <a:noFill/>
        </p:spPr>
        <p:txBody>
          <a:bodyPr wrap="square" lIns="18288" tIns="9144" rIns="18288" bIns="9144" anchor="t">
            <a:spAutoFit/>
          </a:bodyPr>
          <a:lstStyle/>
          <a:p>
            <a:pPr algn="l"/>
            <a:r>
              <a:rPr sz="1400" b="1" i="0">
                <a:solidFill>
                  <a:srgbClr val="621F8A"/>
                </a:solidFill>
                <a:latin typeface="Arial"/>
              </a:rPr>
              <a:t>VCS</a:t>
            </a:r>
          </a:p>
        </p:txBody>
      </p:sp>
      <p:sp>
        <p:nvSpPr>
          <p:cNvPr id="13" name="TextBox 12"/>
          <p:cNvSpPr txBox="1"/>
          <p:nvPr/>
        </p:nvSpPr>
        <p:spPr>
          <a:xfrm>
            <a:off x="612647" y="4224528"/>
            <a:ext cx="3200400" cy="1280160"/>
          </a:xfrm>
          <a:prstGeom prst="rect">
            <a:avLst/>
          </a:prstGeom>
          <a:noFill/>
        </p:spPr>
        <p:txBody>
          <a:bodyPr wrap="square" lIns="18288" tIns="9144" rIns="18288" bIns="9144" anchor="t">
            <a:spAutoFit/>
          </a:bodyPr>
          <a:lstStyle/>
          <a:p>
            <a:pPr algn="l"/>
            <a:r>
              <a:rPr sz="1200" b="0" i="0">
                <a:solidFill>
                  <a:srgbClr val="333333"/>
                </a:solidFill>
                <a:latin typeface="Arial"/>
              </a:rPr>
              <a:t>Compilar y simular RTL + testbenches</a:t>
            </a:r>
          </a:p>
          <a:p>
            <a:pPr algn="l"/>
            <a:r>
              <a:rPr sz="1200" b="0" i="0">
                <a:solidFill>
                  <a:srgbClr val="333333"/>
                </a:solidFill>
                <a:latin typeface="Arial"/>
              </a:rPr>
              <a:t>con coverage de line, cond, fsm, tgl y branch.</a:t>
            </a:r>
          </a:p>
        </p:txBody>
      </p:sp>
      <p:sp>
        <p:nvSpPr>
          <p:cNvPr id="14" name="Rounded Rectangle 13"/>
          <p:cNvSpPr/>
          <p:nvPr/>
        </p:nvSpPr>
        <p:spPr>
          <a:xfrm>
            <a:off x="4270248" y="3657600"/>
            <a:ext cx="3611880" cy="20574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98848" y="3858768"/>
            <a:ext cx="3200400" cy="274320"/>
          </a:xfrm>
          <a:prstGeom prst="rect">
            <a:avLst/>
          </a:prstGeom>
          <a:noFill/>
        </p:spPr>
        <p:txBody>
          <a:bodyPr wrap="square" lIns="18288" tIns="9144" rIns="18288" bIns="9144" anchor="t">
            <a:spAutoFit/>
          </a:bodyPr>
          <a:lstStyle/>
          <a:p>
            <a:pPr algn="l"/>
            <a:r>
              <a:rPr sz="1400" b="1" i="0">
                <a:solidFill>
                  <a:srgbClr val="621F8A"/>
                </a:solidFill>
                <a:latin typeface="Arial"/>
              </a:rPr>
              <a:t>Verdi</a:t>
            </a:r>
          </a:p>
        </p:txBody>
      </p:sp>
      <p:sp>
        <p:nvSpPr>
          <p:cNvPr id="16" name="TextBox 15"/>
          <p:cNvSpPr txBox="1"/>
          <p:nvPr/>
        </p:nvSpPr>
        <p:spPr>
          <a:xfrm>
            <a:off x="4498848" y="4224528"/>
            <a:ext cx="3200400" cy="1280160"/>
          </a:xfrm>
          <a:prstGeom prst="rect">
            <a:avLst/>
          </a:prstGeom>
          <a:noFill/>
        </p:spPr>
        <p:txBody>
          <a:bodyPr wrap="square" lIns="18288" tIns="9144" rIns="18288" bIns="9144" anchor="t">
            <a:spAutoFit/>
          </a:bodyPr>
          <a:lstStyle/>
          <a:p>
            <a:pPr algn="l"/>
            <a:r>
              <a:rPr sz="1200" b="0" i="0">
                <a:solidFill>
                  <a:srgbClr val="333333"/>
                </a:solidFill>
                <a:latin typeface="Arial"/>
              </a:rPr>
              <a:t>Depurar en waveform: modo analog, FSM,</a:t>
            </a:r>
          </a:p>
          <a:p>
            <a:pPr algn="l"/>
            <a:r>
              <a:rPr sz="1200" b="0" i="0">
                <a:solidFill>
                  <a:srgbClr val="333333"/>
                </a:solidFill>
                <a:latin typeface="Arial"/>
              </a:rPr>
              <a:t>y confirmar el comportamiento señal por señal.</a:t>
            </a:r>
          </a:p>
        </p:txBody>
      </p:sp>
      <p:sp>
        <p:nvSpPr>
          <p:cNvPr id="17" name="Rounded Rectangle 16"/>
          <p:cNvSpPr/>
          <p:nvPr/>
        </p:nvSpPr>
        <p:spPr>
          <a:xfrm>
            <a:off x="8156448" y="3657600"/>
            <a:ext cx="3611880" cy="20574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385048" y="3858768"/>
            <a:ext cx="3200400" cy="274320"/>
          </a:xfrm>
          <a:prstGeom prst="rect">
            <a:avLst/>
          </a:prstGeom>
          <a:noFill/>
        </p:spPr>
        <p:txBody>
          <a:bodyPr wrap="square" lIns="18288" tIns="9144" rIns="18288" bIns="9144" anchor="t">
            <a:spAutoFit/>
          </a:bodyPr>
          <a:lstStyle/>
          <a:p>
            <a:pPr algn="l"/>
            <a:r>
              <a:rPr sz="1400" b="1" i="0">
                <a:solidFill>
                  <a:srgbClr val="621F8A"/>
                </a:solidFill>
                <a:latin typeface="Arial"/>
              </a:rPr>
              <a:t>Verilog / SystemVerilog</a:t>
            </a:r>
          </a:p>
        </p:txBody>
      </p:sp>
      <p:sp>
        <p:nvSpPr>
          <p:cNvPr id="19" name="TextBox 18"/>
          <p:cNvSpPr txBox="1"/>
          <p:nvPr/>
        </p:nvSpPr>
        <p:spPr>
          <a:xfrm>
            <a:off x="8385048" y="4224528"/>
            <a:ext cx="3200400" cy="1126462"/>
          </a:xfrm>
          <a:prstGeom prst="rect">
            <a:avLst/>
          </a:prstGeom>
          <a:noFill/>
        </p:spPr>
        <p:txBody>
          <a:bodyPr wrap="square" lIns="18288" tIns="9144" rIns="18288" bIns="9144" anchor="t">
            <a:spAutoFit/>
          </a:bodyPr>
          <a:lstStyle/>
          <a:p>
            <a:pPr algn="l"/>
            <a:r>
              <a:rPr lang="es-MX" sz="1200" dirty="0">
                <a:solidFill>
                  <a:srgbClr val="333333"/>
                </a:solidFill>
              </a:rPr>
              <a:t>Los HDL siempre me llamaron la atención desde que los </a:t>
            </a:r>
            <a:r>
              <a:rPr lang="es-MX" sz="1200" dirty="0" err="1">
                <a:solidFill>
                  <a:srgbClr val="333333"/>
                </a:solidFill>
              </a:rPr>
              <a:t>descubri</a:t>
            </a:r>
            <a:r>
              <a:rPr lang="es-MX" sz="1200" dirty="0">
                <a:solidFill>
                  <a:srgbClr val="333333"/>
                </a:solidFill>
              </a:rPr>
              <a:t> en un curso de la Universidad, poder ver todas las capacidades que tiene </a:t>
            </a:r>
            <a:r>
              <a:rPr lang="es-MX" sz="1200" dirty="0" err="1">
                <a:solidFill>
                  <a:srgbClr val="333333"/>
                </a:solidFill>
              </a:rPr>
              <a:t>verilog</a:t>
            </a:r>
            <a:r>
              <a:rPr lang="es-MX" sz="1200" dirty="0">
                <a:solidFill>
                  <a:srgbClr val="333333"/>
                </a:solidFill>
              </a:rPr>
              <a:t> y lo que se puede hacer de la mano de herramientas profesionales (Como UVM)</a:t>
            </a:r>
            <a:endParaRPr sz="1200" b="0" i="0" dirty="0">
              <a:solidFill>
                <a:srgbClr val="333333"/>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El diseño: MicroRV8</a:t>
            </a:r>
          </a:p>
        </p:txBody>
      </p:sp>
      <p:sp>
        <p:nvSpPr>
          <p:cNvPr id="3" name="Text Placeholder 2"/>
          <p:cNvSpPr>
            <a:spLocks noGrp="1"/>
          </p:cNvSpPr>
          <p:nvPr>
            <p:ph type="body" idx="1"/>
          </p:nvPr>
        </p:nvSpPr>
        <p:spPr/>
        <p:txBody>
          <a:bodyPr/>
          <a:lstStyle/>
          <a:p>
            <a:r>
              <a:t>SoC de 8 bits con ISA inspirada en RISC-V, periféricos MMIO y bootloader por UART</a:t>
            </a:r>
          </a:p>
        </p:txBody>
      </p:sp>
      <p:sp>
        <p:nvSpPr>
          <p:cNvPr id="4" name="Text Placeholder 3"/>
          <p:cNvSpPr>
            <a:spLocks noGrp="1"/>
          </p:cNvSpPr>
          <p:nvPr>
            <p:ph type="body" idx="2"/>
          </p:nvPr>
        </p:nvSpPr>
        <p:spPr>
          <a:xfrm>
            <a:off x="384048" y="1216152"/>
            <a:ext cx="5577840" cy="4846320"/>
          </a:xfrm>
        </p:spPr>
        <p:txBody>
          <a:bodyPr wrap="square"/>
          <a:lstStyle/>
          <a:p>
            <a:r>
              <a:rPr sz="1400" b="1" dirty="0"/>
              <a:t>CPU multi-</a:t>
            </a:r>
            <a:r>
              <a:rPr sz="1400" b="1" dirty="0" err="1"/>
              <a:t>ciclo</a:t>
            </a:r>
            <a:r>
              <a:rPr sz="1400" b="1" dirty="0"/>
              <a:t> — </a:t>
            </a:r>
            <a:r>
              <a:rPr sz="1400" b="1" dirty="0" err="1"/>
              <a:t>cpu_core.v</a:t>
            </a:r>
            <a:endParaRPr sz="1400" b="1" dirty="0"/>
          </a:p>
          <a:p>
            <a:pPr lvl="1"/>
            <a:r>
              <a:rPr sz="1200" b="0" dirty="0"/>
              <a:t>FSM de 6 </a:t>
            </a:r>
            <a:r>
              <a:rPr sz="1200" b="0" dirty="0" err="1"/>
              <a:t>estados</a:t>
            </a:r>
            <a:r>
              <a:rPr sz="1200" b="0" dirty="0"/>
              <a:t>: FETCH → WAIT → DECODE → EXEC → MEM → WB</a:t>
            </a:r>
          </a:p>
          <a:p>
            <a:pPr lvl="1"/>
            <a:r>
              <a:rPr sz="1200" b="0" dirty="0"/>
              <a:t>PC de 9 bits, instruction register de 16 bits</a:t>
            </a:r>
          </a:p>
          <a:p>
            <a:r>
              <a:rPr sz="1400" b="1" dirty="0"/>
              <a:t>ALU de 8 bits — </a:t>
            </a:r>
            <a:r>
              <a:rPr sz="1400" b="1" dirty="0" err="1"/>
              <a:t>alu.v</a:t>
            </a:r>
            <a:endParaRPr sz="1400" b="1" dirty="0"/>
          </a:p>
          <a:p>
            <a:pPr lvl="1"/>
            <a:r>
              <a:rPr sz="1200" b="0" dirty="0"/>
              <a:t>ADD, SUB, AND, OR, XOR, SLL, SRL, SLT + flags zero/carry/negative</a:t>
            </a:r>
          </a:p>
          <a:p>
            <a:r>
              <a:rPr sz="1400" b="1" dirty="0" err="1"/>
              <a:t>Regfile</a:t>
            </a:r>
            <a:r>
              <a:rPr sz="1400" b="1" dirty="0"/>
              <a:t> — </a:t>
            </a:r>
            <a:r>
              <a:rPr sz="1400" b="1" dirty="0" err="1"/>
              <a:t>regfile.v</a:t>
            </a:r>
            <a:endParaRPr sz="1400" b="1" dirty="0"/>
          </a:p>
          <a:p>
            <a:pPr lvl="1"/>
            <a:r>
              <a:rPr sz="1200" b="0" dirty="0"/>
              <a:t>8 </a:t>
            </a:r>
            <a:r>
              <a:rPr sz="1200" b="0" dirty="0" err="1"/>
              <a:t>registros</a:t>
            </a:r>
            <a:r>
              <a:rPr sz="1200" b="0" dirty="0"/>
              <a:t> de 8 bits; r0 </a:t>
            </a:r>
            <a:r>
              <a:rPr sz="1200" b="0" dirty="0" err="1"/>
              <a:t>cableado</a:t>
            </a:r>
            <a:r>
              <a:rPr sz="1200" b="0" dirty="0"/>
              <a:t> a cero</a:t>
            </a:r>
          </a:p>
          <a:p>
            <a:r>
              <a:rPr sz="1400" b="1" dirty="0" err="1"/>
              <a:t>Periféricos</a:t>
            </a:r>
            <a:r>
              <a:rPr sz="1400" b="1" dirty="0"/>
              <a:t> memory-mapped</a:t>
            </a:r>
          </a:p>
          <a:p>
            <a:pPr lvl="1"/>
            <a:r>
              <a:rPr sz="1200" b="0" dirty="0"/>
              <a:t>0x00–0x7F  RAM de 128 bytes</a:t>
            </a:r>
          </a:p>
          <a:p>
            <a:pPr lvl="1"/>
            <a:r>
              <a:rPr sz="1200" b="0" dirty="0"/>
              <a:t>0x80–0x82  GPIO_OUT / GPIO_IN / GPIO_DIR</a:t>
            </a:r>
          </a:p>
          <a:p>
            <a:pPr lvl="1"/>
            <a:r>
              <a:rPr sz="1200" b="0" dirty="0"/>
              <a:t>0x83–0x84  UART_TX / UART_STAT</a:t>
            </a:r>
          </a:p>
          <a:p>
            <a:pPr lvl="1"/>
            <a:r>
              <a:rPr sz="1200" b="0" dirty="0"/>
              <a:t>0x85–0x87  PWM_DUTY / PWM_CTRL / PWM_PRESCALER</a:t>
            </a:r>
          </a:p>
          <a:p>
            <a:pPr lvl="1"/>
            <a:r>
              <a:rPr sz="1200" b="0" dirty="0" err="1"/>
              <a:t>uart_loader.v</a:t>
            </a:r>
            <a:r>
              <a:rPr sz="1200" b="0" dirty="0"/>
              <a:t> — carga </a:t>
            </a:r>
            <a:r>
              <a:rPr sz="1200" b="0" dirty="0" err="1"/>
              <a:t>programas</a:t>
            </a:r>
            <a:r>
              <a:rPr sz="1200" b="0" dirty="0"/>
              <a:t> </a:t>
            </a:r>
            <a:r>
              <a:rPr sz="1200" b="0" dirty="0" err="1"/>
              <a:t>por</a:t>
            </a:r>
            <a:r>
              <a:rPr sz="1200" b="0" dirty="0"/>
              <a:t> UART </a:t>
            </a:r>
            <a:r>
              <a:rPr sz="1200" b="0" dirty="0" err="1"/>
              <a:t>en</a:t>
            </a:r>
            <a:r>
              <a:rPr sz="1200" b="0" dirty="0"/>
              <a:t> runtime</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pic>
        <p:nvPicPr>
          <p:cNvPr id="6" name="Picture 5" descr="image176.png"/>
          <p:cNvPicPr>
            <a:picLocks noChangeAspect="1"/>
          </p:cNvPicPr>
          <p:nvPr/>
        </p:nvPicPr>
        <p:blipFill>
          <a:blip r:embed="rId2"/>
          <a:stretch>
            <a:fillRect/>
          </a:stretch>
        </p:blipFill>
        <p:spPr>
          <a:xfrm>
            <a:off x="6500124" y="1280160"/>
            <a:ext cx="5123158" cy="3931920"/>
          </a:xfrm>
          <a:prstGeom prst="rect">
            <a:avLst/>
          </a:prstGeom>
          <a:ln w="9525">
            <a:solidFill>
              <a:srgbClr val="CCCCCC"/>
            </a:solidFill>
          </a:ln>
        </p:spPr>
      </p:pic>
      <p:sp>
        <p:nvSpPr>
          <p:cNvPr id="7" name="TextBox 6"/>
          <p:cNvSpPr txBox="1"/>
          <p:nvPr/>
        </p:nvSpPr>
        <p:spPr>
          <a:xfrm>
            <a:off x="6309360" y="5303520"/>
            <a:ext cx="5504688" cy="219456"/>
          </a:xfrm>
          <a:prstGeom prst="rect">
            <a:avLst/>
          </a:prstGeom>
          <a:noFill/>
        </p:spPr>
        <p:txBody>
          <a:bodyPr wrap="square" lIns="18288" tIns="9144" rIns="18288" bIns="9144" anchor="t">
            <a:spAutoFit/>
          </a:bodyPr>
          <a:lstStyle/>
          <a:p>
            <a:pPr algn="l"/>
            <a:r>
              <a:rPr sz="1000" b="0" i="1">
                <a:solidFill>
                  <a:srgbClr val="707070"/>
                </a:solidFill>
                <a:latin typeface="Arial"/>
              </a:rPr>
              <a:t>Vista lógica de microrv8_system en Design Compiler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ISA de 16 bits</a:t>
            </a:r>
          </a:p>
        </p:txBody>
      </p:sp>
      <p:sp>
        <p:nvSpPr>
          <p:cNvPr id="3" name="Text Placeholder 2"/>
          <p:cNvSpPr>
            <a:spLocks noGrp="1"/>
          </p:cNvSpPr>
          <p:nvPr>
            <p:ph type="body" idx="1"/>
          </p:nvPr>
        </p:nvSpPr>
        <p:spPr/>
        <p:txBody>
          <a:bodyPr/>
          <a:lstStyle/>
          <a:p>
            <a:r>
              <a:t>opcode[15:13] · rd[12:10] · rs1[9:7] · funct3/rs2[6:4] · imm[3:0]</a:t>
            </a:r>
          </a:p>
        </p:txBody>
      </p:sp>
      <p:sp>
        <p:nvSpPr>
          <p:cNvPr id="4" name="Text Placeholder 3"/>
          <p:cNvSpPr>
            <a:spLocks noGrp="1"/>
          </p:cNvSpPr>
          <p:nvPr>
            <p:ph type="body" idx="2"/>
          </p:nvPr>
        </p:nvSpPr>
        <p:spPr>
          <a:xfrm>
            <a:off x="384048" y="1046199"/>
            <a:ext cx="5760720" cy="3063240"/>
          </a:xfrm>
        </p:spPr>
        <p:txBody>
          <a:bodyPr wrap="square"/>
          <a:lstStyle/>
          <a:p>
            <a:r>
              <a:rPr sz="1400" b="1" dirty="0"/>
              <a:t>Campos de la </a:t>
            </a:r>
            <a:r>
              <a:rPr sz="1400" b="1" dirty="0" err="1"/>
              <a:t>instrucción</a:t>
            </a:r>
            <a:endParaRPr sz="1400" b="1" dirty="0"/>
          </a:p>
          <a:p>
            <a:pPr lvl="1"/>
            <a:r>
              <a:rPr sz="1200" b="0" dirty="0"/>
              <a:t>opcode — 3 bits, </a:t>
            </a:r>
            <a:r>
              <a:rPr sz="1200" b="0" dirty="0" err="1"/>
              <a:t>selecciona</a:t>
            </a:r>
            <a:r>
              <a:rPr sz="1200" b="0" dirty="0"/>
              <a:t> el </a:t>
            </a:r>
            <a:r>
              <a:rPr sz="1200" b="0" dirty="0" err="1"/>
              <a:t>tipo</a:t>
            </a:r>
            <a:r>
              <a:rPr sz="1200" b="0" dirty="0"/>
              <a:t> de </a:t>
            </a:r>
            <a:r>
              <a:rPr sz="1200" b="0" dirty="0" err="1"/>
              <a:t>operación</a:t>
            </a:r>
            <a:endParaRPr sz="1200" b="0" dirty="0"/>
          </a:p>
          <a:p>
            <a:pPr lvl="1"/>
            <a:r>
              <a:rPr sz="1200" b="0" dirty="0" err="1"/>
              <a:t>rd</a:t>
            </a:r>
            <a:r>
              <a:rPr sz="1200" b="0" dirty="0"/>
              <a:t> / rs1 / rs2 — </a:t>
            </a:r>
            <a:r>
              <a:rPr sz="1200" b="0" dirty="0" err="1"/>
              <a:t>registros</a:t>
            </a:r>
            <a:r>
              <a:rPr sz="1200" b="0" dirty="0"/>
              <a:t> de 3 bits</a:t>
            </a:r>
          </a:p>
          <a:p>
            <a:pPr lvl="1"/>
            <a:r>
              <a:rPr sz="1200" b="0" dirty="0"/>
              <a:t>funct3 — </a:t>
            </a:r>
            <a:r>
              <a:rPr sz="1200" b="0" dirty="0" err="1"/>
              <a:t>selecciona</a:t>
            </a:r>
            <a:r>
              <a:rPr sz="1200" b="0" dirty="0"/>
              <a:t> la </a:t>
            </a:r>
            <a:r>
              <a:rPr sz="1200" b="0" dirty="0" err="1"/>
              <a:t>operación</a:t>
            </a:r>
            <a:r>
              <a:rPr sz="1200" b="0" dirty="0"/>
              <a:t> de la ALU</a:t>
            </a:r>
          </a:p>
          <a:p>
            <a:pPr lvl="1"/>
            <a:r>
              <a:rPr sz="1200" b="0" dirty="0" err="1"/>
              <a:t>imm</a:t>
            </a:r>
            <a:r>
              <a:rPr sz="1200" b="0" dirty="0"/>
              <a:t> — 4 bits con </a:t>
            </a:r>
            <a:r>
              <a:rPr sz="1200" b="0" dirty="0" err="1"/>
              <a:t>extensión</a:t>
            </a:r>
            <a:r>
              <a:rPr sz="1200" b="0" dirty="0"/>
              <a:t> de </a:t>
            </a:r>
            <a:r>
              <a:rPr sz="1200" b="0" dirty="0" err="1"/>
              <a:t>signo</a:t>
            </a:r>
            <a:r>
              <a:rPr sz="1200" b="0" dirty="0"/>
              <a:t> (ADDI, LOAD, STORE)</a:t>
            </a:r>
          </a:p>
          <a:p>
            <a:r>
              <a:rPr sz="1400" b="1" dirty="0"/>
              <a:t>Del ASM al </a:t>
            </a:r>
            <a:r>
              <a:rPr sz="1400" b="1" dirty="0" err="1"/>
              <a:t>binario</a:t>
            </a:r>
            <a:endParaRPr sz="1400" b="1" dirty="0"/>
          </a:p>
          <a:p>
            <a:pPr lvl="1"/>
            <a:r>
              <a:rPr sz="1200" b="0" dirty="0" err="1"/>
              <a:t>Escribí</a:t>
            </a:r>
            <a:r>
              <a:rPr sz="1200" b="0" dirty="0"/>
              <a:t> un disassembler </a:t>
            </a:r>
            <a:r>
              <a:rPr sz="1200" b="0" dirty="0" err="1"/>
              <a:t>propio</a:t>
            </a:r>
            <a:r>
              <a:rPr sz="1200" b="0" dirty="0"/>
              <a:t> </a:t>
            </a:r>
            <a:r>
              <a:rPr sz="1200" b="0" dirty="0" err="1"/>
              <a:t>en</a:t>
            </a:r>
            <a:r>
              <a:rPr sz="1200" b="0" dirty="0"/>
              <a:t> Python </a:t>
            </a:r>
            <a:r>
              <a:rPr sz="1200" b="0" dirty="0" err="1"/>
              <a:t>que</a:t>
            </a:r>
            <a:r>
              <a:rPr sz="1200" b="0" dirty="0"/>
              <a:t> traduce ASM </a:t>
            </a:r>
            <a:r>
              <a:rPr sz="1200" b="0" dirty="0" err="1"/>
              <a:t>estilo</a:t>
            </a:r>
            <a:r>
              <a:rPr sz="1200" b="0" dirty="0"/>
              <a:t> RISC-V a la </a:t>
            </a:r>
            <a:r>
              <a:rPr sz="1200" b="0" dirty="0" err="1"/>
              <a:t>codificación</a:t>
            </a:r>
            <a:r>
              <a:rPr sz="1200" b="0" dirty="0"/>
              <a:t> de mi ISA.</a:t>
            </a:r>
          </a:p>
          <a:p>
            <a:pPr lvl="1"/>
            <a:r>
              <a:rPr sz="1200" b="0" dirty="0"/>
              <a:t>python3 disassembler.py fib.asm -o </a:t>
            </a:r>
            <a:r>
              <a:rPr sz="1200" b="0" dirty="0" err="1"/>
              <a:t>salida.hex</a:t>
            </a:r>
            <a:endParaRPr sz="1200" b="0" dirty="0"/>
          </a:p>
          <a:p>
            <a:pPr lvl="1"/>
            <a:r>
              <a:rPr sz="1200" b="0" dirty="0"/>
              <a:t>El .hex se carga con $</a:t>
            </a:r>
            <a:r>
              <a:rPr sz="1200" b="0" dirty="0" err="1"/>
              <a:t>readmemh</a:t>
            </a:r>
            <a:r>
              <a:rPr sz="1200" b="0" dirty="0"/>
              <a:t> </a:t>
            </a:r>
            <a:r>
              <a:rPr sz="1200" b="0" dirty="0" err="1"/>
              <a:t>en</a:t>
            </a:r>
            <a:r>
              <a:rPr sz="1200" b="0" dirty="0"/>
              <a:t> </a:t>
            </a:r>
            <a:r>
              <a:rPr sz="1200" b="0" dirty="0" err="1"/>
              <a:t>instruction_memory</a:t>
            </a:r>
            <a:r>
              <a:rPr sz="1200" b="0" dirty="0"/>
              <a:t>, o </a:t>
            </a:r>
            <a:r>
              <a:rPr sz="1200" b="0" dirty="0" err="1"/>
              <a:t>por</a:t>
            </a:r>
            <a:r>
              <a:rPr sz="1200" b="0" dirty="0"/>
              <a:t> UART con el bootloader.</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
        <p:nvSpPr>
          <p:cNvPr id="7" name="TextBox 6"/>
          <p:cNvSpPr txBox="1"/>
          <p:nvPr/>
        </p:nvSpPr>
        <p:spPr>
          <a:xfrm>
            <a:off x="658368" y="4057608"/>
            <a:ext cx="5212080" cy="233910"/>
          </a:xfrm>
          <a:prstGeom prst="rect">
            <a:avLst/>
          </a:prstGeom>
          <a:noFill/>
        </p:spPr>
        <p:txBody>
          <a:bodyPr wrap="square" lIns="18288" tIns="9144" rIns="18288" bIns="9144" anchor="t">
            <a:spAutoFit/>
          </a:bodyPr>
          <a:lstStyle/>
          <a:p>
            <a:pPr algn="l"/>
            <a:r>
              <a:rPr sz="1400" b="1" i="0" dirty="0">
                <a:solidFill>
                  <a:srgbClr val="621F8A"/>
                </a:solidFill>
                <a:latin typeface="Arial"/>
              </a:rPr>
              <a:t>E</a:t>
            </a:r>
            <a:r>
              <a:rPr lang="es-MX" sz="1400" b="1" i="0" dirty="0" err="1">
                <a:solidFill>
                  <a:srgbClr val="621F8A"/>
                </a:solidFill>
                <a:latin typeface="Arial"/>
              </a:rPr>
              <a:t>jemplo</a:t>
            </a:r>
            <a:endParaRPr sz="1400" b="1" i="0" dirty="0">
              <a:solidFill>
                <a:srgbClr val="621F8A"/>
              </a:solidFill>
              <a:latin typeface="Arial"/>
            </a:endParaRPr>
          </a:p>
        </p:txBody>
      </p:sp>
      <p:sp>
        <p:nvSpPr>
          <p:cNvPr id="8" name="TextBox 7"/>
          <p:cNvSpPr txBox="1"/>
          <p:nvPr/>
        </p:nvSpPr>
        <p:spPr>
          <a:xfrm>
            <a:off x="658368" y="4314108"/>
            <a:ext cx="5212080" cy="980268"/>
          </a:xfrm>
          <a:prstGeom prst="rect">
            <a:avLst/>
          </a:prstGeom>
          <a:noFill/>
        </p:spPr>
        <p:txBody>
          <a:bodyPr wrap="square" lIns="18288" tIns="9144" rIns="18288" bIns="9144" anchor="t">
            <a:spAutoFit/>
          </a:bodyPr>
          <a:lstStyle/>
          <a:p>
            <a:pPr algn="l"/>
            <a:r>
              <a:rPr lang="es-ES" sz="1250" b="0" i="0" dirty="0">
                <a:solidFill>
                  <a:srgbClr val="333333"/>
                </a:solidFill>
                <a:latin typeface="Arial"/>
              </a:rPr>
              <a:t>Armamos la instrucción ADD r2, r0, r1 suponiendo r0 = 5 y r1 = 3 (estos se pueden cargar previamente con ADDI)</a:t>
            </a:r>
            <a:br>
              <a:rPr lang="es-ES" sz="1250" b="0" i="0" dirty="0">
                <a:solidFill>
                  <a:srgbClr val="333333"/>
                </a:solidFill>
                <a:latin typeface="Arial"/>
              </a:rPr>
            </a:br>
            <a:r>
              <a:rPr lang="es-ES" sz="1250" b="0" i="0" dirty="0">
                <a:solidFill>
                  <a:srgbClr val="333333"/>
                </a:solidFill>
                <a:latin typeface="Arial"/>
              </a:rPr>
              <a:t>La instrucción en binario queda como 0010100000100000, si la pasamos a hexadecimal: 2820</a:t>
            </a:r>
          </a:p>
          <a:p>
            <a:pPr algn="l"/>
            <a:endParaRPr lang="es-ES" sz="1250" b="0" i="0" dirty="0">
              <a:solidFill>
                <a:srgbClr val="333333"/>
              </a:solidFill>
              <a:latin typeface="Arial"/>
            </a:endParaRPr>
          </a:p>
        </p:txBody>
      </p:sp>
      <p:sp>
        <p:nvSpPr>
          <p:cNvPr id="9" name="TextBox 8"/>
          <p:cNvSpPr txBox="1"/>
          <p:nvPr/>
        </p:nvSpPr>
        <p:spPr>
          <a:xfrm>
            <a:off x="6355080" y="1078992"/>
            <a:ext cx="5458968" cy="274320"/>
          </a:xfrm>
          <a:prstGeom prst="rect">
            <a:avLst/>
          </a:prstGeom>
          <a:noFill/>
        </p:spPr>
        <p:txBody>
          <a:bodyPr wrap="square" lIns="18288" tIns="9144" rIns="18288" bIns="9144" anchor="t">
            <a:spAutoFit/>
          </a:bodyPr>
          <a:lstStyle/>
          <a:p>
            <a:pPr algn="l"/>
            <a:r>
              <a:rPr sz="1400" b="1" i="0" dirty="0">
                <a:solidFill>
                  <a:srgbClr val="621F8A"/>
                </a:solidFill>
                <a:latin typeface="Arial"/>
              </a:rPr>
              <a:t>Mapa de opcodes</a:t>
            </a:r>
          </a:p>
        </p:txBody>
      </p:sp>
      <p:graphicFrame>
        <p:nvGraphicFramePr>
          <p:cNvPr id="10" name="Table 9"/>
          <p:cNvGraphicFramePr>
            <a:graphicFrameLocks noGrp="1"/>
          </p:cNvGraphicFramePr>
          <p:nvPr>
            <p:extLst>
              <p:ext uri="{D42A27DB-BD31-4B8C-83A1-F6EECF244321}">
                <p14:modId xmlns:p14="http://schemas.microsoft.com/office/powerpoint/2010/main" val="1817275623"/>
              </p:ext>
            </p:extLst>
          </p:nvPr>
        </p:nvGraphicFramePr>
        <p:xfrm>
          <a:off x="6355080" y="1353312"/>
          <a:ext cx="5458968" cy="310896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3355848">
                  <a:extLst>
                    <a:ext uri="{9D8B030D-6E8A-4147-A177-3AD203B41FA5}">
                      <a16:colId xmlns:a16="http://schemas.microsoft.com/office/drawing/2014/main" val="20002"/>
                    </a:ext>
                  </a:extLst>
                </a:gridCol>
              </a:tblGrid>
              <a:tr h="345440">
                <a:tc>
                  <a:txBody>
                    <a:bodyPr/>
                    <a:lstStyle/>
                    <a:p>
                      <a:r>
                        <a:rPr sz="1100" b="1" dirty="0">
                          <a:latin typeface="Arial"/>
                        </a:rPr>
                        <a:t>opcode</a:t>
                      </a:r>
                    </a:p>
                  </a:txBody>
                  <a:tcPr/>
                </a:tc>
                <a:tc>
                  <a:txBody>
                    <a:bodyPr/>
                    <a:lstStyle/>
                    <a:p>
                      <a:r>
                        <a:rPr sz="1100" b="1">
                          <a:latin typeface="Arial"/>
                        </a:rPr>
                        <a:t>tipo</a:t>
                      </a:r>
                    </a:p>
                  </a:txBody>
                  <a:tcPr/>
                </a:tc>
                <a:tc>
                  <a:txBody>
                    <a:bodyPr/>
                    <a:lstStyle/>
                    <a:p>
                      <a:r>
                        <a:rPr sz="1100" b="1">
                          <a:latin typeface="Arial"/>
                        </a:rPr>
                        <a:t>operación</a:t>
                      </a:r>
                    </a:p>
                  </a:txBody>
                  <a:tcPr/>
                </a:tc>
                <a:extLst>
                  <a:ext uri="{0D108BD9-81ED-4DB2-BD59-A6C34878D82A}">
                    <a16:rowId xmlns:a16="http://schemas.microsoft.com/office/drawing/2014/main" val="10000"/>
                  </a:ext>
                </a:extLst>
              </a:tr>
              <a:tr h="345440">
                <a:tc>
                  <a:txBody>
                    <a:bodyPr/>
                    <a:lstStyle/>
                    <a:p>
                      <a:r>
                        <a:rPr sz="1050" dirty="0">
                          <a:latin typeface="Courier New"/>
                        </a:rPr>
                        <a:t>000</a:t>
                      </a:r>
                    </a:p>
                  </a:txBody>
                  <a:tcPr/>
                </a:tc>
                <a:tc>
                  <a:txBody>
                    <a:bodyPr/>
                    <a:lstStyle/>
                    <a:p>
                      <a:r>
                        <a:rPr sz="1050" dirty="0">
                          <a:latin typeface="Arial"/>
                        </a:rPr>
                        <a:t>ALU-I</a:t>
                      </a:r>
                    </a:p>
                  </a:txBody>
                  <a:tcPr/>
                </a:tc>
                <a:tc>
                  <a:txBody>
                    <a:bodyPr/>
                    <a:lstStyle/>
                    <a:p>
                      <a:r>
                        <a:rPr sz="1050">
                          <a:latin typeface="Arial"/>
                        </a:rPr>
                        <a:t>ADDI rd, rs1, imm</a:t>
                      </a:r>
                    </a:p>
                  </a:txBody>
                  <a:tcPr/>
                </a:tc>
                <a:extLst>
                  <a:ext uri="{0D108BD9-81ED-4DB2-BD59-A6C34878D82A}">
                    <a16:rowId xmlns:a16="http://schemas.microsoft.com/office/drawing/2014/main" val="10001"/>
                  </a:ext>
                </a:extLst>
              </a:tr>
              <a:tr h="345440">
                <a:tc>
                  <a:txBody>
                    <a:bodyPr/>
                    <a:lstStyle/>
                    <a:p>
                      <a:r>
                        <a:rPr sz="1050">
                          <a:latin typeface="Courier New"/>
                        </a:rPr>
                        <a:t>001</a:t>
                      </a:r>
                    </a:p>
                  </a:txBody>
                  <a:tcPr/>
                </a:tc>
                <a:tc>
                  <a:txBody>
                    <a:bodyPr/>
                    <a:lstStyle/>
                    <a:p>
                      <a:r>
                        <a:rPr sz="1050">
                          <a:latin typeface="Arial"/>
                        </a:rPr>
                        <a:t>ALU-R</a:t>
                      </a:r>
                    </a:p>
                  </a:txBody>
                  <a:tcPr/>
                </a:tc>
                <a:tc>
                  <a:txBody>
                    <a:bodyPr/>
                    <a:lstStyle/>
                    <a:p>
                      <a:r>
                        <a:rPr sz="1050">
                          <a:latin typeface="Arial"/>
                        </a:rPr>
                        <a:t>ADD/SUB/AND/OR/... rd, rs1, rs2</a:t>
                      </a:r>
                    </a:p>
                  </a:txBody>
                  <a:tcPr/>
                </a:tc>
                <a:extLst>
                  <a:ext uri="{0D108BD9-81ED-4DB2-BD59-A6C34878D82A}">
                    <a16:rowId xmlns:a16="http://schemas.microsoft.com/office/drawing/2014/main" val="10002"/>
                  </a:ext>
                </a:extLst>
              </a:tr>
              <a:tr h="345440">
                <a:tc>
                  <a:txBody>
                    <a:bodyPr/>
                    <a:lstStyle/>
                    <a:p>
                      <a:r>
                        <a:rPr sz="1050">
                          <a:latin typeface="Courier New"/>
                        </a:rPr>
                        <a:t>010</a:t>
                      </a:r>
                    </a:p>
                  </a:txBody>
                  <a:tcPr/>
                </a:tc>
                <a:tc>
                  <a:txBody>
                    <a:bodyPr/>
                    <a:lstStyle/>
                    <a:p>
                      <a:r>
                        <a:rPr sz="1050">
                          <a:latin typeface="Arial"/>
                        </a:rPr>
                        <a:t>LOAD</a:t>
                      </a:r>
                    </a:p>
                  </a:txBody>
                  <a:tcPr/>
                </a:tc>
                <a:tc>
                  <a:txBody>
                    <a:bodyPr/>
                    <a:lstStyle/>
                    <a:p>
                      <a:r>
                        <a:rPr sz="1050">
                          <a:latin typeface="Arial"/>
                        </a:rPr>
                        <a:t>rd = MEM[rs1 + imm]</a:t>
                      </a:r>
                    </a:p>
                  </a:txBody>
                  <a:tcPr/>
                </a:tc>
                <a:extLst>
                  <a:ext uri="{0D108BD9-81ED-4DB2-BD59-A6C34878D82A}">
                    <a16:rowId xmlns:a16="http://schemas.microsoft.com/office/drawing/2014/main" val="10003"/>
                  </a:ext>
                </a:extLst>
              </a:tr>
              <a:tr h="345440">
                <a:tc>
                  <a:txBody>
                    <a:bodyPr/>
                    <a:lstStyle/>
                    <a:p>
                      <a:r>
                        <a:rPr sz="1050">
                          <a:latin typeface="Courier New"/>
                        </a:rPr>
                        <a:t>011</a:t>
                      </a:r>
                    </a:p>
                  </a:txBody>
                  <a:tcPr/>
                </a:tc>
                <a:tc>
                  <a:txBody>
                    <a:bodyPr/>
                    <a:lstStyle/>
                    <a:p>
                      <a:r>
                        <a:rPr sz="1050">
                          <a:latin typeface="Arial"/>
                        </a:rPr>
                        <a:t>STORE</a:t>
                      </a:r>
                    </a:p>
                  </a:txBody>
                  <a:tcPr/>
                </a:tc>
                <a:tc>
                  <a:txBody>
                    <a:bodyPr/>
                    <a:lstStyle/>
                    <a:p>
                      <a:r>
                        <a:rPr sz="1050">
                          <a:latin typeface="Arial"/>
                        </a:rPr>
                        <a:t>MEM[rs1 + imm] = rd</a:t>
                      </a:r>
                    </a:p>
                  </a:txBody>
                  <a:tcPr/>
                </a:tc>
                <a:extLst>
                  <a:ext uri="{0D108BD9-81ED-4DB2-BD59-A6C34878D82A}">
                    <a16:rowId xmlns:a16="http://schemas.microsoft.com/office/drawing/2014/main" val="10004"/>
                  </a:ext>
                </a:extLst>
              </a:tr>
              <a:tr h="345440">
                <a:tc>
                  <a:txBody>
                    <a:bodyPr/>
                    <a:lstStyle/>
                    <a:p>
                      <a:r>
                        <a:rPr sz="1050">
                          <a:latin typeface="Courier New"/>
                        </a:rPr>
                        <a:t>100</a:t>
                      </a:r>
                    </a:p>
                  </a:txBody>
                  <a:tcPr/>
                </a:tc>
                <a:tc>
                  <a:txBody>
                    <a:bodyPr/>
                    <a:lstStyle/>
                    <a:p>
                      <a:r>
                        <a:rPr sz="1050">
                          <a:latin typeface="Arial"/>
                        </a:rPr>
                        <a:t>BEQ</a:t>
                      </a:r>
                    </a:p>
                  </a:txBody>
                  <a:tcPr/>
                </a:tc>
                <a:tc>
                  <a:txBody>
                    <a:bodyPr/>
                    <a:lstStyle/>
                    <a:p>
                      <a:r>
                        <a:rPr sz="1050">
                          <a:latin typeface="Arial"/>
                        </a:rPr>
                        <a:t>salta si rs1 == rs2</a:t>
                      </a:r>
                    </a:p>
                  </a:txBody>
                  <a:tcPr/>
                </a:tc>
                <a:extLst>
                  <a:ext uri="{0D108BD9-81ED-4DB2-BD59-A6C34878D82A}">
                    <a16:rowId xmlns:a16="http://schemas.microsoft.com/office/drawing/2014/main" val="10005"/>
                  </a:ext>
                </a:extLst>
              </a:tr>
              <a:tr h="345440">
                <a:tc>
                  <a:txBody>
                    <a:bodyPr/>
                    <a:lstStyle/>
                    <a:p>
                      <a:r>
                        <a:rPr sz="1050">
                          <a:latin typeface="Courier New"/>
                        </a:rPr>
                        <a:t>101</a:t>
                      </a:r>
                    </a:p>
                  </a:txBody>
                  <a:tcPr/>
                </a:tc>
                <a:tc>
                  <a:txBody>
                    <a:bodyPr/>
                    <a:lstStyle/>
                    <a:p>
                      <a:r>
                        <a:rPr sz="1050">
                          <a:latin typeface="Arial"/>
                        </a:rPr>
                        <a:t>JAL</a:t>
                      </a:r>
                    </a:p>
                  </a:txBody>
                  <a:tcPr/>
                </a:tc>
                <a:tc>
                  <a:txBody>
                    <a:bodyPr/>
                    <a:lstStyle/>
                    <a:p>
                      <a:r>
                        <a:rPr sz="1050">
                          <a:latin typeface="Arial"/>
                        </a:rPr>
                        <a:t>rd = PC + 1; PC = target</a:t>
                      </a:r>
                    </a:p>
                  </a:txBody>
                  <a:tcPr/>
                </a:tc>
                <a:extLst>
                  <a:ext uri="{0D108BD9-81ED-4DB2-BD59-A6C34878D82A}">
                    <a16:rowId xmlns:a16="http://schemas.microsoft.com/office/drawing/2014/main" val="10006"/>
                  </a:ext>
                </a:extLst>
              </a:tr>
              <a:tr h="345440">
                <a:tc>
                  <a:txBody>
                    <a:bodyPr/>
                    <a:lstStyle/>
                    <a:p>
                      <a:r>
                        <a:rPr sz="1050">
                          <a:latin typeface="Courier New"/>
                        </a:rPr>
                        <a:t>110</a:t>
                      </a:r>
                    </a:p>
                  </a:txBody>
                  <a:tcPr/>
                </a:tc>
                <a:tc>
                  <a:txBody>
                    <a:bodyPr/>
                    <a:lstStyle/>
                    <a:p>
                      <a:r>
                        <a:rPr sz="1050">
                          <a:latin typeface="Arial"/>
                        </a:rPr>
                        <a:t>OUT</a:t>
                      </a:r>
                    </a:p>
                  </a:txBody>
                  <a:tcPr/>
                </a:tc>
                <a:tc>
                  <a:txBody>
                    <a:bodyPr/>
                    <a:lstStyle/>
                    <a:p>
                      <a:r>
                        <a:rPr sz="1050">
                          <a:latin typeface="Arial"/>
                        </a:rPr>
                        <a:t>gpio_out = rs1</a:t>
                      </a:r>
                    </a:p>
                  </a:txBody>
                  <a:tcPr/>
                </a:tc>
                <a:extLst>
                  <a:ext uri="{0D108BD9-81ED-4DB2-BD59-A6C34878D82A}">
                    <a16:rowId xmlns:a16="http://schemas.microsoft.com/office/drawing/2014/main" val="10007"/>
                  </a:ext>
                </a:extLst>
              </a:tr>
              <a:tr h="345440">
                <a:tc>
                  <a:txBody>
                    <a:bodyPr/>
                    <a:lstStyle/>
                    <a:p>
                      <a:r>
                        <a:rPr sz="1050">
                          <a:latin typeface="Courier New"/>
                        </a:rPr>
                        <a:t>111</a:t>
                      </a:r>
                    </a:p>
                  </a:txBody>
                  <a:tcPr/>
                </a:tc>
                <a:tc>
                  <a:txBody>
                    <a:bodyPr/>
                    <a:lstStyle/>
                    <a:p>
                      <a:r>
                        <a:rPr sz="1050">
                          <a:latin typeface="Arial"/>
                        </a:rPr>
                        <a:t>JUMP</a:t>
                      </a:r>
                    </a:p>
                  </a:txBody>
                  <a:tcPr/>
                </a:tc>
                <a:tc>
                  <a:txBody>
                    <a:bodyPr/>
                    <a:lstStyle/>
                    <a:p>
                      <a:r>
                        <a:rPr sz="1050" dirty="0">
                          <a:latin typeface="Arial"/>
                        </a:rPr>
                        <a:t>PC = target (</a:t>
                      </a:r>
                      <a:r>
                        <a:rPr sz="1050" dirty="0" err="1">
                          <a:latin typeface="Arial"/>
                        </a:rPr>
                        <a:t>incondicional</a:t>
                      </a:r>
                      <a:r>
                        <a:rPr sz="1050" dirty="0">
                          <a:latin typeface="Arial"/>
                        </a:rPr>
                        <a:t>)</a:t>
                      </a:r>
                    </a:p>
                  </a:txBody>
                  <a:tcPr/>
                </a:tc>
                <a:extLst>
                  <a:ext uri="{0D108BD9-81ED-4DB2-BD59-A6C34878D82A}">
                    <a16:rowId xmlns:a16="http://schemas.microsoft.com/office/drawing/2014/main" val="10008"/>
                  </a:ext>
                </a:extLst>
              </a:tr>
            </a:tbl>
          </a:graphicData>
        </a:graphic>
      </p:graphicFrame>
      <p:pic>
        <p:nvPicPr>
          <p:cNvPr id="17" name="Imagen 16">
            <a:extLst>
              <a:ext uri="{FF2B5EF4-FFF2-40B4-BE49-F238E27FC236}">
                <a16:creationId xmlns:a16="http://schemas.microsoft.com/office/drawing/2014/main" id="{1753F31E-62EF-CFA5-869D-6E43C9890DF4}"/>
              </a:ext>
            </a:extLst>
          </p:cNvPr>
          <p:cNvPicPr>
            <a:picLocks noChangeAspect="1"/>
          </p:cNvPicPr>
          <p:nvPr/>
        </p:nvPicPr>
        <p:blipFill>
          <a:blip r:embed="rId2"/>
          <a:stretch>
            <a:fillRect/>
          </a:stretch>
        </p:blipFill>
        <p:spPr>
          <a:xfrm>
            <a:off x="536448" y="5121854"/>
            <a:ext cx="5678848" cy="1280160"/>
          </a:xfrm>
          <a:prstGeom prst="rect">
            <a:avLst/>
          </a:prstGeom>
        </p:spPr>
      </p:pic>
      <p:sp>
        <p:nvSpPr>
          <p:cNvPr id="21" name="CuadroTexto 20">
            <a:extLst>
              <a:ext uri="{FF2B5EF4-FFF2-40B4-BE49-F238E27FC236}">
                <a16:creationId xmlns:a16="http://schemas.microsoft.com/office/drawing/2014/main" id="{55C4C5C5-C431-4C64-C470-CBD7267206AE}"/>
              </a:ext>
            </a:extLst>
          </p:cNvPr>
          <p:cNvSpPr txBox="1"/>
          <p:nvPr/>
        </p:nvSpPr>
        <p:spPr>
          <a:xfrm>
            <a:off x="6355080" y="4736592"/>
            <a:ext cx="1963674" cy="307777"/>
          </a:xfrm>
          <a:prstGeom prst="rect">
            <a:avLst/>
          </a:prstGeom>
          <a:noFill/>
        </p:spPr>
        <p:txBody>
          <a:bodyPr wrap="square">
            <a:spAutoFit/>
          </a:bodyPr>
          <a:lstStyle/>
          <a:p>
            <a:pPr algn="l"/>
            <a:r>
              <a:rPr lang="es-GT" sz="1400" b="1" i="0" dirty="0">
                <a:solidFill>
                  <a:srgbClr val="621F8A"/>
                </a:solidFill>
                <a:latin typeface="Arial"/>
              </a:rPr>
              <a:t>Resultado Esperado</a:t>
            </a:r>
          </a:p>
        </p:txBody>
      </p:sp>
      <p:sp>
        <p:nvSpPr>
          <p:cNvPr id="23" name="CuadroTexto 22">
            <a:extLst>
              <a:ext uri="{FF2B5EF4-FFF2-40B4-BE49-F238E27FC236}">
                <a16:creationId xmlns:a16="http://schemas.microsoft.com/office/drawing/2014/main" id="{E99EE83C-857B-4160-937D-5CD0169ADB88}"/>
              </a:ext>
            </a:extLst>
          </p:cNvPr>
          <p:cNvSpPr txBox="1"/>
          <p:nvPr/>
        </p:nvSpPr>
        <p:spPr>
          <a:xfrm>
            <a:off x="6451474" y="5036885"/>
            <a:ext cx="1770886" cy="1384995"/>
          </a:xfrm>
          <a:prstGeom prst="rect">
            <a:avLst/>
          </a:prstGeom>
          <a:noFill/>
        </p:spPr>
        <p:txBody>
          <a:bodyPr wrap="square">
            <a:spAutoFit/>
          </a:bodyPr>
          <a:lstStyle/>
          <a:p>
            <a:r>
              <a:rPr lang="pt-BR" dirty="0"/>
              <a:t>ADD r2, r0, r1</a:t>
            </a:r>
          </a:p>
          <a:p>
            <a:r>
              <a:rPr lang="pt-BR" dirty="0"/>
              <a:t>r0 = 5</a:t>
            </a:r>
          </a:p>
          <a:p>
            <a:r>
              <a:rPr lang="pt-BR" dirty="0"/>
              <a:t>r1 = 3</a:t>
            </a:r>
          </a:p>
          <a:p>
            <a:r>
              <a:rPr lang="pt-BR" dirty="0"/>
              <a:t>r2 = r0 + r1</a:t>
            </a:r>
          </a:p>
          <a:p>
            <a:r>
              <a:rPr lang="pt-BR" dirty="0"/>
              <a:t>r2 = 5 + 3</a:t>
            </a:r>
          </a:p>
          <a:p>
            <a:r>
              <a:rPr lang="pt-BR" dirty="0">
                <a:highlight>
                  <a:srgbClr val="FFFF00"/>
                </a:highlight>
              </a:rPr>
              <a:t>r2 = 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El flujo implementado</a:t>
            </a:r>
          </a:p>
        </p:txBody>
      </p:sp>
      <p:sp>
        <p:nvSpPr>
          <p:cNvPr id="3" name="Text Placeholder 2"/>
          <p:cNvSpPr>
            <a:spLocks noGrp="1"/>
          </p:cNvSpPr>
          <p:nvPr>
            <p:ph type="body" idx="1"/>
          </p:nvPr>
        </p:nvSpPr>
        <p:spPr/>
        <p:txBody>
          <a:bodyPr/>
          <a:lstStyle/>
          <a:p>
            <a:r>
              <a:rPr dirty="0"/>
              <a:t>De mi RTL </a:t>
            </a:r>
            <a:r>
              <a:rPr dirty="0" err="1"/>
              <a:t>en</a:t>
            </a:r>
            <a:r>
              <a:rPr dirty="0"/>
              <a:t> Verilog hasta el layout con timing </a:t>
            </a:r>
            <a:r>
              <a:rPr dirty="0" err="1"/>
              <a:t>cerrado</a:t>
            </a:r>
            <a:r>
              <a:rPr dirty="0"/>
              <a:t>, dos </a:t>
            </a:r>
            <a:r>
              <a:rPr dirty="0" err="1"/>
              <a:t>veces</a:t>
            </a:r>
            <a:r>
              <a:rPr dirty="0"/>
              <a:t> (PDK original y PDK </a:t>
            </a:r>
            <a:r>
              <a:rPr dirty="0" err="1"/>
              <a:t>corregido</a:t>
            </a:r>
            <a:r>
              <a:rPr dirty="0"/>
              <a:t>)</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
        <p:nvSpPr>
          <p:cNvPr id="6" name="Rounded Rectangle 5"/>
          <p:cNvSpPr/>
          <p:nvPr/>
        </p:nvSpPr>
        <p:spPr>
          <a:xfrm>
            <a:off x="384048" y="1371600"/>
            <a:ext cx="1792224" cy="17373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21207" y="1481328"/>
            <a:ext cx="1517904" cy="320040"/>
          </a:xfrm>
          <a:prstGeom prst="rect">
            <a:avLst/>
          </a:prstGeom>
          <a:noFill/>
        </p:spPr>
        <p:txBody>
          <a:bodyPr wrap="square" lIns="18288" tIns="9144" rIns="18288" bIns="9144" anchor="t">
            <a:spAutoFit/>
          </a:bodyPr>
          <a:lstStyle/>
          <a:p>
            <a:pPr algn="l"/>
            <a:r>
              <a:rPr sz="1700" b="1" i="0">
                <a:solidFill>
                  <a:srgbClr val="621F8A"/>
                </a:solidFill>
                <a:latin typeface="Arial"/>
              </a:rPr>
              <a:t>01</a:t>
            </a:r>
          </a:p>
        </p:txBody>
      </p:sp>
      <p:sp>
        <p:nvSpPr>
          <p:cNvPr id="8" name="TextBox 7"/>
          <p:cNvSpPr txBox="1"/>
          <p:nvPr/>
        </p:nvSpPr>
        <p:spPr>
          <a:xfrm>
            <a:off x="521207" y="1828800"/>
            <a:ext cx="1517904" cy="502920"/>
          </a:xfrm>
          <a:prstGeom prst="rect">
            <a:avLst/>
          </a:prstGeom>
          <a:noFill/>
        </p:spPr>
        <p:txBody>
          <a:bodyPr wrap="square" lIns="18288" tIns="9144" rIns="18288" bIns="9144" anchor="t">
            <a:spAutoFit/>
          </a:bodyPr>
          <a:lstStyle/>
          <a:p>
            <a:pPr algn="l"/>
            <a:r>
              <a:rPr sz="1250" b="1" i="0">
                <a:solidFill>
                  <a:srgbClr val="333333"/>
                </a:solidFill>
                <a:latin typeface="Arial"/>
              </a:rPr>
              <a:t>RTL</a:t>
            </a:r>
          </a:p>
        </p:txBody>
      </p:sp>
      <p:sp>
        <p:nvSpPr>
          <p:cNvPr id="9" name="TextBox 8"/>
          <p:cNvSpPr txBox="1"/>
          <p:nvPr/>
        </p:nvSpPr>
        <p:spPr>
          <a:xfrm>
            <a:off x="521207" y="2359152"/>
            <a:ext cx="1517904" cy="731520"/>
          </a:xfrm>
          <a:prstGeom prst="rect">
            <a:avLst/>
          </a:prstGeom>
          <a:noFill/>
        </p:spPr>
        <p:txBody>
          <a:bodyPr wrap="square" lIns="18288" tIns="9144" rIns="18288" bIns="9144" anchor="t">
            <a:spAutoFit/>
          </a:bodyPr>
          <a:lstStyle/>
          <a:p>
            <a:pPr algn="l"/>
            <a:r>
              <a:rPr sz="1050" b="0" i="0">
                <a:solidFill>
                  <a:srgbClr val="707070"/>
                </a:solidFill>
                <a:latin typeface="Arial"/>
              </a:rPr>
              <a:t>Verilog propio</a:t>
            </a:r>
          </a:p>
          <a:p>
            <a:pPr algn="l"/>
            <a:r>
              <a:rPr sz="1050" b="0" i="0">
                <a:solidFill>
                  <a:srgbClr val="707070"/>
                </a:solidFill>
                <a:latin typeface="Arial"/>
              </a:rPr>
              <a:t>10 módulos</a:t>
            </a:r>
          </a:p>
        </p:txBody>
      </p:sp>
      <p:sp>
        <p:nvSpPr>
          <p:cNvPr id="10" name="Rounded Rectangle 9"/>
          <p:cNvSpPr/>
          <p:nvPr/>
        </p:nvSpPr>
        <p:spPr>
          <a:xfrm>
            <a:off x="2313432" y="1371600"/>
            <a:ext cx="1792224" cy="17373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450591" y="1481328"/>
            <a:ext cx="1517904" cy="320040"/>
          </a:xfrm>
          <a:prstGeom prst="rect">
            <a:avLst/>
          </a:prstGeom>
          <a:noFill/>
        </p:spPr>
        <p:txBody>
          <a:bodyPr wrap="square" lIns="18288" tIns="9144" rIns="18288" bIns="9144" anchor="t">
            <a:spAutoFit/>
          </a:bodyPr>
          <a:lstStyle/>
          <a:p>
            <a:pPr algn="l"/>
            <a:r>
              <a:rPr sz="1700" b="1" i="0">
                <a:solidFill>
                  <a:srgbClr val="621F8A"/>
                </a:solidFill>
                <a:latin typeface="Arial"/>
              </a:rPr>
              <a:t>02</a:t>
            </a:r>
          </a:p>
        </p:txBody>
      </p:sp>
      <p:sp>
        <p:nvSpPr>
          <p:cNvPr id="12" name="TextBox 11"/>
          <p:cNvSpPr txBox="1"/>
          <p:nvPr/>
        </p:nvSpPr>
        <p:spPr>
          <a:xfrm>
            <a:off x="2450591" y="1828800"/>
            <a:ext cx="1517904" cy="502920"/>
          </a:xfrm>
          <a:prstGeom prst="rect">
            <a:avLst/>
          </a:prstGeom>
          <a:noFill/>
        </p:spPr>
        <p:txBody>
          <a:bodyPr wrap="square" lIns="18288" tIns="9144" rIns="18288" bIns="9144" anchor="t">
            <a:spAutoFit/>
          </a:bodyPr>
          <a:lstStyle/>
          <a:p>
            <a:pPr algn="l"/>
            <a:r>
              <a:rPr sz="1250" b="1" i="0">
                <a:solidFill>
                  <a:srgbClr val="333333"/>
                </a:solidFill>
                <a:latin typeface="Arial"/>
              </a:rPr>
              <a:t>VCS + Verdi</a:t>
            </a:r>
          </a:p>
        </p:txBody>
      </p:sp>
      <p:sp>
        <p:nvSpPr>
          <p:cNvPr id="13" name="TextBox 12"/>
          <p:cNvSpPr txBox="1"/>
          <p:nvPr/>
        </p:nvSpPr>
        <p:spPr>
          <a:xfrm>
            <a:off x="2450591" y="2359152"/>
            <a:ext cx="1517904" cy="731520"/>
          </a:xfrm>
          <a:prstGeom prst="rect">
            <a:avLst/>
          </a:prstGeom>
          <a:noFill/>
        </p:spPr>
        <p:txBody>
          <a:bodyPr wrap="square" lIns="18288" tIns="9144" rIns="18288" bIns="9144" anchor="t">
            <a:spAutoFit/>
          </a:bodyPr>
          <a:lstStyle/>
          <a:p>
            <a:pPr algn="l"/>
            <a:r>
              <a:rPr sz="1050" b="0" i="0">
                <a:solidFill>
                  <a:srgbClr val="707070"/>
                </a:solidFill>
                <a:latin typeface="Arial"/>
              </a:rPr>
              <a:t>Simulación,</a:t>
            </a:r>
          </a:p>
          <a:p>
            <a:pPr algn="l"/>
            <a:r>
              <a:rPr sz="1050" b="0" i="0">
                <a:solidFill>
                  <a:srgbClr val="707070"/>
                </a:solidFill>
                <a:latin typeface="Arial"/>
              </a:rPr>
              <a:t>waveforms, coverage</a:t>
            </a:r>
          </a:p>
        </p:txBody>
      </p:sp>
      <p:sp>
        <p:nvSpPr>
          <p:cNvPr id="14" name="Rounded Rectangle 13"/>
          <p:cNvSpPr/>
          <p:nvPr/>
        </p:nvSpPr>
        <p:spPr>
          <a:xfrm>
            <a:off x="4242816" y="1371600"/>
            <a:ext cx="1792224" cy="17373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379976" y="1481328"/>
            <a:ext cx="1517904" cy="320040"/>
          </a:xfrm>
          <a:prstGeom prst="rect">
            <a:avLst/>
          </a:prstGeom>
          <a:noFill/>
        </p:spPr>
        <p:txBody>
          <a:bodyPr wrap="square" lIns="18288" tIns="9144" rIns="18288" bIns="9144" anchor="t">
            <a:spAutoFit/>
          </a:bodyPr>
          <a:lstStyle/>
          <a:p>
            <a:pPr algn="l"/>
            <a:r>
              <a:rPr sz="1700" b="1" i="0">
                <a:solidFill>
                  <a:srgbClr val="621F8A"/>
                </a:solidFill>
                <a:latin typeface="Arial"/>
              </a:rPr>
              <a:t>03</a:t>
            </a:r>
          </a:p>
        </p:txBody>
      </p:sp>
      <p:sp>
        <p:nvSpPr>
          <p:cNvPr id="16" name="TextBox 15"/>
          <p:cNvSpPr txBox="1"/>
          <p:nvPr/>
        </p:nvSpPr>
        <p:spPr>
          <a:xfrm>
            <a:off x="4379976" y="1828800"/>
            <a:ext cx="1517904" cy="502920"/>
          </a:xfrm>
          <a:prstGeom prst="rect">
            <a:avLst/>
          </a:prstGeom>
          <a:noFill/>
        </p:spPr>
        <p:txBody>
          <a:bodyPr wrap="square" lIns="18288" tIns="9144" rIns="18288" bIns="9144" anchor="t">
            <a:spAutoFit/>
          </a:bodyPr>
          <a:lstStyle/>
          <a:p>
            <a:pPr algn="l"/>
            <a:r>
              <a:rPr sz="1250" b="1" i="0">
                <a:solidFill>
                  <a:srgbClr val="333333"/>
                </a:solidFill>
                <a:latin typeface="Arial"/>
              </a:rPr>
              <a:t>Design Compiler</a:t>
            </a:r>
          </a:p>
        </p:txBody>
      </p:sp>
      <p:sp>
        <p:nvSpPr>
          <p:cNvPr id="17" name="TextBox 16"/>
          <p:cNvSpPr txBox="1"/>
          <p:nvPr/>
        </p:nvSpPr>
        <p:spPr>
          <a:xfrm>
            <a:off x="4379976" y="2359152"/>
            <a:ext cx="1517904" cy="731520"/>
          </a:xfrm>
          <a:prstGeom prst="rect">
            <a:avLst/>
          </a:prstGeom>
          <a:noFill/>
        </p:spPr>
        <p:txBody>
          <a:bodyPr wrap="square" lIns="18288" tIns="9144" rIns="18288" bIns="9144" anchor="t">
            <a:spAutoFit/>
          </a:bodyPr>
          <a:lstStyle/>
          <a:p>
            <a:pPr algn="l"/>
            <a:r>
              <a:rPr sz="1050" b="0" i="0">
                <a:solidFill>
                  <a:srgbClr val="707070"/>
                </a:solidFill>
                <a:latin typeface="Arial"/>
              </a:rPr>
              <a:t>5 variantes de</a:t>
            </a:r>
          </a:p>
          <a:p>
            <a:pPr algn="l"/>
            <a:r>
              <a:rPr sz="1050" b="0" i="0">
                <a:solidFill>
                  <a:srgbClr val="707070"/>
                </a:solidFill>
                <a:latin typeface="Arial"/>
              </a:rPr>
              <a:t>compile_ultra</a:t>
            </a:r>
          </a:p>
        </p:txBody>
      </p:sp>
      <p:sp>
        <p:nvSpPr>
          <p:cNvPr id="18" name="Rounded Rectangle 17"/>
          <p:cNvSpPr/>
          <p:nvPr/>
        </p:nvSpPr>
        <p:spPr>
          <a:xfrm>
            <a:off x="6172200" y="1371600"/>
            <a:ext cx="1792224" cy="17373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309360" y="1481328"/>
            <a:ext cx="1517904" cy="320040"/>
          </a:xfrm>
          <a:prstGeom prst="rect">
            <a:avLst/>
          </a:prstGeom>
          <a:noFill/>
        </p:spPr>
        <p:txBody>
          <a:bodyPr wrap="square" lIns="18288" tIns="9144" rIns="18288" bIns="9144" anchor="t">
            <a:spAutoFit/>
          </a:bodyPr>
          <a:lstStyle/>
          <a:p>
            <a:pPr algn="l"/>
            <a:r>
              <a:rPr sz="1700" b="1" i="0">
                <a:solidFill>
                  <a:srgbClr val="621F8A"/>
                </a:solidFill>
                <a:latin typeface="Arial"/>
              </a:rPr>
              <a:t>04</a:t>
            </a:r>
          </a:p>
        </p:txBody>
      </p:sp>
      <p:sp>
        <p:nvSpPr>
          <p:cNvPr id="20" name="TextBox 19"/>
          <p:cNvSpPr txBox="1"/>
          <p:nvPr/>
        </p:nvSpPr>
        <p:spPr>
          <a:xfrm>
            <a:off x="6309360" y="1828800"/>
            <a:ext cx="1517904" cy="502920"/>
          </a:xfrm>
          <a:prstGeom prst="rect">
            <a:avLst/>
          </a:prstGeom>
          <a:noFill/>
        </p:spPr>
        <p:txBody>
          <a:bodyPr wrap="square" lIns="18288" tIns="9144" rIns="18288" bIns="9144" anchor="t">
            <a:spAutoFit/>
          </a:bodyPr>
          <a:lstStyle/>
          <a:p>
            <a:pPr algn="l"/>
            <a:r>
              <a:rPr sz="1250" b="1" i="0">
                <a:solidFill>
                  <a:srgbClr val="333333"/>
                </a:solidFill>
                <a:latin typeface="Arial"/>
              </a:rPr>
              <a:t>Formality + DFT</a:t>
            </a:r>
          </a:p>
        </p:txBody>
      </p:sp>
      <p:sp>
        <p:nvSpPr>
          <p:cNvPr id="21" name="TextBox 20"/>
          <p:cNvSpPr txBox="1"/>
          <p:nvPr/>
        </p:nvSpPr>
        <p:spPr>
          <a:xfrm>
            <a:off x="6309360" y="2359152"/>
            <a:ext cx="1517904" cy="731520"/>
          </a:xfrm>
          <a:prstGeom prst="rect">
            <a:avLst/>
          </a:prstGeom>
          <a:noFill/>
        </p:spPr>
        <p:txBody>
          <a:bodyPr wrap="square" lIns="18288" tIns="9144" rIns="18288" bIns="9144" anchor="t">
            <a:spAutoFit/>
          </a:bodyPr>
          <a:lstStyle/>
          <a:p>
            <a:pPr algn="l"/>
            <a:r>
              <a:rPr sz="1050" b="0" i="0">
                <a:solidFill>
                  <a:srgbClr val="707070"/>
                </a:solidFill>
                <a:latin typeface="Arial"/>
              </a:rPr>
              <a:t>Equivalencia formal</a:t>
            </a:r>
          </a:p>
          <a:p>
            <a:pPr algn="l"/>
            <a:r>
              <a:rPr sz="1050" b="0" i="0">
                <a:solidFill>
                  <a:srgbClr val="707070"/>
                </a:solidFill>
                <a:latin typeface="Arial"/>
              </a:rPr>
              <a:t>y scan chains</a:t>
            </a:r>
          </a:p>
        </p:txBody>
      </p:sp>
      <p:sp>
        <p:nvSpPr>
          <p:cNvPr id="22" name="Rounded Rectangle 21"/>
          <p:cNvSpPr/>
          <p:nvPr/>
        </p:nvSpPr>
        <p:spPr>
          <a:xfrm>
            <a:off x="8101583" y="1371600"/>
            <a:ext cx="1792224" cy="17373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238744" y="1481328"/>
            <a:ext cx="1517904" cy="320040"/>
          </a:xfrm>
          <a:prstGeom prst="rect">
            <a:avLst/>
          </a:prstGeom>
          <a:noFill/>
        </p:spPr>
        <p:txBody>
          <a:bodyPr wrap="square" lIns="18288" tIns="9144" rIns="18288" bIns="9144" anchor="t">
            <a:spAutoFit/>
          </a:bodyPr>
          <a:lstStyle/>
          <a:p>
            <a:pPr algn="l"/>
            <a:r>
              <a:rPr sz="1700" b="1" i="0">
                <a:solidFill>
                  <a:srgbClr val="621F8A"/>
                </a:solidFill>
                <a:latin typeface="Arial"/>
              </a:rPr>
              <a:t>05</a:t>
            </a:r>
          </a:p>
        </p:txBody>
      </p:sp>
      <p:sp>
        <p:nvSpPr>
          <p:cNvPr id="24" name="TextBox 23"/>
          <p:cNvSpPr txBox="1"/>
          <p:nvPr/>
        </p:nvSpPr>
        <p:spPr>
          <a:xfrm>
            <a:off x="8238744" y="1828800"/>
            <a:ext cx="1517904" cy="502920"/>
          </a:xfrm>
          <a:prstGeom prst="rect">
            <a:avLst/>
          </a:prstGeom>
          <a:noFill/>
        </p:spPr>
        <p:txBody>
          <a:bodyPr wrap="square" lIns="18288" tIns="9144" rIns="18288" bIns="9144" anchor="t">
            <a:spAutoFit/>
          </a:bodyPr>
          <a:lstStyle/>
          <a:p>
            <a:pPr algn="l"/>
            <a:r>
              <a:rPr sz="1250" b="1" i="0">
                <a:solidFill>
                  <a:srgbClr val="333333"/>
                </a:solidFill>
                <a:latin typeface="Arial"/>
              </a:rPr>
              <a:t>IC Compiler II</a:t>
            </a:r>
          </a:p>
        </p:txBody>
      </p:sp>
      <p:sp>
        <p:nvSpPr>
          <p:cNvPr id="25" name="TextBox 24"/>
          <p:cNvSpPr txBox="1"/>
          <p:nvPr/>
        </p:nvSpPr>
        <p:spPr>
          <a:xfrm>
            <a:off x="8238744" y="2359152"/>
            <a:ext cx="1517904" cy="731520"/>
          </a:xfrm>
          <a:prstGeom prst="rect">
            <a:avLst/>
          </a:prstGeom>
          <a:noFill/>
        </p:spPr>
        <p:txBody>
          <a:bodyPr wrap="square" lIns="18288" tIns="9144" rIns="18288" bIns="9144" anchor="t">
            <a:spAutoFit/>
          </a:bodyPr>
          <a:lstStyle/>
          <a:p>
            <a:pPr algn="l"/>
            <a:r>
              <a:rPr sz="1050" b="0" i="0">
                <a:solidFill>
                  <a:srgbClr val="707070"/>
                </a:solidFill>
                <a:latin typeface="Arial"/>
              </a:rPr>
              <a:t>Floorplan, place,</a:t>
            </a:r>
          </a:p>
          <a:p>
            <a:pPr algn="l"/>
            <a:r>
              <a:rPr sz="1050" b="0" i="0">
                <a:solidFill>
                  <a:srgbClr val="707070"/>
                </a:solidFill>
                <a:latin typeface="Arial"/>
              </a:rPr>
              <a:t>CTS, route</a:t>
            </a:r>
          </a:p>
        </p:txBody>
      </p:sp>
      <p:sp>
        <p:nvSpPr>
          <p:cNvPr id="26" name="Rounded Rectangle 25"/>
          <p:cNvSpPr/>
          <p:nvPr/>
        </p:nvSpPr>
        <p:spPr>
          <a:xfrm>
            <a:off x="10030967" y="1371600"/>
            <a:ext cx="1792224" cy="17373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0168128" y="1481328"/>
            <a:ext cx="1517904" cy="320040"/>
          </a:xfrm>
          <a:prstGeom prst="rect">
            <a:avLst/>
          </a:prstGeom>
          <a:noFill/>
        </p:spPr>
        <p:txBody>
          <a:bodyPr wrap="square" lIns="18288" tIns="9144" rIns="18288" bIns="9144" anchor="t">
            <a:spAutoFit/>
          </a:bodyPr>
          <a:lstStyle/>
          <a:p>
            <a:pPr algn="l"/>
            <a:r>
              <a:rPr sz="1700" b="1" i="0">
                <a:solidFill>
                  <a:srgbClr val="621F8A"/>
                </a:solidFill>
                <a:latin typeface="Arial"/>
              </a:rPr>
              <a:t>06</a:t>
            </a:r>
          </a:p>
        </p:txBody>
      </p:sp>
      <p:sp>
        <p:nvSpPr>
          <p:cNvPr id="28" name="TextBox 27"/>
          <p:cNvSpPr txBox="1"/>
          <p:nvPr/>
        </p:nvSpPr>
        <p:spPr>
          <a:xfrm>
            <a:off x="10168128" y="1828800"/>
            <a:ext cx="1517904" cy="502920"/>
          </a:xfrm>
          <a:prstGeom prst="rect">
            <a:avLst/>
          </a:prstGeom>
          <a:noFill/>
        </p:spPr>
        <p:txBody>
          <a:bodyPr wrap="square" lIns="18288" tIns="9144" rIns="18288" bIns="9144" anchor="t">
            <a:spAutoFit/>
          </a:bodyPr>
          <a:lstStyle/>
          <a:p>
            <a:pPr algn="l"/>
            <a:r>
              <a:rPr sz="1250" b="1" i="0">
                <a:solidFill>
                  <a:srgbClr val="333333"/>
                </a:solidFill>
                <a:latin typeface="Arial"/>
              </a:rPr>
              <a:t>StarRC + PrimeTime</a:t>
            </a:r>
          </a:p>
        </p:txBody>
      </p:sp>
      <p:sp>
        <p:nvSpPr>
          <p:cNvPr id="29" name="TextBox 28"/>
          <p:cNvSpPr txBox="1"/>
          <p:nvPr/>
        </p:nvSpPr>
        <p:spPr>
          <a:xfrm>
            <a:off x="10168128" y="2359152"/>
            <a:ext cx="1517904" cy="731520"/>
          </a:xfrm>
          <a:prstGeom prst="rect">
            <a:avLst/>
          </a:prstGeom>
          <a:noFill/>
        </p:spPr>
        <p:txBody>
          <a:bodyPr wrap="square" lIns="18288" tIns="9144" rIns="18288" bIns="9144" anchor="t">
            <a:spAutoFit/>
          </a:bodyPr>
          <a:lstStyle/>
          <a:p>
            <a:pPr algn="l"/>
            <a:r>
              <a:rPr sz="1050" b="0" i="0">
                <a:solidFill>
                  <a:srgbClr val="707070"/>
                </a:solidFill>
                <a:latin typeface="Arial"/>
              </a:rPr>
              <a:t>Extracción RC</a:t>
            </a:r>
          </a:p>
          <a:p>
            <a:pPr algn="l"/>
            <a:r>
              <a:rPr sz="1050" b="0" i="0">
                <a:solidFill>
                  <a:srgbClr val="707070"/>
                </a:solidFill>
                <a:latin typeface="Arial"/>
              </a:rPr>
              <a:t>y STA con SPEF</a:t>
            </a:r>
          </a:p>
        </p:txBody>
      </p:sp>
      <p:sp>
        <p:nvSpPr>
          <p:cNvPr id="30" name="TextBox 29"/>
          <p:cNvSpPr txBox="1"/>
          <p:nvPr/>
        </p:nvSpPr>
        <p:spPr>
          <a:xfrm>
            <a:off x="384048" y="3429000"/>
            <a:ext cx="5532120" cy="274320"/>
          </a:xfrm>
          <a:prstGeom prst="rect">
            <a:avLst/>
          </a:prstGeom>
          <a:noFill/>
        </p:spPr>
        <p:txBody>
          <a:bodyPr wrap="square" lIns="18288" tIns="9144" rIns="18288" bIns="9144" anchor="t">
            <a:spAutoFit/>
          </a:bodyPr>
          <a:lstStyle/>
          <a:p>
            <a:pPr algn="l"/>
            <a:r>
              <a:rPr sz="1500" b="1" i="0">
                <a:solidFill>
                  <a:srgbClr val="621F8A"/>
                </a:solidFill>
                <a:latin typeface="Arial"/>
              </a:rPr>
              <a:t>Tecnología y herramientas</a:t>
            </a:r>
          </a:p>
        </p:txBody>
      </p:sp>
      <p:sp>
        <p:nvSpPr>
          <p:cNvPr id="31" name="TextBox 30"/>
          <p:cNvSpPr txBox="1"/>
          <p:nvPr/>
        </p:nvSpPr>
        <p:spPr>
          <a:xfrm>
            <a:off x="384048" y="3794760"/>
            <a:ext cx="5532120" cy="1018740"/>
          </a:xfrm>
          <a:prstGeom prst="rect">
            <a:avLst/>
          </a:prstGeom>
          <a:noFill/>
        </p:spPr>
        <p:txBody>
          <a:bodyPr wrap="square" lIns="18288" tIns="9144" rIns="18288" bIns="9144" anchor="t">
            <a:spAutoFit/>
          </a:bodyPr>
          <a:lstStyle/>
          <a:p>
            <a:pPr algn="l"/>
            <a:r>
              <a:rPr sz="1300" b="0" i="0" dirty="0">
                <a:solidFill>
                  <a:srgbClr val="333333"/>
                </a:solidFill>
                <a:latin typeface="Arial"/>
              </a:rPr>
              <a:t>•  PDK: </a:t>
            </a:r>
            <a:r>
              <a:rPr sz="1300" b="0" i="0" dirty="0" err="1">
                <a:solidFill>
                  <a:srgbClr val="333333"/>
                </a:solidFill>
                <a:latin typeface="Arial"/>
              </a:rPr>
              <a:t>SkyWater</a:t>
            </a:r>
            <a:r>
              <a:rPr sz="1300" b="0" i="0" dirty="0">
                <a:solidFill>
                  <a:srgbClr val="333333"/>
                </a:solidFill>
                <a:latin typeface="Arial"/>
              </a:rPr>
              <a:t> Sky130 HD (sky130_fd_sc_hd)</a:t>
            </a:r>
          </a:p>
          <a:p>
            <a:pPr algn="l"/>
            <a:r>
              <a:rPr sz="1300" b="0" i="0" dirty="0">
                <a:solidFill>
                  <a:srgbClr val="333333"/>
                </a:solidFill>
                <a:latin typeface="Arial"/>
              </a:rPr>
              <a:t>•  Corners: ff_100C_1v95 y ss_100C_1v40</a:t>
            </a:r>
          </a:p>
          <a:p>
            <a:pPr algn="l"/>
            <a:r>
              <a:rPr sz="1300" b="0" i="0" dirty="0">
                <a:solidFill>
                  <a:srgbClr val="333333"/>
                </a:solidFill>
                <a:latin typeface="Arial"/>
              </a:rPr>
              <a:t>•  Design Compiler / Formality / ICC2 / </a:t>
            </a:r>
            <a:r>
              <a:rPr sz="1300" b="0" i="0" dirty="0" err="1">
                <a:solidFill>
                  <a:srgbClr val="333333"/>
                </a:solidFill>
                <a:latin typeface="Arial"/>
              </a:rPr>
              <a:t>StarRC</a:t>
            </a:r>
            <a:r>
              <a:rPr sz="1300" b="0" i="0" dirty="0">
                <a:solidFill>
                  <a:srgbClr val="333333"/>
                </a:solidFill>
                <a:latin typeface="Arial"/>
              </a:rPr>
              <a:t> / </a:t>
            </a:r>
            <a:r>
              <a:rPr sz="1300" b="0" i="0" dirty="0" err="1">
                <a:solidFill>
                  <a:srgbClr val="333333"/>
                </a:solidFill>
                <a:latin typeface="Arial"/>
              </a:rPr>
              <a:t>PrimeTime</a:t>
            </a:r>
            <a:r>
              <a:rPr sz="1300" b="0" i="0" dirty="0">
                <a:solidFill>
                  <a:srgbClr val="333333"/>
                </a:solidFill>
                <a:latin typeface="Arial"/>
              </a:rPr>
              <a:t>  </a:t>
            </a:r>
            <a:endParaRPr lang="es-MX" sz="1300" b="0" i="0" dirty="0">
              <a:solidFill>
                <a:srgbClr val="333333"/>
              </a:solidFill>
              <a:latin typeface="Arial"/>
            </a:endParaRPr>
          </a:p>
          <a:p>
            <a:pPr algn="l"/>
            <a:r>
              <a:rPr sz="1300" b="0" i="0" dirty="0">
                <a:solidFill>
                  <a:srgbClr val="333333"/>
                </a:solidFill>
                <a:latin typeface="Arial"/>
              </a:rPr>
              <a:t>•  VCS + Verdi con coverage </a:t>
            </a:r>
            <a:r>
              <a:rPr sz="1300" b="0" i="0" dirty="0" err="1">
                <a:solidFill>
                  <a:srgbClr val="333333"/>
                </a:solidFill>
                <a:latin typeface="Arial"/>
              </a:rPr>
              <a:t>line+cond+fsm+tgl+branch</a:t>
            </a:r>
            <a:endParaRPr sz="1300" b="0" i="0" dirty="0">
              <a:solidFill>
                <a:srgbClr val="333333"/>
              </a:solidFill>
              <a:latin typeface="Arial"/>
            </a:endParaRPr>
          </a:p>
          <a:p>
            <a:pPr algn="l"/>
            <a:r>
              <a:rPr sz="1300" b="0" i="0" dirty="0">
                <a:solidFill>
                  <a:srgbClr val="333333"/>
                </a:solidFill>
                <a:latin typeface="Arial"/>
              </a:rPr>
              <a:t>•  </a:t>
            </a:r>
            <a:r>
              <a:rPr sz="1300" b="0" i="0" dirty="0" err="1">
                <a:solidFill>
                  <a:srgbClr val="333333"/>
                </a:solidFill>
                <a:latin typeface="Arial"/>
              </a:rPr>
              <a:t>Periodo</a:t>
            </a:r>
            <a:r>
              <a:rPr sz="1300" b="0" i="0" dirty="0">
                <a:solidFill>
                  <a:srgbClr val="333333"/>
                </a:solidFill>
                <a:latin typeface="Arial"/>
              </a:rPr>
              <a:t> </a:t>
            </a:r>
            <a:r>
              <a:rPr sz="1300" b="0" i="0" dirty="0" err="1">
                <a:solidFill>
                  <a:srgbClr val="333333"/>
                </a:solidFill>
                <a:latin typeface="Arial"/>
              </a:rPr>
              <a:t>objetivo</a:t>
            </a:r>
            <a:r>
              <a:rPr sz="1300" b="0" i="0" dirty="0">
                <a:solidFill>
                  <a:srgbClr val="333333"/>
                </a:solidFill>
                <a:latin typeface="Arial"/>
              </a:rPr>
              <a:t> base: 20 ns (50 MHz)</a:t>
            </a:r>
          </a:p>
        </p:txBody>
      </p:sp>
      <p:sp>
        <p:nvSpPr>
          <p:cNvPr id="32" name="Rounded Rectangle 31"/>
          <p:cNvSpPr/>
          <p:nvPr/>
        </p:nvSpPr>
        <p:spPr>
          <a:xfrm>
            <a:off x="6281928" y="3429000"/>
            <a:ext cx="5532120" cy="2331720"/>
          </a:xfrm>
          <a:prstGeom prst="roundRect">
            <a:avLst>
              <a:gd name="adj" fmla="val 5000"/>
            </a:avLst>
          </a:prstGeom>
          <a:solidFill>
            <a:srgbClr val="F3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556248" y="3639312"/>
            <a:ext cx="5029200" cy="274320"/>
          </a:xfrm>
          <a:prstGeom prst="rect">
            <a:avLst/>
          </a:prstGeom>
          <a:noFill/>
        </p:spPr>
        <p:txBody>
          <a:bodyPr wrap="square" lIns="18288" tIns="9144" rIns="18288" bIns="9144" anchor="t">
            <a:spAutoFit/>
          </a:bodyPr>
          <a:lstStyle/>
          <a:p>
            <a:pPr algn="l"/>
            <a:r>
              <a:rPr sz="1500" b="1" i="0">
                <a:solidFill>
                  <a:srgbClr val="621F8A"/>
                </a:solidFill>
                <a:latin typeface="Arial"/>
              </a:rPr>
              <a:t>Por qué el flujo se corrió dos veces</a:t>
            </a:r>
          </a:p>
        </p:txBody>
      </p:sp>
      <p:sp>
        <p:nvSpPr>
          <p:cNvPr id="34" name="TextBox 33"/>
          <p:cNvSpPr txBox="1"/>
          <p:nvPr/>
        </p:nvSpPr>
        <p:spPr>
          <a:xfrm>
            <a:off x="6556248" y="4023360"/>
            <a:ext cx="4983480" cy="1126462"/>
          </a:xfrm>
          <a:prstGeom prst="rect">
            <a:avLst/>
          </a:prstGeom>
          <a:noFill/>
        </p:spPr>
        <p:txBody>
          <a:bodyPr wrap="square" lIns="18288" tIns="9144" rIns="18288" bIns="9144" anchor="t">
            <a:spAutoFit/>
          </a:bodyPr>
          <a:lstStyle/>
          <a:p>
            <a:pPr algn="l"/>
            <a:r>
              <a:rPr sz="1200" b="0" i="0" dirty="0">
                <a:solidFill>
                  <a:srgbClr val="333333"/>
                </a:solidFill>
                <a:latin typeface="Arial"/>
              </a:rPr>
              <a:t>La </a:t>
            </a:r>
            <a:r>
              <a:rPr sz="1200" b="0" i="0" dirty="0" err="1">
                <a:solidFill>
                  <a:srgbClr val="333333"/>
                </a:solidFill>
                <a:latin typeface="Arial"/>
              </a:rPr>
              <a:t>primera</a:t>
            </a:r>
            <a:r>
              <a:rPr sz="1200" b="0" i="0" dirty="0">
                <a:solidFill>
                  <a:srgbClr val="333333"/>
                </a:solidFill>
                <a:latin typeface="Arial"/>
              </a:rPr>
              <a:t> </a:t>
            </a:r>
            <a:r>
              <a:rPr sz="1200" b="0" i="0" dirty="0" err="1">
                <a:solidFill>
                  <a:srgbClr val="333333"/>
                </a:solidFill>
                <a:latin typeface="Arial"/>
              </a:rPr>
              <a:t>pasada</a:t>
            </a:r>
            <a:r>
              <a:rPr sz="1200" b="0" i="0" dirty="0">
                <a:solidFill>
                  <a:srgbClr val="333333"/>
                </a:solidFill>
                <a:latin typeface="Arial"/>
              </a:rPr>
              <a:t> </a:t>
            </a:r>
            <a:r>
              <a:rPr sz="1200" b="0" i="0" dirty="0" err="1">
                <a:solidFill>
                  <a:srgbClr val="333333"/>
                </a:solidFill>
                <a:latin typeface="Arial"/>
              </a:rPr>
              <a:t>cerró</a:t>
            </a:r>
            <a:r>
              <a:rPr sz="1200" b="0" i="0" dirty="0">
                <a:solidFill>
                  <a:srgbClr val="333333"/>
                </a:solidFill>
                <a:latin typeface="Arial"/>
              </a:rPr>
              <a:t>, </a:t>
            </a:r>
            <a:r>
              <a:rPr sz="1200" b="0" i="0" dirty="0" err="1">
                <a:solidFill>
                  <a:srgbClr val="333333"/>
                </a:solidFill>
                <a:latin typeface="Arial"/>
              </a:rPr>
              <a:t>pero</a:t>
            </a:r>
            <a:r>
              <a:rPr sz="1200" b="0" i="0" dirty="0">
                <a:solidFill>
                  <a:srgbClr val="333333"/>
                </a:solidFill>
                <a:latin typeface="Arial"/>
              </a:rPr>
              <a:t> </a:t>
            </a:r>
            <a:r>
              <a:rPr sz="1200" b="0" i="0" dirty="0" err="1">
                <a:solidFill>
                  <a:srgbClr val="333333"/>
                </a:solidFill>
                <a:latin typeface="Arial"/>
              </a:rPr>
              <a:t>arrastraba</a:t>
            </a:r>
            <a:r>
              <a:rPr sz="1200" b="0" i="0" dirty="0">
                <a:solidFill>
                  <a:srgbClr val="333333"/>
                </a:solidFill>
                <a:latin typeface="Arial"/>
              </a:rPr>
              <a:t> </a:t>
            </a:r>
            <a:r>
              <a:rPr sz="1200" b="0" i="0" dirty="0" err="1">
                <a:solidFill>
                  <a:srgbClr val="333333"/>
                </a:solidFill>
                <a:latin typeface="Arial"/>
              </a:rPr>
              <a:t>errores</a:t>
            </a:r>
            <a:r>
              <a:rPr sz="1200" b="0" i="0" dirty="0">
                <a:solidFill>
                  <a:srgbClr val="333333"/>
                </a:solidFill>
                <a:latin typeface="Arial"/>
              </a:rPr>
              <a:t> del PDK original, entre </a:t>
            </a:r>
            <a:r>
              <a:rPr sz="1200" b="0" i="0" dirty="0" err="1">
                <a:solidFill>
                  <a:srgbClr val="333333"/>
                </a:solidFill>
                <a:latin typeface="Arial"/>
              </a:rPr>
              <a:t>ellos</a:t>
            </a:r>
            <a:r>
              <a:rPr lang="es-MX" sz="1200" dirty="0">
                <a:solidFill>
                  <a:srgbClr val="333333"/>
                </a:solidFill>
              </a:rPr>
              <a:t> VSS y VDD aparecían sin conexión </a:t>
            </a:r>
            <a:endParaRPr sz="1200" b="0" i="0" dirty="0">
              <a:solidFill>
                <a:srgbClr val="333333"/>
              </a:solidFill>
              <a:latin typeface="Arial"/>
            </a:endParaRPr>
          </a:p>
          <a:p>
            <a:pPr algn="l"/>
            <a:r>
              <a:rPr sz="1200" b="0" i="0" dirty="0" err="1">
                <a:solidFill>
                  <a:srgbClr val="333333"/>
                </a:solidFill>
                <a:latin typeface="Arial"/>
              </a:rPr>
              <a:t>Migré</a:t>
            </a:r>
            <a:r>
              <a:rPr sz="1200" b="0" i="0" dirty="0">
                <a:solidFill>
                  <a:srgbClr val="333333"/>
                </a:solidFill>
                <a:latin typeface="Arial"/>
              </a:rPr>
              <a:t> </a:t>
            </a:r>
            <a:r>
              <a:rPr sz="1200" b="0" i="0" dirty="0" err="1">
                <a:solidFill>
                  <a:srgbClr val="333333"/>
                </a:solidFill>
                <a:latin typeface="Arial"/>
              </a:rPr>
              <a:t>todo</a:t>
            </a:r>
            <a:r>
              <a:rPr sz="1200" b="0" i="0" dirty="0">
                <a:solidFill>
                  <a:srgbClr val="333333"/>
                </a:solidFill>
                <a:latin typeface="Arial"/>
              </a:rPr>
              <a:t> a </a:t>
            </a:r>
            <a:r>
              <a:rPr sz="1200" b="0" i="0" dirty="0" err="1">
                <a:solidFill>
                  <a:srgbClr val="333333"/>
                </a:solidFill>
                <a:latin typeface="Arial"/>
              </a:rPr>
              <a:t>una</a:t>
            </a:r>
            <a:r>
              <a:rPr sz="1200" b="0" i="0" dirty="0">
                <a:solidFill>
                  <a:srgbClr val="333333"/>
                </a:solidFill>
                <a:latin typeface="Arial"/>
              </a:rPr>
              <a:t> </a:t>
            </a:r>
            <a:r>
              <a:rPr sz="1200" b="0" i="0" dirty="0" err="1">
                <a:solidFill>
                  <a:srgbClr val="333333"/>
                </a:solidFill>
                <a:latin typeface="Arial"/>
              </a:rPr>
              <a:t>versión</a:t>
            </a:r>
            <a:r>
              <a:rPr sz="1200" b="0" i="0" dirty="0">
                <a:solidFill>
                  <a:srgbClr val="333333"/>
                </a:solidFill>
                <a:latin typeface="Arial"/>
              </a:rPr>
              <a:t> </a:t>
            </a:r>
            <a:r>
              <a:rPr sz="1200" b="0" i="0" dirty="0" err="1">
                <a:solidFill>
                  <a:srgbClr val="333333"/>
                </a:solidFill>
                <a:latin typeface="Arial"/>
              </a:rPr>
              <a:t>actualizada</a:t>
            </a:r>
            <a:r>
              <a:rPr sz="1200" b="0" i="0" dirty="0">
                <a:solidFill>
                  <a:srgbClr val="333333"/>
                </a:solidFill>
                <a:latin typeface="Arial"/>
              </a:rPr>
              <a:t> del PDK Sky130 y </a:t>
            </a:r>
            <a:r>
              <a:rPr sz="1200" b="0" i="0" dirty="0" err="1">
                <a:solidFill>
                  <a:srgbClr val="333333"/>
                </a:solidFill>
                <a:latin typeface="Arial"/>
              </a:rPr>
              <a:t>volví</a:t>
            </a:r>
            <a:r>
              <a:rPr sz="1200" b="0" i="0" dirty="0">
                <a:solidFill>
                  <a:srgbClr val="333333"/>
                </a:solidFill>
                <a:latin typeface="Arial"/>
              </a:rPr>
              <a:t> a </a:t>
            </a:r>
            <a:r>
              <a:rPr sz="1200" b="0" i="0" dirty="0" err="1">
                <a:solidFill>
                  <a:srgbClr val="333333"/>
                </a:solidFill>
                <a:latin typeface="Arial"/>
              </a:rPr>
              <a:t>correr</a:t>
            </a:r>
            <a:r>
              <a:rPr sz="1200" b="0" i="0" dirty="0">
                <a:solidFill>
                  <a:srgbClr val="333333"/>
                </a:solidFill>
                <a:latin typeface="Arial"/>
              </a:rPr>
              <a:t> el </a:t>
            </a:r>
            <a:r>
              <a:rPr sz="1200" b="0" i="0" dirty="0" err="1">
                <a:solidFill>
                  <a:srgbClr val="333333"/>
                </a:solidFill>
                <a:latin typeface="Arial"/>
              </a:rPr>
              <a:t>flujo</a:t>
            </a:r>
            <a:r>
              <a:rPr sz="1200" b="0" i="0" dirty="0">
                <a:solidFill>
                  <a:srgbClr val="333333"/>
                </a:solidFill>
                <a:latin typeface="Arial"/>
              </a:rPr>
              <a:t> con el </a:t>
            </a:r>
            <a:r>
              <a:rPr sz="1200" b="0" i="0" dirty="0" err="1">
                <a:solidFill>
                  <a:srgbClr val="333333"/>
                </a:solidFill>
                <a:latin typeface="Arial"/>
              </a:rPr>
              <a:t>mismo</a:t>
            </a:r>
            <a:r>
              <a:rPr sz="1200" b="0" i="0" dirty="0">
                <a:solidFill>
                  <a:srgbClr val="333333"/>
                </a:solidFill>
                <a:latin typeface="Arial"/>
              </a:rPr>
              <a:t> RTL. </a:t>
            </a:r>
            <a:endParaRPr lang="es-MX" sz="1200" b="0" i="0" dirty="0">
              <a:solidFill>
                <a:srgbClr val="333333"/>
              </a:solidFill>
              <a:latin typeface="Arial"/>
            </a:endParaRPr>
          </a:p>
          <a:p>
            <a:pPr algn="l"/>
            <a:r>
              <a:rPr sz="1200" b="0" i="0" dirty="0">
                <a:solidFill>
                  <a:srgbClr val="333333"/>
                </a:solidFill>
                <a:latin typeface="Arial"/>
              </a:rPr>
              <a:t>Los </a:t>
            </a:r>
            <a:r>
              <a:rPr sz="1200" b="0" i="0" dirty="0" err="1">
                <a:solidFill>
                  <a:srgbClr val="333333"/>
                </a:solidFill>
                <a:latin typeface="Arial"/>
              </a:rPr>
              <a:t>resultados</a:t>
            </a:r>
            <a:r>
              <a:rPr sz="1200" b="0" i="0" dirty="0">
                <a:solidFill>
                  <a:srgbClr val="333333"/>
                </a:solidFill>
                <a:latin typeface="Arial"/>
              </a:rPr>
              <a:t> de ambas </a:t>
            </a:r>
            <a:r>
              <a:rPr sz="1200" b="0" i="0" dirty="0" err="1">
                <a:solidFill>
                  <a:srgbClr val="333333"/>
                </a:solidFill>
                <a:latin typeface="Arial"/>
              </a:rPr>
              <a:t>pasadas</a:t>
            </a:r>
            <a:r>
              <a:rPr sz="1200" b="0" i="0" dirty="0">
                <a:solidFill>
                  <a:srgbClr val="333333"/>
                </a:solidFill>
                <a:latin typeface="Arial"/>
              </a:rPr>
              <a:t> se </a:t>
            </a:r>
            <a:r>
              <a:rPr sz="1200" b="0" i="0" dirty="0" err="1">
                <a:solidFill>
                  <a:srgbClr val="333333"/>
                </a:solidFill>
                <a:latin typeface="Arial"/>
              </a:rPr>
              <a:t>comparan</a:t>
            </a:r>
            <a:r>
              <a:rPr sz="1200" b="0" i="0" dirty="0">
                <a:solidFill>
                  <a:srgbClr val="333333"/>
                </a:solidFill>
                <a:latin typeface="Arial"/>
              </a:rPr>
              <a:t> al final de la </a:t>
            </a:r>
            <a:r>
              <a:rPr sz="1200" b="0" i="0" dirty="0" err="1">
                <a:solidFill>
                  <a:srgbClr val="333333"/>
                </a:solidFill>
                <a:latin typeface="Arial"/>
              </a:rPr>
              <a:t>presentación</a:t>
            </a:r>
            <a:r>
              <a:rPr sz="1200" b="0" i="0" dirty="0">
                <a:solidFill>
                  <a:srgbClr val="333333"/>
                </a:solidFill>
                <a:latin typeface="Aria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Verification</a:t>
            </a:r>
          </a:p>
        </p:txBody>
      </p:sp>
      <p:sp>
        <p:nvSpPr>
          <p:cNvPr id="3" name="Text Placeholder 2"/>
          <p:cNvSpPr>
            <a:spLocks noGrp="1"/>
          </p:cNvSpPr>
          <p:nvPr>
            <p:ph type="body" idx="1"/>
          </p:nvPr>
        </p:nvSpPr>
        <p:spPr/>
        <p:txBody>
          <a:bodyPr/>
          <a:lstStyle/>
          <a:p>
            <a:r>
              <a:rPr dirty="0"/>
              <a:t>VCS · Verdi · Coverage — la </a:t>
            </a:r>
            <a:r>
              <a:rPr dirty="0" err="1"/>
              <a:t>parte</a:t>
            </a:r>
            <a:r>
              <a:rPr dirty="0"/>
              <a:t> </a:t>
            </a:r>
            <a:r>
              <a:rPr lang="es-MX" dirty="0"/>
              <a:t>que mas me gusto</a:t>
            </a:r>
            <a:endParaRPr dirty="0"/>
          </a:p>
        </p:txBody>
      </p:sp>
      <p:sp>
        <p:nvSpPr>
          <p:cNvPr id="4" name="TextBox 3"/>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Metodología de verificación</a:t>
            </a:r>
          </a:p>
        </p:txBody>
      </p:sp>
      <p:sp>
        <p:nvSpPr>
          <p:cNvPr id="3" name="Text Placeholder 2"/>
          <p:cNvSpPr>
            <a:spLocks noGrp="1"/>
          </p:cNvSpPr>
          <p:nvPr>
            <p:ph type="body" idx="1"/>
          </p:nvPr>
        </p:nvSpPr>
        <p:spPr/>
        <p:txBody>
          <a:bodyPr/>
          <a:lstStyle/>
          <a:p>
            <a:r>
              <a:t>Un testbench por módulo antes de integrar, y luego el sistema completo con programas reales</a:t>
            </a:r>
          </a:p>
        </p:txBody>
      </p:sp>
      <p:sp>
        <p:nvSpPr>
          <p:cNvPr id="4" name="Text Placeholder 3"/>
          <p:cNvSpPr>
            <a:spLocks noGrp="1"/>
          </p:cNvSpPr>
          <p:nvPr>
            <p:ph type="body" idx="2"/>
          </p:nvPr>
        </p:nvSpPr>
        <p:spPr>
          <a:xfrm>
            <a:off x="384048" y="1216152"/>
            <a:ext cx="5760720" cy="4846320"/>
          </a:xfrm>
        </p:spPr>
        <p:txBody>
          <a:bodyPr wrap="square"/>
          <a:lstStyle/>
          <a:p>
            <a:r>
              <a:rPr sz="1350" b="1" dirty="0" err="1"/>
              <a:t>Estrategia</a:t>
            </a:r>
            <a:r>
              <a:rPr sz="1350" b="1" dirty="0"/>
              <a:t> </a:t>
            </a:r>
            <a:endParaRPr lang="es-MX" sz="1350" b="1" dirty="0"/>
          </a:p>
          <a:p>
            <a:pPr lvl="1"/>
            <a:r>
              <a:rPr sz="1100" b="0" dirty="0"/>
              <a:t>Cada </a:t>
            </a:r>
            <a:r>
              <a:rPr sz="1100" b="0" dirty="0" err="1"/>
              <a:t>módulo</a:t>
            </a:r>
            <a:r>
              <a:rPr sz="1100" b="0" dirty="0"/>
              <a:t> (alu, </a:t>
            </a:r>
            <a:r>
              <a:rPr sz="1100" b="0" dirty="0" err="1"/>
              <a:t>regfile</a:t>
            </a:r>
            <a:r>
              <a:rPr sz="1100" b="0" dirty="0"/>
              <a:t>, </a:t>
            </a:r>
            <a:r>
              <a:rPr sz="1100" b="0" dirty="0" err="1"/>
              <a:t>data_memory</a:t>
            </a:r>
            <a:r>
              <a:rPr sz="1100" b="0" dirty="0"/>
              <a:t>, </a:t>
            </a:r>
            <a:r>
              <a:rPr sz="1100" b="0" dirty="0" err="1"/>
              <a:t>uart</a:t>
            </a:r>
            <a:r>
              <a:rPr sz="1100" b="0" dirty="0"/>
              <a:t>, </a:t>
            </a:r>
            <a:r>
              <a:rPr sz="1100" b="0" dirty="0" err="1"/>
              <a:t>pwm</a:t>
            </a:r>
            <a:r>
              <a:rPr sz="1100" b="0" dirty="0"/>
              <a:t>) se </a:t>
            </a:r>
            <a:r>
              <a:rPr sz="1100" b="0" dirty="0" err="1"/>
              <a:t>compila</a:t>
            </a:r>
            <a:r>
              <a:rPr sz="1100" b="0" dirty="0"/>
              <a:t> y </a:t>
            </a:r>
            <a:r>
              <a:rPr sz="1100" b="0" dirty="0" err="1"/>
              <a:t>simula</a:t>
            </a:r>
            <a:r>
              <a:rPr sz="1100" b="0" dirty="0"/>
              <a:t> </a:t>
            </a:r>
            <a:r>
              <a:rPr sz="1100" b="0" dirty="0" err="1"/>
              <a:t>por</a:t>
            </a:r>
            <a:r>
              <a:rPr sz="1100" b="0" dirty="0"/>
              <a:t> </a:t>
            </a:r>
            <a:r>
              <a:rPr sz="1100" b="0" dirty="0" err="1"/>
              <a:t>separado</a:t>
            </a:r>
            <a:r>
              <a:rPr sz="1100" b="0" dirty="0"/>
              <a:t>, con </a:t>
            </a:r>
            <a:r>
              <a:rPr sz="1100" b="0" dirty="0" err="1"/>
              <a:t>su</a:t>
            </a:r>
            <a:r>
              <a:rPr sz="1100" b="0" dirty="0"/>
              <a:t> </a:t>
            </a:r>
            <a:r>
              <a:rPr sz="1100" b="0" dirty="0" err="1"/>
              <a:t>propio</a:t>
            </a:r>
            <a:r>
              <a:rPr sz="1100" b="0" dirty="0"/>
              <a:t> </a:t>
            </a:r>
            <a:r>
              <a:rPr sz="1100" b="0" dirty="0" err="1"/>
              <a:t>simv</a:t>
            </a:r>
            <a:r>
              <a:rPr sz="1100" b="0" dirty="0"/>
              <a:t> y </a:t>
            </a:r>
            <a:r>
              <a:rPr sz="1100" b="0" dirty="0" err="1"/>
              <a:t>su</a:t>
            </a:r>
            <a:r>
              <a:rPr sz="1100" b="0" dirty="0"/>
              <a:t> </a:t>
            </a:r>
            <a:r>
              <a:rPr sz="1100" b="0" dirty="0" err="1"/>
              <a:t>propio</a:t>
            </a:r>
            <a:r>
              <a:rPr sz="1100" b="0" dirty="0"/>
              <a:t> .</a:t>
            </a:r>
            <a:r>
              <a:rPr sz="1100" b="0" dirty="0" err="1"/>
              <a:t>vdb</a:t>
            </a:r>
            <a:r>
              <a:rPr sz="1100" b="0" dirty="0"/>
              <a:t>.</a:t>
            </a:r>
          </a:p>
          <a:p>
            <a:pPr lvl="1"/>
            <a:r>
              <a:rPr sz="1100" b="0" dirty="0"/>
              <a:t>Solo </a:t>
            </a:r>
            <a:r>
              <a:rPr sz="1100" b="0" dirty="0" err="1"/>
              <a:t>después</a:t>
            </a:r>
            <a:r>
              <a:rPr sz="1100" b="0" dirty="0"/>
              <a:t> se integra y se </a:t>
            </a:r>
            <a:r>
              <a:rPr sz="1100" b="0" dirty="0" err="1"/>
              <a:t>simula</a:t>
            </a:r>
            <a:r>
              <a:rPr sz="1100" b="0" dirty="0"/>
              <a:t> microrv8_system </a:t>
            </a:r>
            <a:r>
              <a:rPr sz="1100" b="0" dirty="0" err="1"/>
              <a:t>cargando</a:t>
            </a:r>
            <a:r>
              <a:rPr sz="1100" b="0" dirty="0"/>
              <a:t> </a:t>
            </a:r>
            <a:r>
              <a:rPr sz="1100" b="0" dirty="0" err="1"/>
              <a:t>programas</a:t>
            </a:r>
            <a:r>
              <a:rPr sz="1100" b="0" dirty="0"/>
              <a:t> .hex reales.</a:t>
            </a:r>
          </a:p>
          <a:p>
            <a:r>
              <a:rPr sz="1350" b="1" dirty="0" err="1"/>
              <a:t>Qué</a:t>
            </a:r>
            <a:r>
              <a:rPr sz="1350" b="1" dirty="0"/>
              <a:t> </a:t>
            </a:r>
            <a:r>
              <a:rPr lang="es-MX" sz="1350" b="1" dirty="0"/>
              <a:t>da </a:t>
            </a:r>
            <a:r>
              <a:rPr sz="1350" b="1" dirty="0"/>
              <a:t>VCS</a:t>
            </a:r>
          </a:p>
          <a:p>
            <a:pPr lvl="1"/>
            <a:r>
              <a:rPr sz="1100" b="0" dirty="0"/>
              <a:t>-</a:t>
            </a:r>
            <a:r>
              <a:rPr sz="1100" b="0" dirty="0" err="1"/>
              <a:t>kdb</a:t>
            </a:r>
            <a:r>
              <a:rPr sz="1100" b="0" dirty="0"/>
              <a:t> -</a:t>
            </a:r>
            <a:r>
              <a:rPr sz="1100" b="0" dirty="0" err="1"/>
              <a:t>debug_access+all</a:t>
            </a:r>
            <a:r>
              <a:rPr sz="1100" b="0" dirty="0"/>
              <a:t> para </a:t>
            </a:r>
            <a:r>
              <a:rPr sz="1100" b="0" dirty="0" err="1"/>
              <a:t>poder</a:t>
            </a:r>
            <a:r>
              <a:rPr sz="1100" b="0" dirty="0"/>
              <a:t> </a:t>
            </a:r>
            <a:r>
              <a:rPr sz="1100" b="0" dirty="0" err="1"/>
              <a:t>abrir</a:t>
            </a:r>
            <a:r>
              <a:rPr sz="1100" b="0" dirty="0"/>
              <a:t> </a:t>
            </a:r>
            <a:r>
              <a:rPr sz="1100" b="0" dirty="0" err="1"/>
              <a:t>todo</a:t>
            </a:r>
            <a:r>
              <a:rPr sz="1100" b="0" dirty="0"/>
              <a:t> </a:t>
            </a:r>
            <a:r>
              <a:rPr sz="1100" b="0" dirty="0" err="1"/>
              <a:t>en</a:t>
            </a:r>
            <a:r>
              <a:rPr sz="1100" b="0" dirty="0"/>
              <a:t> Verdi.</a:t>
            </a:r>
          </a:p>
          <a:p>
            <a:pPr lvl="1"/>
            <a:r>
              <a:rPr sz="1100" b="0" dirty="0"/>
              <a:t>-cm </a:t>
            </a:r>
            <a:r>
              <a:rPr sz="1100" b="0" dirty="0" err="1"/>
              <a:t>line+cond+fsm+tgl+branch</a:t>
            </a:r>
            <a:r>
              <a:rPr sz="1100" b="0" dirty="0"/>
              <a:t> para </a:t>
            </a:r>
            <a:r>
              <a:rPr sz="1100" b="0" dirty="0" err="1"/>
              <a:t>medir</a:t>
            </a:r>
            <a:r>
              <a:rPr sz="1100" b="0" dirty="0"/>
              <a:t> </a:t>
            </a:r>
            <a:r>
              <a:rPr sz="1100" b="0" dirty="0" err="1"/>
              <a:t>cobertura</a:t>
            </a:r>
            <a:r>
              <a:rPr sz="1100" b="0" dirty="0"/>
              <a:t> </a:t>
            </a:r>
            <a:r>
              <a:rPr sz="1100" b="0" dirty="0" err="1"/>
              <a:t>por</a:t>
            </a:r>
            <a:r>
              <a:rPr sz="1100" b="0" dirty="0"/>
              <a:t> </a:t>
            </a:r>
            <a:r>
              <a:rPr sz="1100" b="0" dirty="0" err="1"/>
              <a:t>módulo</a:t>
            </a:r>
            <a:r>
              <a:rPr sz="1100" b="0" dirty="0"/>
              <a:t>.</a:t>
            </a:r>
          </a:p>
          <a:p>
            <a:pPr lvl="1"/>
            <a:r>
              <a:rPr sz="1100" b="0" dirty="0"/>
              <a:t>+</a:t>
            </a:r>
            <a:r>
              <a:rPr sz="1100" b="0" dirty="0" err="1"/>
              <a:t>define+PROGRAM_HEX</a:t>
            </a:r>
            <a:r>
              <a:rPr sz="1100" b="0" dirty="0"/>
              <a:t> para </a:t>
            </a:r>
            <a:r>
              <a:rPr sz="1100" b="0" dirty="0" err="1"/>
              <a:t>cambiar</a:t>
            </a:r>
            <a:r>
              <a:rPr sz="1100" b="0" dirty="0"/>
              <a:t> el </a:t>
            </a:r>
            <a:r>
              <a:rPr sz="1100" b="0" dirty="0" err="1"/>
              <a:t>programa</a:t>
            </a:r>
            <a:r>
              <a:rPr sz="1100" b="0" dirty="0"/>
              <a:t> sin </a:t>
            </a:r>
            <a:r>
              <a:rPr sz="1100" b="0" dirty="0" err="1"/>
              <a:t>tocar</a:t>
            </a:r>
            <a:r>
              <a:rPr sz="1100" b="0" dirty="0"/>
              <a:t> el RTL</a:t>
            </a:r>
            <a:r>
              <a:rPr sz="1150" b="0" dirty="0"/>
              <a:t>.</a:t>
            </a:r>
          </a:p>
          <a:p>
            <a:r>
              <a:rPr sz="1350" b="1" dirty="0" err="1"/>
              <a:t>Qué</a:t>
            </a:r>
            <a:r>
              <a:rPr sz="1350" b="1" dirty="0"/>
              <a:t> </a:t>
            </a:r>
            <a:r>
              <a:rPr lang="es-MX" sz="1350" b="1" dirty="0"/>
              <a:t>da </a:t>
            </a:r>
            <a:r>
              <a:rPr sz="1350" b="1" dirty="0"/>
              <a:t>Verdi</a:t>
            </a:r>
          </a:p>
          <a:p>
            <a:pPr lvl="1"/>
            <a:r>
              <a:rPr sz="1100" b="0" dirty="0"/>
              <a:t>Modo analog para </a:t>
            </a:r>
            <a:r>
              <a:rPr sz="1100" b="0" dirty="0" err="1"/>
              <a:t>ver</a:t>
            </a:r>
            <a:r>
              <a:rPr sz="1100" b="0" dirty="0"/>
              <a:t> el duty del PWM </a:t>
            </a:r>
            <a:r>
              <a:rPr sz="1100" b="0" dirty="0" err="1"/>
              <a:t>como</a:t>
            </a:r>
            <a:r>
              <a:rPr sz="1100" b="0" dirty="0"/>
              <a:t> </a:t>
            </a:r>
            <a:r>
              <a:rPr sz="1100" b="0" dirty="0" err="1"/>
              <a:t>una</a:t>
            </a:r>
            <a:r>
              <a:rPr sz="1100" b="0" dirty="0"/>
              <a:t> </a:t>
            </a:r>
            <a:r>
              <a:rPr sz="1100" b="0" dirty="0" err="1"/>
              <a:t>señal</a:t>
            </a:r>
            <a:r>
              <a:rPr sz="1100" b="0" dirty="0"/>
              <a:t> real.</a:t>
            </a:r>
          </a:p>
          <a:p>
            <a:pPr lvl="1"/>
            <a:r>
              <a:rPr sz="1100" b="0" dirty="0" err="1"/>
              <a:t>Navegación</a:t>
            </a:r>
            <a:r>
              <a:rPr sz="1100" b="0" dirty="0"/>
              <a:t> de FSM para </a:t>
            </a:r>
            <a:r>
              <a:rPr sz="1100" b="0" dirty="0" err="1"/>
              <a:t>seguir</a:t>
            </a:r>
            <a:r>
              <a:rPr sz="1100" b="0" dirty="0"/>
              <a:t> FETCH→WAIT→DECODE→EXEC→MEM→WB.</a:t>
            </a:r>
          </a:p>
          <a:p>
            <a:pPr lvl="1"/>
            <a:r>
              <a:rPr sz="1100" b="0" dirty="0"/>
              <a:t>Vista de coverage </a:t>
            </a:r>
            <a:r>
              <a:rPr sz="1100" b="0" dirty="0" err="1"/>
              <a:t>por</a:t>
            </a:r>
            <a:r>
              <a:rPr sz="1100" b="0" dirty="0"/>
              <a:t> </a:t>
            </a:r>
            <a:r>
              <a:rPr sz="1100" b="0" dirty="0" err="1"/>
              <a:t>módulo</a:t>
            </a:r>
            <a:r>
              <a:rPr sz="1100" b="0" dirty="0"/>
              <a:t>, </a:t>
            </a:r>
            <a:r>
              <a:rPr sz="1100" b="0" dirty="0" err="1"/>
              <a:t>línea</a:t>
            </a:r>
            <a:r>
              <a:rPr sz="1100" b="0" dirty="0"/>
              <a:t> a </a:t>
            </a:r>
            <a:r>
              <a:rPr sz="1100" b="0" dirty="0" err="1"/>
              <a:t>línea</a:t>
            </a:r>
            <a:r>
              <a:rPr sz="1100" b="0" dirty="0"/>
              <a:t> </a:t>
            </a:r>
            <a:r>
              <a:rPr sz="1100" b="0" dirty="0" err="1"/>
              <a:t>sobre</a:t>
            </a:r>
            <a:r>
              <a:rPr sz="1100" b="0" dirty="0"/>
              <a:t> el </a:t>
            </a:r>
            <a:r>
              <a:rPr sz="1100" b="0" dirty="0" err="1"/>
              <a:t>código</a:t>
            </a:r>
            <a:r>
              <a:rPr sz="1150" b="0" dirty="0"/>
              <a:t>.</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pic>
        <p:nvPicPr>
          <p:cNvPr id="7" name="Picture 6" descr="image18.png"/>
          <p:cNvPicPr>
            <a:picLocks noChangeAspect="1"/>
          </p:cNvPicPr>
          <p:nvPr/>
        </p:nvPicPr>
        <p:blipFill>
          <a:blip r:embed="rId2"/>
          <a:stretch>
            <a:fillRect/>
          </a:stretch>
        </p:blipFill>
        <p:spPr>
          <a:xfrm>
            <a:off x="6586795" y="3619736"/>
            <a:ext cx="4211029" cy="2011680"/>
          </a:xfrm>
          <a:prstGeom prst="rect">
            <a:avLst/>
          </a:prstGeom>
          <a:ln w="9525">
            <a:solidFill>
              <a:srgbClr val="CCCCCC"/>
            </a:solidFill>
          </a:ln>
        </p:spPr>
      </p:pic>
      <p:sp>
        <p:nvSpPr>
          <p:cNvPr id="8" name="TextBox 7"/>
          <p:cNvSpPr txBox="1"/>
          <p:nvPr/>
        </p:nvSpPr>
        <p:spPr>
          <a:xfrm>
            <a:off x="6586795" y="5631416"/>
            <a:ext cx="3758184" cy="172355"/>
          </a:xfrm>
          <a:prstGeom prst="rect">
            <a:avLst/>
          </a:prstGeom>
          <a:noFill/>
        </p:spPr>
        <p:txBody>
          <a:bodyPr wrap="square" lIns="18288" tIns="9144" rIns="18288" bIns="9144" anchor="t">
            <a:spAutoFit/>
          </a:bodyPr>
          <a:lstStyle/>
          <a:p>
            <a:pPr algn="l"/>
            <a:r>
              <a:rPr sz="1000" b="0" i="1" dirty="0">
                <a:solidFill>
                  <a:srgbClr val="707070"/>
                </a:solidFill>
                <a:latin typeface="Arial"/>
              </a:rPr>
              <a:t>C</a:t>
            </a:r>
            <a:r>
              <a:rPr lang="es-MX" sz="1000" b="0" i="1" dirty="0" err="1">
                <a:solidFill>
                  <a:srgbClr val="707070"/>
                </a:solidFill>
                <a:latin typeface="Arial"/>
              </a:rPr>
              <a:t>overage</a:t>
            </a:r>
            <a:r>
              <a:rPr sz="1000" b="0" i="1" dirty="0">
                <a:solidFill>
                  <a:srgbClr val="707070"/>
                </a:solidFill>
                <a:latin typeface="Arial"/>
              </a:rPr>
              <a:t> del </a:t>
            </a:r>
            <a:r>
              <a:rPr sz="1000" b="0" i="1" dirty="0" err="1">
                <a:solidFill>
                  <a:srgbClr val="707070"/>
                </a:solidFill>
                <a:latin typeface="Arial"/>
              </a:rPr>
              <a:t>sistema</a:t>
            </a:r>
            <a:r>
              <a:rPr sz="1000" b="0" i="1" dirty="0">
                <a:solidFill>
                  <a:srgbClr val="707070"/>
                </a:solidFill>
                <a:latin typeface="Arial"/>
              </a:rPr>
              <a:t> </a:t>
            </a:r>
            <a:r>
              <a:rPr sz="1000" b="0" i="1" dirty="0" err="1">
                <a:solidFill>
                  <a:srgbClr val="707070"/>
                </a:solidFill>
                <a:latin typeface="Arial"/>
              </a:rPr>
              <a:t>en</a:t>
            </a:r>
            <a:r>
              <a:rPr sz="1000" b="0" i="1" dirty="0">
                <a:solidFill>
                  <a:srgbClr val="707070"/>
                </a:solidFill>
                <a:latin typeface="Arial"/>
              </a:rPr>
              <a:t> Verdi: score </a:t>
            </a:r>
            <a:r>
              <a:rPr sz="1000" b="0" i="1" dirty="0" err="1">
                <a:solidFill>
                  <a:srgbClr val="707070"/>
                </a:solidFill>
                <a:latin typeface="Arial"/>
              </a:rPr>
              <a:t>por</a:t>
            </a:r>
            <a:r>
              <a:rPr sz="1000" b="0" i="1" dirty="0">
                <a:solidFill>
                  <a:srgbClr val="707070"/>
                </a:solidFill>
                <a:latin typeface="Arial"/>
              </a:rPr>
              <a:t> </a:t>
            </a:r>
            <a:r>
              <a:rPr sz="1000" b="0" i="1" dirty="0" err="1">
                <a:solidFill>
                  <a:srgbClr val="707070"/>
                </a:solidFill>
                <a:latin typeface="Arial"/>
              </a:rPr>
              <a:t>módulo</a:t>
            </a:r>
            <a:r>
              <a:rPr sz="1000" b="0" i="1" dirty="0">
                <a:solidFill>
                  <a:srgbClr val="707070"/>
                </a:solidFill>
                <a:latin typeface="Arial"/>
              </a:rPr>
              <a:t> </a:t>
            </a:r>
            <a:r>
              <a:rPr sz="1000" b="0" i="1" dirty="0" err="1">
                <a:solidFill>
                  <a:srgbClr val="707070"/>
                </a:solidFill>
                <a:latin typeface="Arial"/>
              </a:rPr>
              <a:t>sobre</a:t>
            </a:r>
            <a:r>
              <a:rPr sz="1000" b="0" i="1" dirty="0">
                <a:solidFill>
                  <a:srgbClr val="707070"/>
                </a:solidFill>
                <a:latin typeface="Arial"/>
              </a:rPr>
              <a:t> el RTL</a:t>
            </a:r>
          </a:p>
        </p:txBody>
      </p:sp>
      <p:sp>
        <p:nvSpPr>
          <p:cNvPr id="11" name="TextBox 7">
            <a:extLst>
              <a:ext uri="{FF2B5EF4-FFF2-40B4-BE49-F238E27FC236}">
                <a16:creationId xmlns:a16="http://schemas.microsoft.com/office/drawing/2014/main" id="{DB942131-5687-6179-D089-5D49CBAB382C}"/>
              </a:ext>
            </a:extLst>
          </p:cNvPr>
          <p:cNvSpPr txBox="1"/>
          <p:nvPr/>
        </p:nvSpPr>
        <p:spPr>
          <a:xfrm>
            <a:off x="6586795" y="3220068"/>
            <a:ext cx="3758184" cy="172355"/>
          </a:xfrm>
          <a:prstGeom prst="rect">
            <a:avLst/>
          </a:prstGeom>
          <a:noFill/>
        </p:spPr>
        <p:txBody>
          <a:bodyPr wrap="square" lIns="18288" tIns="9144" rIns="18288" bIns="9144" anchor="t">
            <a:spAutoFit/>
          </a:bodyPr>
          <a:lstStyle/>
          <a:p>
            <a:pPr algn="l"/>
            <a:r>
              <a:rPr lang="es-MX" sz="1000" i="1" dirty="0" err="1">
                <a:solidFill>
                  <a:srgbClr val="707070"/>
                </a:solidFill>
              </a:rPr>
              <a:t>Coverage</a:t>
            </a:r>
            <a:r>
              <a:rPr lang="es-MX" sz="1000" i="1" dirty="0">
                <a:solidFill>
                  <a:srgbClr val="707070"/>
                </a:solidFill>
              </a:rPr>
              <a:t> de ALU</a:t>
            </a:r>
            <a:endParaRPr sz="1000" b="0" i="1" dirty="0">
              <a:solidFill>
                <a:srgbClr val="707070"/>
              </a:solidFill>
              <a:latin typeface="Arial"/>
            </a:endParaRPr>
          </a:p>
        </p:txBody>
      </p:sp>
      <p:pic>
        <p:nvPicPr>
          <p:cNvPr id="12" name="Imagen 11">
            <a:extLst>
              <a:ext uri="{FF2B5EF4-FFF2-40B4-BE49-F238E27FC236}">
                <a16:creationId xmlns:a16="http://schemas.microsoft.com/office/drawing/2014/main" id="{40696735-ACA9-AD99-A2B2-FAE4A2CB9854}"/>
              </a:ext>
            </a:extLst>
          </p:cNvPr>
          <p:cNvPicPr>
            <a:picLocks noChangeAspect="1"/>
          </p:cNvPicPr>
          <p:nvPr/>
        </p:nvPicPr>
        <p:blipFill>
          <a:blip r:embed="rId3"/>
          <a:stretch>
            <a:fillRect/>
          </a:stretch>
        </p:blipFill>
        <p:spPr>
          <a:xfrm>
            <a:off x="6586795" y="1153143"/>
            <a:ext cx="3971925" cy="20669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Verification — ALU</a:t>
            </a:r>
          </a:p>
        </p:txBody>
      </p:sp>
      <p:sp>
        <p:nvSpPr>
          <p:cNvPr id="3" name="Text Placeholder 2"/>
          <p:cNvSpPr>
            <a:spLocks noGrp="1"/>
          </p:cNvSpPr>
          <p:nvPr>
            <p:ph type="body" idx="1"/>
          </p:nvPr>
        </p:nvSpPr>
        <p:spPr/>
        <p:txBody>
          <a:bodyPr/>
          <a:lstStyle/>
          <a:p>
            <a:r>
              <a:t>tb_alu.sv · simv_alu · alu.fsdb — comprobación operación por operación</a:t>
            </a:r>
          </a:p>
        </p:txBody>
      </p:sp>
      <p:sp>
        <p:nvSpPr>
          <p:cNvPr id="4" name="Text Placeholder 3"/>
          <p:cNvSpPr>
            <a:spLocks noGrp="1"/>
          </p:cNvSpPr>
          <p:nvPr>
            <p:ph type="body" idx="2"/>
          </p:nvPr>
        </p:nvSpPr>
        <p:spPr/>
        <p:txBody>
          <a:bodyPr/>
          <a:lstStyle/>
          <a:p>
            <a:endParaRP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pic>
        <p:nvPicPr>
          <p:cNvPr id="6" name="Picture 5" descr="image226.png"/>
          <p:cNvPicPr>
            <a:picLocks noChangeAspect="1"/>
          </p:cNvPicPr>
          <p:nvPr/>
        </p:nvPicPr>
        <p:blipFill>
          <a:blip r:embed="rId2"/>
          <a:stretch>
            <a:fillRect/>
          </a:stretch>
        </p:blipFill>
        <p:spPr>
          <a:xfrm>
            <a:off x="501919" y="1234440"/>
            <a:ext cx="4610576" cy="4480560"/>
          </a:xfrm>
          <a:prstGeom prst="rect">
            <a:avLst/>
          </a:prstGeom>
          <a:ln w="9525">
            <a:solidFill>
              <a:srgbClr val="CCCCCC"/>
            </a:solidFill>
          </a:ln>
        </p:spPr>
      </p:pic>
      <p:sp>
        <p:nvSpPr>
          <p:cNvPr id="7" name="Rounded Rectangle 6"/>
          <p:cNvSpPr/>
          <p:nvPr/>
        </p:nvSpPr>
        <p:spPr>
          <a:xfrm>
            <a:off x="5623560" y="1234440"/>
            <a:ext cx="6190488" cy="27889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897880" y="1417320"/>
            <a:ext cx="5669280" cy="274320"/>
          </a:xfrm>
          <a:prstGeom prst="rect">
            <a:avLst/>
          </a:prstGeom>
          <a:noFill/>
        </p:spPr>
        <p:txBody>
          <a:bodyPr wrap="square" lIns="18288" tIns="9144" rIns="18288" bIns="9144" anchor="t">
            <a:spAutoFit/>
          </a:bodyPr>
          <a:lstStyle/>
          <a:p>
            <a:pPr algn="l"/>
            <a:r>
              <a:rPr sz="1500" b="1" i="0">
                <a:solidFill>
                  <a:srgbClr val="621F8A"/>
                </a:solidFill>
                <a:latin typeface="Arial"/>
              </a:rPr>
              <a:t>Qué muestra la waveform</a:t>
            </a:r>
          </a:p>
        </p:txBody>
      </p:sp>
      <p:sp>
        <p:nvSpPr>
          <p:cNvPr id="9" name="TextBox 8"/>
          <p:cNvSpPr txBox="1"/>
          <p:nvPr/>
        </p:nvSpPr>
        <p:spPr>
          <a:xfrm>
            <a:off x="5897880" y="1810512"/>
            <a:ext cx="5669280" cy="2011680"/>
          </a:xfrm>
          <a:prstGeom prst="rect">
            <a:avLst/>
          </a:prstGeom>
          <a:noFill/>
        </p:spPr>
        <p:txBody>
          <a:bodyPr wrap="square" lIns="18288" tIns="9144" rIns="18288" bIns="9144" anchor="t">
            <a:spAutoFit/>
          </a:bodyPr>
          <a:lstStyle/>
          <a:p>
            <a:pPr algn="l"/>
            <a:r>
              <a:rPr sz="1300" b="0" i="0">
                <a:solidFill>
                  <a:srgbClr val="333333"/>
                </a:solidFill>
                <a:latin typeface="Arial"/>
              </a:rPr>
              <a:t>En el cursor se ejecuta op = 1 (SUB) con a = 220 y b = 65.</a:t>
            </a:r>
          </a:p>
          <a:p>
            <a:pPr algn="l"/>
            <a:endParaRPr sz="1300" b="0" i="0">
              <a:solidFill>
                <a:srgbClr val="333333"/>
              </a:solidFill>
              <a:latin typeface="Arial"/>
            </a:endParaRPr>
          </a:p>
          <a:p>
            <a:pPr algn="l"/>
            <a:r>
              <a:rPr sz="1300" b="0" i="0">
                <a:solidFill>
                  <a:srgbClr val="333333"/>
                </a:solidFill>
                <a:latin typeface="Arial"/>
              </a:rPr>
              <a:t>result = 220 − 65 = 155, y la waveform marca exactamente 155.</a:t>
            </a:r>
          </a:p>
          <a:p>
            <a:pPr algn="l"/>
            <a:endParaRPr sz="1300" b="0" i="0">
              <a:solidFill>
                <a:srgbClr val="333333"/>
              </a:solidFill>
              <a:latin typeface="Arial"/>
            </a:endParaRPr>
          </a:p>
          <a:p>
            <a:pPr algn="l"/>
            <a:r>
              <a:rPr sz="1300" b="0" i="0">
                <a:solidFill>
                  <a:srgbClr val="333333"/>
                </a:solidFill>
                <a:latin typeface="Arial"/>
              </a:rPr>
              <a:t>La flag zero se mantiene en 0, que es lo correcto porque el</a:t>
            </a:r>
          </a:p>
          <a:p>
            <a:pPr algn="l"/>
            <a:r>
              <a:rPr sz="1300" b="0" i="0">
                <a:solidFill>
                  <a:srgbClr val="333333"/>
                </a:solidFill>
                <a:latin typeface="Arial"/>
              </a:rPr>
              <a:t>resultado no es cero. carry y negative también son consistentes</a:t>
            </a:r>
          </a:p>
          <a:p>
            <a:pPr algn="l"/>
            <a:r>
              <a:rPr sz="1300" b="0" i="0">
                <a:solidFill>
                  <a:srgbClr val="333333"/>
                </a:solidFill>
                <a:latin typeface="Arial"/>
              </a:rPr>
              <a:t>con la resta sin préstamo.</a:t>
            </a:r>
          </a:p>
        </p:txBody>
      </p:sp>
      <p:sp>
        <p:nvSpPr>
          <p:cNvPr id="10" name="Rounded Rectangle 9"/>
          <p:cNvSpPr/>
          <p:nvPr/>
        </p:nvSpPr>
        <p:spPr>
          <a:xfrm>
            <a:off x="5623560" y="4224528"/>
            <a:ext cx="6190488" cy="1490472"/>
          </a:xfrm>
          <a:prstGeom prst="roundRect">
            <a:avLst>
              <a:gd name="adj" fmla="val 5000"/>
            </a:avLst>
          </a:prstGeom>
          <a:solidFill>
            <a:srgbClr val="F3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897880" y="4407408"/>
            <a:ext cx="5669280" cy="274320"/>
          </a:xfrm>
          <a:prstGeom prst="rect">
            <a:avLst/>
          </a:prstGeom>
          <a:noFill/>
        </p:spPr>
        <p:txBody>
          <a:bodyPr wrap="square" lIns="18288" tIns="9144" rIns="18288" bIns="9144" anchor="t">
            <a:spAutoFit/>
          </a:bodyPr>
          <a:lstStyle/>
          <a:p>
            <a:pPr algn="l"/>
            <a:r>
              <a:rPr sz="1400" b="1" i="0">
                <a:solidFill>
                  <a:srgbClr val="621F8A"/>
                </a:solidFill>
                <a:latin typeface="Arial"/>
              </a:rPr>
              <a:t>Por qué empecé por aquí</a:t>
            </a:r>
          </a:p>
        </p:txBody>
      </p:sp>
      <p:sp>
        <p:nvSpPr>
          <p:cNvPr id="12" name="TextBox 11"/>
          <p:cNvSpPr txBox="1"/>
          <p:nvPr/>
        </p:nvSpPr>
        <p:spPr>
          <a:xfrm>
            <a:off x="5897880" y="4681728"/>
            <a:ext cx="5669280" cy="595548"/>
          </a:xfrm>
          <a:prstGeom prst="rect">
            <a:avLst/>
          </a:prstGeom>
          <a:noFill/>
        </p:spPr>
        <p:txBody>
          <a:bodyPr wrap="square" lIns="18288" tIns="9144" rIns="18288" bIns="9144" anchor="t">
            <a:spAutoFit/>
          </a:bodyPr>
          <a:lstStyle/>
          <a:p>
            <a:pPr algn="l"/>
            <a:r>
              <a:rPr sz="1250" b="0" i="0" dirty="0">
                <a:solidFill>
                  <a:srgbClr val="333333"/>
                </a:solidFill>
                <a:latin typeface="Arial"/>
              </a:rPr>
              <a:t>La ALU es </a:t>
            </a:r>
            <a:r>
              <a:rPr sz="1250" b="0" i="0" dirty="0" err="1">
                <a:solidFill>
                  <a:srgbClr val="333333"/>
                </a:solidFill>
                <a:latin typeface="Arial"/>
              </a:rPr>
              <a:t>puramente</a:t>
            </a:r>
            <a:r>
              <a:rPr sz="1250" b="0" i="0" dirty="0">
                <a:solidFill>
                  <a:srgbClr val="333333"/>
                </a:solidFill>
                <a:latin typeface="Arial"/>
              </a:rPr>
              <a:t> </a:t>
            </a:r>
            <a:r>
              <a:rPr sz="1250" b="0" i="0" dirty="0" err="1">
                <a:solidFill>
                  <a:srgbClr val="333333"/>
                </a:solidFill>
                <a:latin typeface="Arial"/>
              </a:rPr>
              <a:t>combinacional</a:t>
            </a:r>
            <a:r>
              <a:rPr sz="1250" b="0" i="0" dirty="0">
                <a:solidFill>
                  <a:srgbClr val="333333"/>
                </a:solidFill>
                <a:latin typeface="Arial"/>
              </a:rPr>
              <a:t>: </a:t>
            </a:r>
            <a:r>
              <a:rPr sz="1250" b="0" i="0" dirty="0" err="1">
                <a:solidFill>
                  <a:srgbClr val="333333"/>
                </a:solidFill>
                <a:latin typeface="Arial"/>
              </a:rPr>
              <a:t>si</a:t>
            </a:r>
            <a:r>
              <a:rPr sz="1250" b="0" i="0" dirty="0">
                <a:solidFill>
                  <a:srgbClr val="333333"/>
                </a:solidFill>
                <a:latin typeface="Arial"/>
              </a:rPr>
              <a:t> </a:t>
            </a:r>
            <a:r>
              <a:rPr sz="1250" b="0" i="0" dirty="0" err="1">
                <a:solidFill>
                  <a:srgbClr val="333333"/>
                </a:solidFill>
                <a:latin typeface="Arial"/>
              </a:rPr>
              <a:t>falla</a:t>
            </a:r>
            <a:r>
              <a:rPr sz="1250" b="0" i="0" dirty="0">
                <a:solidFill>
                  <a:srgbClr val="333333"/>
                </a:solidFill>
                <a:latin typeface="Arial"/>
              </a:rPr>
              <a:t> </a:t>
            </a:r>
            <a:r>
              <a:rPr sz="1250" b="0" i="0" dirty="0" err="1">
                <a:solidFill>
                  <a:srgbClr val="333333"/>
                </a:solidFill>
                <a:latin typeface="Arial"/>
              </a:rPr>
              <a:t>aquí</a:t>
            </a:r>
            <a:r>
              <a:rPr sz="1250" b="0" i="0" dirty="0">
                <a:solidFill>
                  <a:srgbClr val="333333"/>
                </a:solidFill>
                <a:latin typeface="Arial"/>
              </a:rPr>
              <a:t>, </a:t>
            </a:r>
            <a:r>
              <a:rPr sz="1250" b="0" i="0" dirty="0" err="1">
                <a:solidFill>
                  <a:srgbClr val="333333"/>
                </a:solidFill>
                <a:latin typeface="Arial"/>
              </a:rPr>
              <a:t>todo</a:t>
            </a:r>
            <a:r>
              <a:rPr sz="1250" b="0" i="0" dirty="0">
                <a:solidFill>
                  <a:srgbClr val="333333"/>
                </a:solidFill>
                <a:latin typeface="Arial"/>
              </a:rPr>
              <a:t> lo </a:t>
            </a:r>
            <a:r>
              <a:rPr sz="1250" b="0" i="0" dirty="0" err="1">
                <a:solidFill>
                  <a:srgbClr val="333333"/>
                </a:solidFill>
                <a:latin typeface="Arial"/>
              </a:rPr>
              <a:t>demás</a:t>
            </a:r>
            <a:endParaRPr sz="1250" b="0" i="0" dirty="0">
              <a:solidFill>
                <a:srgbClr val="333333"/>
              </a:solidFill>
              <a:latin typeface="Arial"/>
            </a:endParaRPr>
          </a:p>
          <a:p>
            <a:pPr algn="l"/>
            <a:r>
              <a:rPr sz="1250" b="0" i="0" dirty="0" err="1">
                <a:solidFill>
                  <a:srgbClr val="333333"/>
                </a:solidFill>
                <a:latin typeface="Arial"/>
              </a:rPr>
              <a:t>falla</a:t>
            </a:r>
            <a:r>
              <a:rPr sz="1250" b="0" i="0" dirty="0">
                <a:solidFill>
                  <a:srgbClr val="333333"/>
                </a:solidFill>
                <a:latin typeface="Arial"/>
              </a:rPr>
              <a:t> </a:t>
            </a:r>
            <a:r>
              <a:rPr lang="es-MX" sz="1250" b="0" i="0" dirty="0">
                <a:solidFill>
                  <a:srgbClr val="333333"/>
                </a:solidFill>
                <a:latin typeface="Arial"/>
              </a:rPr>
              <a:t>y puede empeorar todo</a:t>
            </a:r>
          </a:p>
          <a:p>
            <a:pPr algn="l"/>
            <a:r>
              <a:rPr sz="1250" b="0" i="0" dirty="0" err="1">
                <a:solidFill>
                  <a:srgbClr val="333333"/>
                </a:solidFill>
                <a:latin typeface="Arial"/>
              </a:rPr>
              <a:t>Verificarla</a:t>
            </a:r>
            <a:r>
              <a:rPr lang="es-MX" sz="1250" b="0" i="0" dirty="0">
                <a:solidFill>
                  <a:srgbClr val="333333"/>
                </a:solidFill>
                <a:latin typeface="Arial"/>
              </a:rPr>
              <a:t> después con </a:t>
            </a:r>
            <a:r>
              <a:rPr lang="es-MX" sz="1250" b="0" i="0" dirty="0" err="1">
                <a:solidFill>
                  <a:srgbClr val="333333"/>
                </a:solidFill>
                <a:latin typeface="Arial"/>
              </a:rPr>
              <a:t>coverage</a:t>
            </a:r>
            <a:r>
              <a:rPr lang="es-MX" sz="1250" b="0" i="0" dirty="0">
                <a:solidFill>
                  <a:srgbClr val="333333"/>
                </a:solidFill>
                <a:latin typeface="Arial"/>
              </a:rPr>
              <a:t> me hizo ver que si era confiable mi </a:t>
            </a:r>
            <a:r>
              <a:rPr lang="es-MX" sz="1250" b="0" i="0" dirty="0" err="1">
                <a:solidFill>
                  <a:srgbClr val="333333"/>
                </a:solidFill>
                <a:latin typeface="Arial"/>
              </a:rPr>
              <a:t>rtl</a:t>
            </a:r>
            <a:r>
              <a:rPr lang="es-MX" sz="1250" b="0" i="0" dirty="0">
                <a:solidFill>
                  <a:srgbClr val="333333"/>
                </a:solidFill>
                <a:latin typeface="Arial"/>
              </a:rPr>
              <a:t> de ALU</a:t>
            </a:r>
            <a:endParaRPr sz="1250" b="0" i="0" dirty="0">
              <a:solidFill>
                <a:srgbClr val="333333"/>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Verification — Regfile</a:t>
            </a:r>
          </a:p>
        </p:txBody>
      </p:sp>
      <p:sp>
        <p:nvSpPr>
          <p:cNvPr id="3" name="Text Placeholder 2"/>
          <p:cNvSpPr>
            <a:spLocks noGrp="1"/>
          </p:cNvSpPr>
          <p:nvPr>
            <p:ph type="body" idx="1"/>
          </p:nvPr>
        </p:nvSpPr>
        <p:spPr/>
        <p:txBody>
          <a:bodyPr/>
          <a:lstStyle/>
          <a:p>
            <a:r>
              <a:t>Escritura contra lectura, y aislamiento entre registros</a:t>
            </a:r>
          </a:p>
        </p:txBody>
      </p:sp>
      <p:sp>
        <p:nvSpPr>
          <p:cNvPr id="4" name="Text Placeholder 3"/>
          <p:cNvSpPr>
            <a:spLocks noGrp="1"/>
          </p:cNvSpPr>
          <p:nvPr>
            <p:ph type="body" idx="2"/>
          </p:nvPr>
        </p:nvSpPr>
        <p:spPr/>
        <p:txBody>
          <a:bodyPr/>
          <a:lstStyle/>
          <a:p>
            <a:endParaRP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pic>
        <p:nvPicPr>
          <p:cNvPr id="6" name="Picture 5" descr="image233.png"/>
          <p:cNvPicPr>
            <a:picLocks noChangeAspect="1"/>
          </p:cNvPicPr>
          <p:nvPr/>
        </p:nvPicPr>
        <p:blipFill>
          <a:blip r:embed="rId2"/>
          <a:stretch>
            <a:fillRect/>
          </a:stretch>
        </p:blipFill>
        <p:spPr>
          <a:xfrm>
            <a:off x="384048" y="1334266"/>
            <a:ext cx="6903720" cy="3777986"/>
          </a:xfrm>
          <a:prstGeom prst="rect">
            <a:avLst/>
          </a:prstGeom>
          <a:ln w="9525">
            <a:solidFill>
              <a:srgbClr val="CCCCCC"/>
            </a:solidFill>
          </a:ln>
        </p:spPr>
      </p:pic>
      <p:sp>
        <p:nvSpPr>
          <p:cNvPr id="7" name="Rounded Rectangle 6"/>
          <p:cNvSpPr/>
          <p:nvPr/>
        </p:nvSpPr>
        <p:spPr>
          <a:xfrm>
            <a:off x="7589520" y="1234440"/>
            <a:ext cx="4224528" cy="3977639"/>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863840" y="1444752"/>
            <a:ext cx="3703320" cy="274320"/>
          </a:xfrm>
          <a:prstGeom prst="rect">
            <a:avLst/>
          </a:prstGeom>
          <a:noFill/>
        </p:spPr>
        <p:txBody>
          <a:bodyPr wrap="square" lIns="18288" tIns="9144" rIns="18288" bIns="9144" anchor="t">
            <a:spAutoFit/>
          </a:bodyPr>
          <a:lstStyle/>
          <a:p>
            <a:pPr algn="l"/>
            <a:r>
              <a:rPr sz="1500" b="1" i="0">
                <a:solidFill>
                  <a:srgbClr val="621F8A"/>
                </a:solidFill>
                <a:latin typeface="Arial"/>
              </a:rPr>
              <a:t>Lectura de la waveform</a:t>
            </a:r>
          </a:p>
        </p:txBody>
      </p:sp>
      <p:sp>
        <p:nvSpPr>
          <p:cNvPr id="9" name="TextBox 8"/>
          <p:cNvSpPr txBox="1"/>
          <p:nvPr/>
        </p:nvSpPr>
        <p:spPr>
          <a:xfrm>
            <a:off x="7863840" y="1847088"/>
            <a:ext cx="3703320" cy="3200400"/>
          </a:xfrm>
          <a:prstGeom prst="rect">
            <a:avLst/>
          </a:prstGeom>
          <a:noFill/>
        </p:spPr>
        <p:txBody>
          <a:bodyPr wrap="square" lIns="18288" tIns="9144" rIns="18288" bIns="9144" anchor="t">
            <a:spAutoFit/>
          </a:bodyPr>
          <a:lstStyle/>
          <a:p>
            <a:pPr algn="l"/>
            <a:r>
              <a:rPr sz="1250" b="0" i="0">
                <a:solidFill>
                  <a:srgbClr val="333333"/>
                </a:solidFill>
                <a:latin typeface="Arial"/>
              </a:rPr>
              <a:t>Se escribe 0xEC en el registro 5: rd_addr = 5, rd_data = ec, rd_we = 1.</a:t>
            </a:r>
          </a:p>
          <a:p>
            <a:pPr algn="l"/>
            <a:endParaRPr sz="1250" b="0" i="0">
              <a:solidFill>
                <a:srgbClr val="333333"/>
              </a:solidFill>
              <a:latin typeface="Arial"/>
            </a:endParaRPr>
          </a:p>
          <a:p>
            <a:pPr algn="l"/>
            <a:r>
              <a:rPr sz="1250" b="0" i="0">
                <a:solidFill>
                  <a:srgbClr val="333333"/>
                </a:solidFill>
                <a:latin typeface="Arial"/>
              </a:rPr>
              <a:t>En el ciclo siguiente se lee ese mismo registro por rs1: rs1_addr = 5 → rs1_data = ec.</a:t>
            </a:r>
          </a:p>
          <a:p>
            <a:pPr algn="l"/>
            <a:endParaRPr sz="1250" b="0" i="0">
              <a:solidFill>
                <a:srgbClr val="333333"/>
              </a:solidFill>
              <a:latin typeface="Arial"/>
            </a:endParaRPr>
          </a:p>
          <a:p>
            <a:pPr algn="l"/>
            <a:r>
              <a:rPr sz="1250" b="0" i="0">
                <a:solidFill>
                  <a:srgbClr val="333333"/>
                </a:solidFill>
                <a:latin typeface="Arial"/>
              </a:rPr>
              <a:t>Coincide exactamente con lo escrito: la escritura llegó al registro correcto.</a:t>
            </a:r>
          </a:p>
          <a:p>
            <a:pPr algn="l"/>
            <a:endParaRPr sz="1250" b="0" i="0">
              <a:solidFill>
                <a:srgbClr val="333333"/>
              </a:solidFill>
              <a:latin typeface="Arial"/>
            </a:endParaRPr>
          </a:p>
          <a:p>
            <a:pPr algn="l"/>
            <a:r>
              <a:rPr sz="1250" b="0" i="0">
                <a:solidFill>
                  <a:srgbClr val="333333"/>
                </a:solidFill>
                <a:latin typeface="Arial"/>
              </a:rPr>
              <a:t>Al mismo tiempo rs2_addr apunta al registro 0, que nunca se escribió, y rs2_data se mantiene en 0. Eso confirma que la escritura no contaminó el resto del banco.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Verification — UART</a:t>
            </a:r>
          </a:p>
        </p:txBody>
      </p:sp>
      <p:sp>
        <p:nvSpPr>
          <p:cNvPr id="3" name="Text Placeholder 2"/>
          <p:cNvSpPr>
            <a:spLocks noGrp="1"/>
          </p:cNvSpPr>
          <p:nvPr>
            <p:ph type="body" idx="1"/>
          </p:nvPr>
        </p:nvSpPr>
        <p:spPr/>
        <p:txBody>
          <a:bodyPr/>
          <a:lstStyle/>
          <a:p>
            <a:r>
              <a:t>Loopback TX → RX: el byte 0xC5 viaja completo y llega sin corrupción</a:t>
            </a:r>
          </a:p>
        </p:txBody>
      </p:sp>
      <p:sp>
        <p:nvSpPr>
          <p:cNvPr id="4" name="Text Placeholder 3"/>
          <p:cNvSpPr>
            <a:spLocks noGrp="1"/>
          </p:cNvSpPr>
          <p:nvPr>
            <p:ph type="body" idx="2"/>
          </p:nvPr>
        </p:nvSpPr>
        <p:spPr/>
        <p:txBody>
          <a:bodyPr/>
          <a:lstStyle/>
          <a:p>
            <a:endParaRP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pic>
        <p:nvPicPr>
          <p:cNvPr id="6" name="Picture 5" descr="image23.png"/>
          <p:cNvPicPr>
            <a:picLocks noChangeAspect="1"/>
          </p:cNvPicPr>
          <p:nvPr/>
        </p:nvPicPr>
        <p:blipFill>
          <a:blip r:embed="rId2"/>
          <a:stretch>
            <a:fillRect/>
          </a:stretch>
        </p:blipFill>
        <p:spPr>
          <a:xfrm>
            <a:off x="384048" y="1249974"/>
            <a:ext cx="5074920" cy="2885867"/>
          </a:xfrm>
          <a:prstGeom prst="rect">
            <a:avLst/>
          </a:prstGeom>
          <a:ln w="9525">
            <a:solidFill>
              <a:srgbClr val="CCCCCC"/>
            </a:solidFill>
          </a:ln>
        </p:spPr>
      </p:pic>
      <p:pic>
        <p:nvPicPr>
          <p:cNvPr id="7" name="Picture 6" descr="image26.png"/>
          <p:cNvPicPr>
            <a:picLocks noChangeAspect="1"/>
          </p:cNvPicPr>
          <p:nvPr/>
        </p:nvPicPr>
        <p:blipFill>
          <a:blip r:embed="rId3"/>
          <a:stretch>
            <a:fillRect/>
          </a:stretch>
        </p:blipFill>
        <p:spPr>
          <a:xfrm>
            <a:off x="5715000" y="1648319"/>
            <a:ext cx="6099048" cy="2089176"/>
          </a:xfrm>
          <a:prstGeom prst="rect">
            <a:avLst/>
          </a:prstGeom>
          <a:ln w="9525">
            <a:solidFill>
              <a:srgbClr val="CCCCCC"/>
            </a:solidFill>
          </a:ln>
        </p:spPr>
      </p:pic>
      <p:sp>
        <p:nvSpPr>
          <p:cNvPr id="8" name="TextBox 7"/>
          <p:cNvSpPr txBox="1"/>
          <p:nvPr/>
        </p:nvSpPr>
        <p:spPr>
          <a:xfrm>
            <a:off x="384048" y="4261104"/>
            <a:ext cx="5074920" cy="219456"/>
          </a:xfrm>
          <a:prstGeom prst="rect">
            <a:avLst/>
          </a:prstGeom>
          <a:noFill/>
        </p:spPr>
        <p:txBody>
          <a:bodyPr wrap="square" lIns="18288" tIns="9144" rIns="18288" bIns="9144" anchor="t">
            <a:spAutoFit/>
          </a:bodyPr>
          <a:lstStyle/>
          <a:p>
            <a:pPr algn="l"/>
            <a:r>
              <a:rPr sz="1000" b="0" i="1">
                <a:solidFill>
                  <a:srgbClr val="707070"/>
                </a:solidFill>
                <a:latin typeface="Arial"/>
              </a:rPr>
              <a:t>Zoom al final de la recepción del byte</a:t>
            </a:r>
          </a:p>
        </p:txBody>
      </p:sp>
      <p:sp>
        <p:nvSpPr>
          <p:cNvPr id="9" name="TextBox 8"/>
          <p:cNvSpPr txBox="1"/>
          <p:nvPr/>
        </p:nvSpPr>
        <p:spPr>
          <a:xfrm>
            <a:off x="5715000" y="4261104"/>
            <a:ext cx="6099048" cy="219456"/>
          </a:xfrm>
          <a:prstGeom prst="rect">
            <a:avLst/>
          </a:prstGeom>
          <a:noFill/>
        </p:spPr>
        <p:txBody>
          <a:bodyPr wrap="square" lIns="18288" tIns="9144" rIns="18288" bIns="9144" anchor="t">
            <a:spAutoFit/>
          </a:bodyPr>
          <a:lstStyle/>
          <a:p>
            <a:pPr algn="l"/>
            <a:r>
              <a:rPr sz="1000" b="0" i="1">
                <a:solidFill>
                  <a:srgbClr val="707070"/>
                </a:solidFill>
                <a:latin typeface="Arial"/>
              </a:rPr>
              <a:t>Trama completa: start, 8 bits de datos y stop</a:t>
            </a:r>
          </a:p>
        </p:txBody>
      </p:sp>
      <p:sp>
        <p:nvSpPr>
          <p:cNvPr id="10" name="Rounded Rectangle 9"/>
          <p:cNvSpPr/>
          <p:nvPr/>
        </p:nvSpPr>
        <p:spPr>
          <a:xfrm>
            <a:off x="384048" y="4617720"/>
            <a:ext cx="11430000" cy="17373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58368" y="4791456"/>
            <a:ext cx="10972800" cy="274320"/>
          </a:xfrm>
          <a:prstGeom prst="rect">
            <a:avLst/>
          </a:prstGeom>
          <a:noFill/>
        </p:spPr>
        <p:txBody>
          <a:bodyPr wrap="square" lIns="18288" tIns="9144" rIns="18288" bIns="9144" anchor="t">
            <a:spAutoFit/>
          </a:bodyPr>
          <a:lstStyle/>
          <a:p>
            <a:pPr algn="l"/>
            <a:r>
              <a:rPr sz="1500" b="1" i="0">
                <a:solidFill>
                  <a:srgbClr val="621F8A"/>
                </a:solidFill>
                <a:latin typeface="Arial"/>
              </a:rPr>
              <a:t>Análisis</a:t>
            </a:r>
          </a:p>
        </p:txBody>
      </p:sp>
      <p:sp>
        <p:nvSpPr>
          <p:cNvPr id="12" name="TextBox 11"/>
          <p:cNvSpPr txBox="1"/>
          <p:nvPr/>
        </p:nvSpPr>
        <p:spPr>
          <a:xfrm>
            <a:off x="658368" y="5138928"/>
            <a:ext cx="10972800" cy="1097280"/>
          </a:xfrm>
          <a:prstGeom prst="rect">
            <a:avLst/>
          </a:prstGeom>
          <a:noFill/>
        </p:spPr>
        <p:txBody>
          <a:bodyPr wrap="square" lIns="18288" tIns="9144" rIns="18288" bIns="9144" anchor="t">
            <a:spAutoFit/>
          </a:bodyPr>
          <a:lstStyle/>
          <a:p>
            <a:pPr algn="l"/>
            <a:r>
              <a:rPr sz="1250" b="0" i="0">
                <a:solidFill>
                  <a:srgbClr val="333333"/>
                </a:solidFill>
                <a:latin typeface="Arial"/>
              </a:rPr>
              <a:t>•  Cuando cycle_cnt llega a 0 tras el último bit de dato, la FSM del receptor avanza de estado 3 a estado 4.</a:t>
            </a:r>
          </a:p>
          <a:p>
            <a:pPr algn="l"/>
            <a:r>
              <a:rPr sz="1250" b="0" i="0">
                <a:solidFill>
                  <a:srgbClr val="333333"/>
                </a:solidFill>
                <a:latin typeface="Arial"/>
              </a:rPr>
              <a:t>•  Se genera el pulso rx_valid, y tanto rx_bits como data_out pasan de 0xF1 (byte anterior) a 0xC5.</a:t>
            </a:r>
          </a:p>
          <a:p>
            <a:pPr algn="l"/>
            <a:r>
              <a:rPr sz="1250" b="0" i="0">
                <a:solidFill>
                  <a:srgbClr val="333333"/>
                </a:solidFill>
                <a:latin typeface="Arial"/>
              </a:rPr>
              <a:t>•  0xC5 coincide exactamente con tx_data = c5, así que el loopback transmitió el byte sin corrupción.</a:t>
            </a:r>
          </a:p>
          <a:p>
            <a:pPr algn="l"/>
            <a:r>
              <a:rPr sz="1250" b="0" i="0">
                <a:solidFill>
                  <a:srgbClr val="333333"/>
                </a:solidFill>
                <a:latin typeface="Arial"/>
              </a:rPr>
              <a:t>•  La caída simultánea de tx_busy confirma que el lado TX también terminó su transmisión.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Verification — PWM y generador de funciones</a:t>
            </a:r>
          </a:p>
        </p:txBody>
      </p:sp>
      <p:sp>
        <p:nvSpPr>
          <p:cNvPr id="3" name="Text Placeholder 2"/>
          <p:cNvSpPr>
            <a:spLocks noGrp="1"/>
          </p:cNvSpPr>
          <p:nvPr>
            <p:ph type="body" idx="1"/>
          </p:nvPr>
        </p:nvSpPr>
        <p:spPr/>
        <p:txBody>
          <a:bodyPr/>
          <a:lstStyle/>
          <a:p>
            <a:r>
              <a:t>El modo analog de Verdi convierte el registro DUTY en una forma de onda visible</a:t>
            </a:r>
          </a:p>
        </p:txBody>
      </p:sp>
      <p:sp>
        <p:nvSpPr>
          <p:cNvPr id="4" name="Text Placeholder 3"/>
          <p:cNvSpPr>
            <a:spLocks noGrp="1"/>
          </p:cNvSpPr>
          <p:nvPr>
            <p:ph type="body" idx="2"/>
          </p:nvPr>
        </p:nvSpPr>
        <p:spPr/>
        <p:txBody>
          <a:bodyPr/>
          <a:lstStyle/>
          <a:p>
            <a:endParaRP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pic>
        <p:nvPicPr>
          <p:cNvPr id="6" name="Picture 5" descr="image42.png"/>
          <p:cNvPicPr>
            <a:picLocks noChangeAspect="1"/>
          </p:cNvPicPr>
          <p:nvPr/>
        </p:nvPicPr>
        <p:blipFill>
          <a:blip r:embed="rId2"/>
          <a:stretch>
            <a:fillRect/>
          </a:stretch>
        </p:blipFill>
        <p:spPr>
          <a:xfrm>
            <a:off x="384048" y="1305971"/>
            <a:ext cx="5623560" cy="1868616"/>
          </a:xfrm>
          <a:prstGeom prst="rect">
            <a:avLst/>
          </a:prstGeom>
          <a:ln w="9525">
            <a:solidFill>
              <a:srgbClr val="CCCCCC"/>
            </a:solidFill>
          </a:ln>
        </p:spPr>
      </p:pic>
      <p:pic>
        <p:nvPicPr>
          <p:cNvPr id="7" name="Picture 6" descr="image19.png"/>
          <p:cNvPicPr>
            <a:picLocks noChangeAspect="1"/>
          </p:cNvPicPr>
          <p:nvPr/>
        </p:nvPicPr>
        <p:blipFill>
          <a:blip r:embed="rId3"/>
          <a:stretch>
            <a:fillRect/>
          </a:stretch>
        </p:blipFill>
        <p:spPr>
          <a:xfrm>
            <a:off x="6190488" y="1360629"/>
            <a:ext cx="5623560" cy="1759301"/>
          </a:xfrm>
          <a:prstGeom prst="rect">
            <a:avLst/>
          </a:prstGeom>
          <a:ln w="9525">
            <a:solidFill>
              <a:srgbClr val="CCCCCC"/>
            </a:solidFill>
          </a:ln>
        </p:spPr>
      </p:pic>
      <p:sp>
        <p:nvSpPr>
          <p:cNvPr id="8" name="TextBox 7"/>
          <p:cNvSpPr txBox="1"/>
          <p:nvPr/>
        </p:nvSpPr>
        <p:spPr>
          <a:xfrm>
            <a:off x="384048" y="3346704"/>
            <a:ext cx="5623560" cy="219456"/>
          </a:xfrm>
          <a:prstGeom prst="rect">
            <a:avLst/>
          </a:prstGeom>
          <a:noFill/>
        </p:spPr>
        <p:txBody>
          <a:bodyPr wrap="square" lIns="18288" tIns="9144" rIns="18288" bIns="9144" anchor="t">
            <a:spAutoFit/>
          </a:bodyPr>
          <a:lstStyle/>
          <a:p>
            <a:pPr algn="l"/>
            <a:r>
              <a:rPr sz="1000" b="0" i="1">
                <a:solidFill>
                  <a:srgbClr val="707070"/>
                </a:solidFill>
                <a:latin typeface="Arial"/>
              </a:rPr>
              <a:t>tb_pwm.sv — el duty programado coincide con los tiempos en alto y bajo del pin</a:t>
            </a:r>
          </a:p>
        </p:txBody>
      </p:sp>
      <p:sp>
        <p:nvSpPr>
          <p:cNvPr id="9" name="TextBox 8"/>
          <p:cNvSpPr txBox="1"/>
          <p:nvPr/>
        </p:nvSpPr>
        <p:spPr>
          <a:xfrm>
            <a:off x="6190488" y="3346704"/>
            <a:ext cx="5623560" cy="219456"/>
          </a:xfrm>
          <a:prstGeom prst="rect">
            <a:avLst/>
          </a:prstGeom>
          <a:noFill/>
        </p:spPr>
        <p:txBody>
          <a:bodyPr wrap="square" lIns="18288" tIns="9144" rIns="18288" bIns="9144" anchor="t">
            <a:spAutoFit/>
          </a:bodyPr>
          <a:lstStyle/>
          <a:p>
            <a:pPr algn="l"/>
            <a:r>
              <a:rPr sz="1000" b="0" i="1">
                <a:solidFill>
                  <a:srgbClr val="707070"/>
                </a:solidFill>
                <a:latin typeface="Arial"/>
              </a:rPr>
              <a:t>tb_pwm_wave.sv — DUTY siguiendo una fórmula senoidal</a:t>
            </a:r>
          </a:p>
        </p:txBody>
      </p:sp>
      <p:sp>
        <p:nvSpPr>
          <p:cNvPr id="10" name="Rounded Rectangle 9"/>
          <p:cNvSpPr/>
          <p:nvPr/>
        </p:nvSpPr>
        <p:spPr>
          <a:xfrm>
            <a:off x="384048" y="3730752"/>
            <a:ext cx="5623560" cy="23317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58368" y="3913632"/>
            <a:ext cx="5120640" cy="274320"/>
          </a:xfrm>
          <a:prstGeom prst="rect">
            <a:avLst/>
          </a:prstGeom>
          <a:noFill/>
        </p:spPr>
        <p:txBody>
          <a:bodyPr wrap="square" lIns="18288" tIns="9144" rIns="18288" bIns="9144" anchor="t">
            <a:spAutoFit/>
          </a:bodyPr>
          <a:lstStyle/>
          <a:p>
            <a:pPr algn="l"/>
            <a:r>
              <a:rPr sz="1500" b="1" i="0">
                <a:solidFill>
                  <a:srgbClr val="621F8A"/>
                </a:solidFill>
                <a:latin typeface="Arial"/>
              </a:rPr>
              <a:t>El experimento</a:t>
            </a:r>
          </a:p>
        </p:txBody>
      </p:sp>
      <p:sp>
        <p:nvSpPr>
          <p:cNvPr id="12" name="TextBox 11"/>
          <p:cNvSpPr txBox="1"/>
          <p:nvPr/>
        </p:nvSpPr>
        <p:spPr>
          <a:xfrm>
            <a:off x="658368" y="4297680"/>
            <a:ext cx="5074920" cy="1691640"/>
          </a:xfrm>
          <a:prstGeom prst="rect">
            <a:avLst/>
          </a:prstGeom>
          <a:noFill/>
        </p:spPr>
        <p:txBody>
          <a:bodyPr wrap="square" lIns="18288" tIns="9144" rIns="18288" bIns="9144" anchor="t">
            <a:spAutoFit/>
          </a:bodyPr>
          <a:lstStyle/>
          <a:p>
            <a:pPr algn="l"/>
            <a:r>
              <a:rPr sz="1250" b="0" i="0">
                <a:solidFill>
                  <a:srgbClr val="333333"/>
                </a:solidFill>
                <a:latin typeface="Arial"/>
              </a:rPr>
              <a:t>En vez de valores random, tb_pwm_wave.sv programa el registro DUTY del PWM siguiendo una fórmula: senoidal, triangular, diente de sierra y cuadrada.</a:t>
            </a:r>
          </a:p>
          <a:p>
            <a:pPr algn="l"/>
            <a:endParaRPr sz="1250" b="0" i="0">
              <a:solidFill>
                <a:srgbClr val="333333"/>
              </a:solidFill>
              <a:latin typeface="Arial"/>
            </a:endParaRPr>
          </a:p>
          <a:p>
            <a:pPr algn="l"/>
            <a:r>
              <a:rPr sz="1250" b="0" i="0">
                <a:solidFill>
                  <a:srgbClr val="333333"/>
                </a:solidFill>
                <a:latin typeface="Arial"/>
              </a:rPr>
              <a:t>Cada muestra se sostiene un periodo completo (256 ciclos con prescaler = 1), así que mmio_data_in traza la forma de onda exacta cuando se ve en modo Analog.</a:t>
            </a:r>
          </a:p>
        </p:txBody>
      </p:sp>
      <p:sp>
        <p:nvSpPr>
          <p:cNvPr id="13" name="Rounded Rectangle 12"/>
          <p:cNvSpPr/>
          <p:nvPr/>
        </p:nvSpPr>
        <p:spPr>
          <a:xfrm>
            <a:off x="6190488" y="3730752"/>
            <a:ext cx="5623560" cy="2331720"/>
          </a:xfrm>
          <a:prstGeom prst="roundRect">
            <a:avLst>
              <a:gd name="adj" fmla="val 5000"/>
            </a:avLst>
          </a:prstGeom>
          <a:solidFill>
            <a:srgbClr val="F3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64808" y="3913632"/>
            <a:ext cx="5120640" cy="274320"/>
          </a:xfrm>
          <a:prstGeom prst="rect">
            <a:avLst/>
          </a:prstGeom>
          <a:noFill/>
        </p:spPr>
        <p:txBody>
          <a:bodyPr wrap="square" lIns="18288" tIns="9144" rIns="18288" bIns="9144" anchor="t">
            <a:spAutoFit/>
          </a:bodyPr>
          <a:lstStyle/>
          <a:p>
            <a:pPr algn="l"/>
            <a:r>
              <a:rPr sz="1500" b="1" i="0">
                <a:solidFill>
                  <a:srgbClr val="621F8A"/>
                </a:solidFill>
                <a:latin typeface="Arial"/>
              </a:rPr>
              <a:t>Lo que aprendí aquí</a:t>
            </a:r>
          </a:p>
        </p:txBody>
      </p:sp>
      <p:sp>
        <p:nvSpPr>
          <p:cNvPr id="15" name="TextBox 14"/>
          <p:cNvSpPr txBox="1"/>
          <p:nvPr/>
        </p:nvSpPr>
        <p:spPr>
          <a:xfrm>
            <a:off x="6464808" y="4297680"/>
            <a:ext cx="5074920" cy="1557349"/>
          </a:xfrm>
          <a:prstGeom prst="rect">
            <a:avLst/>
          </a:prstGeom>
          <a:noFill/>
        </p:spPr>
        <p:txBody>
          <a:bodyPr wrap="square" lIns="18288" tIns="9144" rIns="18288" bIns="9144" anchor="t">
            <a:spAutoFit/>
          </a:bodyPr>
          <a:lstStyle/>
          <a:p>
            <a:pPr algn="l"/>
            <a:r>
              <a:rPr sz="1250" b="0" i="0" dirty="0">
                <a:solidFill>
                  <a:srgbClr val="333333"/>
                </a:solidFill>
                <a:latin typeface="Arial"/>
              </a:rPr>
              <a:t>Fue </a:t>
            </a:r>
            <a:r>
              <a:rPr sz="1250" b="0" i="0" dirty="0" err="1">
                <a:solidFill>
                  <a:srgbClr val="333333"/>
                </a:solidFill>
                <a:latin typeface="Arial"/>
              </a:rPr>
              <a:t>puramente</a:t>
            </a:r>
            <a:r>
              <a:rPr sz="1250" b="0" i="0" dirty="0">
                <a:solidFill>
                  <a:srgbClr val="333333"/>
                </a:solidFill>
                <a:latin typeface="Arial"/>
              </a:rPr>
              <a:t> </a:t>
            </a:r>
            <a:r>
              <a:rPr sz="1250" b="0" i="0" dirty="0" err="1">
                <a:solidFill>
                  <a:srgbClr val="333333"/>
                </a:solidFill>
                <a:latin typeface="Arial"/>
              </a:rPr>
              <a:t>educativo</a:t>
            </a:r>
            <a:r>
              <a:rPr lang="es-MX" sz="1250" b="0" i="0" dirty="0">
                <a:solidFill>
                  <a:srgbClr val="333333"/>
                </a:solidFill>
                <a:latin typeface="Arial"/>
              </a:rPr>
              <a:t> y curioso</a:t>
            </a:r>
            <a:r>
              <a:rPr sz="1250" b="0" i="0" dirty="0">
                <a:solidFill>
                  <a:srgbClr val="333333"/>
                </a:solidFill>
                <a:latin typeface="Arial"/>
              </a:rPr>
              <a:t>, </a:t>
            </a:r>
            <a:r>
              <a:rPr sz="1250" b="0" i="0" dirty="0" err="1">
                <a:solidFill>
                  <a:srgbClr val="333333"/>
                </a:solidFill>
                <a:latin typeface="Arial"/>
              </a:rPr>
              <a:t>pero</a:t>
            </a:r>
            <a:r>
              <a:rPr sz="1250" b="0" i="0" dirty="0">
                <a:solidFill>
                  <a:srgbClr val="333333"/>
                </a:solidFill>
                <a:latin typeface="Arial"/>
              </a:rPr>
              <a:t> me </a:t>
            </a:r>
            <a:r>
              <a:rPr sz="1250" b="0" i="0" dirty="0" err="1">
                <a:solidFill>
                  <a:srgbClr val="333333"/>
                </a:solidFill>
                <a:latin typeface="Arial"/>
              </a:rPr>
              <a:t>mostró</a:t>
            </a:r>
            <a:r>
              <a:rPr sz="1250" b="0" i="0" dirty="0">
                <a:solidFill>
                  <a:srgbClr val="333333"/>
                </a:solidFill>
                <a:latin typeface="Arial"/>
              </a:rPr>
              <a:t> dos </a:t>
            </a:r>
            <a:r>
              <a:rPr sz="1250" b="0" i="0" dirty="0" err="1">
                <a:solidFill>
                  <a:srgbClr val="333333"/>
                </a:solidFill>
                <a:latin typeface="Arial"/>
              </a:rPr>
              <a:t>cosas</a:t>
            </a:r>
            <a:r>
              <a:rPr sz="1250" b="0" i="0" dirty="0">
                <a:solidFill>
                  <a:srgbClr val="333333"/>
                </a:solidFill>
                <a:latin typeface="Arial"/>
              </a:rPr>
              <a:t>:</a:t>
            </a:r>
          </a:p>
          <a:p>
            <a:pPr algn="l"/>
            <a:endParaRPr sz="1250" b="0" i="0" dirty="0">
              <a:solidFill>
                <a:srgbClr val="333333"/>
              </a:solidFill>
              <a:latin typeface="Arial"/>
            </a:endParaRPr>
          </a:p>
          <a:p>
            <a:pPr algn="l"/>
            <a:r>
              <a:rPr sz="1250" b="0" i="0" dirty="0">
                <a:solidFill>
                  <a:srgbClr val="333333"/>
                </a:solidFill>
                <a:latin typeface="Arial"/>
              </a:rPr>
              <a:t>•  </a:t>
            </a:r>
            <a:r>
              <a:rPr sz="1250" b="0" i="0" dirty="0" err="1">
                <a:solidFill>
                  <a:srgbClr val="333333"/>
                </a:solidFill>
                <a:latin typeface="Arial"/>
              </a:rPr>
              <a:t>SystemVerilog</a:t>
            </a:r>
            <a:r>
              <a:rPr sz="1250" b="0" i="0" dirty="0">
                <a:solidFill>
                  <a:srgbClr val="333333"/>
                </a:solidFill>
                <a:latin typeface="Arial"/>
              </a:rPr>
              <a:t> es </a:t>
            </a:r>
            <a:r>
              <a:rPr sz="1250" b="0" i="0" dirty="0" err="1">
                <a:solidFill>
                  <a:srgbClr val="333333"/>
                </a:solidFill>
                <a:latin typeface="Arial"/>
              </a:rPr>
              <a:t>capaz</a:t>
            </a:r>
            <a:r>
              <a:rPr sz="1250" b="0" i="0" dirty="0">
                <a:solidFill>
                  <a:srgbClr val="333333"/>
                </a:solidFill>
                <a:latin typeface="Arial"/>
              </a:rPr>
              <a:t> de </a:t>
            </a:r>
            <a:r>
              <a:rPr sz="1250" b="0" i="0" dirty="0" err="1">
                <a:solidFill>
                  <a:srgbClr val="333333"/>
                </a:solidFill>
                <a:latin typeface="Arial"/>
              </a:rPr>
              <a:t>hacer</a:t>
            </a:r>
            <a:r>
              <a:rPr sz="1250" b="0" i="0" dirty="0">
                <a:solidFill>
                  <a:srgbClr val="333333"/>
                </a:solidFill>
                <a:latin typeface="Arial"/>
              </a:rPr>
              <a:t> </a:t>
            </a:r>
            <a:r>
              <a:rPr sz="1250" b="0" i="0" dirty="0" err="1">
                <a:solidFill>
                  <a:srgbClr val="333333"/>
                </a:solidFill>
                <a:latin typeface="Arial"/>
              </a:rPr>
              <a:t>cálculos</a:t>
            </a:r>
            <a:r>
              <a:rPr sz="1250" b="0" i="0" dirty="0">
                <a:solidFill>
                  <a:srgbClr val="333333"/>
                </a:solidFill>
                <a:latin typeface="Arial"/>
              </a:rPr>
              <a:t> </a:t>
            </a:r>
            <a:r>
              <a:rPr sz="1250" b="0" i="0" dirty="0" err="1">
                <a:solidFill>
                  <a:srgbClr val="333333"/>
                </a:solidFill>
                <a:latin typeface="Arial"/>
              </a:rPr>
              <a:t>relativamente</a:t>
            </a:r>
            <a:r>
              <a:rPr sz="1250" b="0" i="0" dirty="0">
                <a:solidFill>
                  <a:srgbClr val="333333"/>
                </a:solidFill>
                <a:latin typeface="Arial"/>
              </a:rPr>
              <a:t> </a:t>
            </a:r>
            <a:r>
              <a:rPr sz="1250" b="0" i="0" dirty="0" err="1">
                <a:solidFill>
                  <a:srgbClr val="333333"/>
                </a:solidFill>
                <a:latin typeface="Arial"/>
              </a:rPr>
              <a:t>complejos</a:t>
            </a:r>
            <a:r>
              <a:rPr sz="1250" b="0" i="0" dirty="0">
                <a:solidFill>
                  <a:srgbClr val="333333"/>
                </a:solidFill>
                <a:latin typeface="Arial"/>
              </a:rPr>
              <a:t> </a:t>
            </a:r>
            <a:r>
              <a:rPr sz="1250" b="0" i="0" dirty="0" err="1">
                <a:solidFill>
                  <a:srgbClr val="333333"/>
                </a:solidFill>
                <a:latin typeface="Arial"/>
              </a:rPr>
              <a:t>dentro</a:t>
            </a:r>
            <a:r>
              <a:rPr sz="1250" b="0" i="0" dirty="0">
                <a:solidFill>
                  <a:srgbClr val="333333"/>
                </a:solidFill>
                <a:latin typeface="Arial"/>
              </a:rPr>
              <a:t> del testbench, no solo </a:t>
            </a:r>
            <a:r>
              <a:rPr sz="1250" b="0" i="0" dirty="0" err="1">
                <a:solidFill>
                  <a:srgbClr val="333333"/>
                </a:solidFill>
                <a:latin typeface="Arial"/>
              </a:rPr>
              <a:t>aplicar</a:t>
            </a:r>
            <a:r>
              <a:rPr sz="1250" b="0" i="0" dirty="0">
                <a:solidFill>
                  <a:srgbClr val="333333"/>
                </a:solidFill>
                <a:latin typeface="Arial"/>
              </a:rPr>
              <a:t> </a:t>
            </a:r>
            <a:r>
              <a:rPr sz="1250" b="0" i="0" dirty="0" err="1">
                <a:solidFill>
                  <a:srgbClr val="333333"/>
                </a:solidFill>
                <a:latin typeface="Arial"/>
              </a:rPr>
              <a:t>estímulos</a:t>
            </a:r>
            <a:r>
              <a:rPr sz="1250" b="0" i="0" dirty="0">
                <a:solidFill>
                  <a:srgbClr val="333333"/>
                </a:solidFill>
                <a:latin typeface="Arial"/>
              </a:rPr>
              <a:t>.</a:t>
            </a:r>
          </a:p>
          <a:p>
            <a:pPr algn="l"/>
            <a:endParaRPr sz="1250" b="0" i="0" dirty="0">
              <a:solidFill>
                <a:srgbClr val="333333"/>
              </a:solidFill>
              <a:latin typeface="Arial"/>
            </a:endParaRPr>
          </a:p>
          <a:p>
            <a:pPr algn="l"/>
            <a:r>
              <a:rPr sz="1250" b="0" i="0" dirty="0">
                <a:solidFill>
                  <a:srgbClr val="333333"/>
                </a:solidFill>
                <a:latin typeface="Arial"/>
              </a:rPr>
              <a:t>•  El coverage del PWM sale </a:t>
            </a:r>
            <a:r>
              <a:rPr sz="1250" b="0" i="0" dirty="0" err="1">
                <a:solidFill>
                  <a:srgbClr val="333333"/>
                </a:solidFill>
                <a:latin typeface="Arial"/>
              </a:rPr>
              <a:t>más</a:t>
            </a:r>
            <a:r>
              <a:rPr sz="1250" b="0" i="0" dirty="0">
                <a:solidFill>
                  <a:srgbClr val="333333"/>
                </a:solidFill>
                <a:latin typeface="Arial"/>
              </a:rPr>
              <a:t> bajo </a:t>
            </a:r>
            <a:r>
              <a:rPr sz="1250" b="0" i="0" dirty="0" err="1">
                <a:solidFill>
                  <a:srgbClr val="333333"/>
                </a:solidFill>
                <a:latin typeface="Arial"/>
              </a:rPr>
              <a:t>que</a:t>
            </a:r>
            <a:r>
              <a:rPr sz="1250" b="0" i="0" dirty="0">
                <a:solidFill>
                  <a:srgbClr val="333333"/>
                </a:solidFill>
                <a:latin typeface="Arial"/>
              </a:rPr>
              <a:t> el del resto, y </a:t>
            </a:r>
            <a:r>
              <a:rPr sz="1250" b="0" i="0" dirty="0" err="1">
                <a:solidFill>
                  <a:srgbClr val="333333"/>
                </a:solidFill>
                <a:latin typeface="Arial"/>
              </a:rPr>
              <a:t>eso</a:t>
            </a:r>
            <a:r>
              <a:rPr sz="1250" b="0" i="0" dirty="0">
                <a:solidFill>
                  <a:srgbClr val="333333"/>
                </a:solidFill>
                <a:latin typeface="Arial"/>
              </a:rPr>
              <a:t> es </a:t>
            </a:r>
            <a:r>
              <a:rPr sz="1250" b="0" i="0" dirty="0" err="1">
                <a:solidFill>
                  <a:srgbClr val="333333"/>
                </a:solidFill>
                <a:latin typeface="Arial"/>
              </a:rPr>
              <a:t>esperable</a:t>
            </a:r>
            <a:r>
              <a:rPr sz="1250" b="0" i="0" dirty="0">
                <a:solidFill>
                  <a:srgbClr val="333333"/>
                </a:solidFill>
                <a:latin typeface="Arial"/>
              </a:rPr>
              <a:t>: la </a:t>
            </a:r>
            <a:r>
              <a:rPr sz="1250" b="0" i="0" dirty="0" err="1">
                <a:solidFill>
                  <a:srgbClr val="333333"/>
                </a:solidFill>
                <a:latin typeface="Arial"/>
              </a:rPr>
              <a:t>señal</a:t>
            </a:r>
            <a:r>
              <a:rPr sz="1250" b="0" i="0" dirty="0">
                <a:solidFill>
                  <a:srgbClr val="333333"/>
                </a:solidFill>
                <a:latin typeface="Arial"/>
              </a:rPr>
              <a:t> es </a:t>
            </a:r>
            <a:r>
              <a:rPr sz="1250" b="0" i="0" dirty="0" err="1">
                <a:solidFill>
                  <a:srgbClr val="333333"/>
                </a:solidFill>
                <a:latin typeface="Arial"/>
              </a:rPr>
              <a:t>estable</a:t>
            </a:r>
            <a:r>
              <a:rPr sz="1250" b="0" i="0" dirty="0">
                <a:solidFill>
                  <a:srgbClr val="333333"/>
                </a:solidFill>
                <a:latin typeface="Arial"/>
              </a:rPr>
              <a:t> </a:t>
            </a:r>
            <a:r>
              <a:rPr sz="1250" b="0" i="0" dirty="0" err="1">
                <a:solidFill>
                  <a:srgbClr val="333333"/>
                </a:solidFill>
                <a:latin typeface="Arial"/>
              </a:rPr>
              <a:t>por</a:t>
            </a:r>
            <a:r>
              <a:rPr sz="1250" b="0" i="0" dirty="0">
                <a:solidFill>
                  <a:srgbClr val="333333"/>
                </a:solidFill>
                <a:latin typeface="Arial"/>
              </a:rPr>
              <a:t> </a:t>
            </a:r>
            <a:r>
              <a:rPr sz="1250" b="0" i="0" dirty="0" err="1">
                <a:solidFill>
                  <a:srgbClr val="333333"/>
                </a:solidFill>
                <a:latin typeface="Arial"/>
              </a:rPr>
              <a:t>diseño</a:t>
            </a:r>
            <a:r>
              <a:rPr sz="1250" b="0" i="0" dirty="0">
                <a:solidFill>
                  <a:srgbClr val="333333"/>
                </a:solidFill>
                <a:latin typeface="Arial"/>
              </a:rPr>
              <a:t>, no </a:t>
            </a:r>
            <a:r>
              <a:rPr sz="1250" b="0" i="0" dirty="0" err="1">
                <a:solidFill>
                  <a:srgbClr val="333333"/>
                </a:solidFill>
                <a:latin typeface="Arial"/>
              </a:rPr>
              <a:t>hace</a:t>
            </a:r>
            <a:r>
              <a:rPr sz="1250" b="0" i="0" dirty="0">
                <a:solidFill>
                  <a:srgbClr val="333333"/>
                </a:solidFill>
                <a:latin typeface="Arial"/>
              </a:rPr>
              <a:t> toggle a </a:t>
            </a:r>
            <a:r>
              <a:rPr sz="1250" b="0" i="0" dirty="0" err="1">
                <a:solidFill>
                  <a:srgbClr val="333333"/>
                </a:solidFill>
                <a:latin typeface="Arial"/>
              </a:rPr>
              <a:t>cada</a:t>
            </a:r>
            <a:r>
              <a:rPr sz="1250" b="0" i="0" dirty="0">
                <a:solidFill>
                  <a:srgbClr val="333333"/>
                </a:solidFill>
                <a:latin typeface="Arial"/>
              </a:rPr>
              <a:t> </a:t>
            </a:r>
            <a:r>
              <a:rPr sz="1250" b="0" i="0" dirty="0" err="1">
                <a:solidFill>
                  <a:srgbClr val="333333"/>
                </a:solidFill>
                <a:latin typeface="Arial"/>
              </a:rPr>
              <a:t>rato</a:t>
            </a:r>
            <a:r>
              <a:rPr sz="1250" b="0" i="0" dirty="0">
                <a:solidFill>
                  <a:srgbClr val="333333"/>
                </a:solidFill>
                <a:latin typeface="Arial"/>
              </a:rPr>
              <a:t>. </a:t>
            </a:r>
            <a:r>
              <a:rPr sz="1250" b="1" i="0" dirty="0">
                <a:solidFill>
                  <a:srgbClr val="333333"/>
                </a:solidFill>
                <a:latin typeface="Arial"/>
              </a:rPr>
              <a:t>Un </a:t>
            </a:r>
            <a:r>
              <a:rPr sz="1250" b="1" i="0" dirty="0" err="1">
                <a:solidFill>
                  <a:srgbClr val="333333"/>
                </a:solidFill>
                <a:latin typeface="Arial"/>
              </a:rPr>
              <a:t>número</a:t>
            </a:r>
            <a:r>
              <a:rPr sz="1250" b="1" i="0" dirty="0">
                <a:solidFill>
                  <a:srgbClr val="333333"/>
                </a:solidFill>
                <a:latin typeface="Arial"/>
              </a:rPr>
              <a:t> bajo no </a:t>
            </a:r>
            <a:r>
              <a:rPr sz="1250" b="1" i="0" dirty="0" err="1">
                <a:solidFill>
                  <a:srgbClr val="333333"/>
                </a:solidFill>
                <a:latin typeface="Arial"/>
              </a:rPr>
              <a:t>siempre</a:t>
            </a:r>
            <a:r>
              <a:rPr sz="1250" b="1" i="0" dirty="0">
                <a:solidFill>
                  <a:srgbClr val="333333"/>
                </a:solidFill>
                <a:latin typeface="Arial"/>
              </a:rPr>
              <a:t> es un </a:t>
            </a:r>
            <a:r>
              <a:rPr sz="1250" b="1" i="0" dirty="0" err="1">
                <a:solidFill>
                  <a:srgbClr val="333333"/>
                </a:solidFill>
                <a:latin typeface="Arial"/>
              </a:rPr>
              <a:t>problema</a:t>
            </a:r>
            <a:r>
              <a:rPr sz="1250" b="1" i="0" dirty="0">
                <a:solidFill>
                  <a:srgbClr val="333333"/>
                </a:solidFill>
                <a:latin typeface="Arial"/>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Verification — sistema completo</a:t>
            </a:r>
          </a:p>
        </p:txBody>
      </p:sp>
      <p:sp>
        <p:nvSpPr>
          <p:cNvPr id="3" name="Text Placeholder 2"/>
          <p:cNvSpPr>
            <a:spLocks noGrp="1"/>
          </p:cNvSpPr>
          <p:nvPr>
            <p:ph type="body" idx="1"/>
          </p:nvPr>
        </p:nvSpPr>
        <p:spPr/>
        <p:txBody>
          <a:bodyPr/>
          <a:lstStyle/>
          <a:p>
            <a:r>
              <a:rPr dirty="0" err="1"/>
              <a:t>ejecutando</a:t>
            </a:r>
            <a:r>
              <a:rPr dirty="0"/>
              <a:t> </a:t>
            </a:r>
            <a:r>
              <a:rPr dirty="0" err="1"/>
              <a:t>programas</a:t>
            </a:r>
            <a:r>
              <a:rPr dirty="0"/>
              <a:t> reales </a:t>
            </a:r>
            <a:r>
              <a:rPr dirty="0" err="1"/>
              <a:t>cargados</a:t>
            </a:r>
            <a:r>
              <a:rPr dirty="0"/>
              <a:t> </a:t>
            </a:r>
            <a:r>
              <a:rPr dirty="0" err="1"/>
              <a:t>como</a:t>
            </a:r>
            <a:r>
              <a:rPr dirty="0"/>
              <a:t> .hex</a:t>
            </a:r>
          </a:p>
        </p:txBody>
      </p:sp>
      <p:sp>
        <p:nvSpPr>
          <p:cNvPr id="4" name="Text Placeholder 3"/>
          <p:cNvSpPr>
            <a:spLocks noGrp="1"/>
          </p:cNvSpPr>
          <p:nvPr>
            <p:ph type="body" idx="2"/>
          </p:nvPr>
        </p:nvSpPr>
        <p:spPr/>
        <p:txBody>
          <a:bodyPr/>
          <a:lstStyle/>
          <a:p>
            <a:endParaRPr dirty="0"/>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pic>
        <p:nvPicPr>
          <p:cNvPr id="6" name="Picture 5" descr="image87.png"/>
          <p:cNvPicPr>
            <a:picLocks noChangeAspect="1"/>
          </p:cNvPicPr>
          <p:nvPr/>
        </p:nvPicPr>
        <p:blipFill>
          <a:blip r:embed="rId2"/>
          <a:stretch>
            <a:fillRect/>
          </a:stretch>
        </p:blipFill>
        <p:spPr>
          <a:xfrm>
            <a:off x="384048" y="1272847"/>
            <a:ext cx="5760720" cy="2017160"/>
          </a:xfrm>
          <a:prstGeom prst="rect">
            <a:avLst/>
          </a:prstGeom>
          <a:ln w="9525">
            <a:solidFill>
              <a:srgbClr val="CCCCCC"/>
            </a:solidFill>
          </a:ln>
        </p:spPr>
      </p:pic>
      <p:pic>
        <p:nvPicPr>
          <p:cNvPr id="7" name="Picture 6" descr="image134.png"/>
          <p:cNvPicPr>
            <a:picLocks noChangeAspect="1"/>
          </p:cNvPicPr>
          <p:nvPr/>
        </p:nvPicPr>
        <p:blipFill>
          <a:blip r:embed="rId3"/>
          <a:stretch>
            <a:fillRect/>
          </a:stretch>
        </p:blipFill>
        <p:spPr>
          <a:xfrm>
            <a:off x="6327648" y="1351824"/>
            <a:ext cx="5486400" cy="1859207"/>
          </a:xfrm>
          <a:prstGeom prst="rect">
            <a:avLst/>
          </a:prstGeom>
          <a:ln w="9525">
            <a:solidFill>
              <a:srgbClr val="CCCCCC"/>
            </a:solidFill>
          </a:ln>
        </p:spPr>
      </p:pic>
      <p:sp>
        <p:nvSpPr>
          <p:cNvPr id="8" name="TextBox 7"/>
          <p:cNvSpPr txBox="1"/>
          <p:nvPr/>
        </p:nvSpPr>
        <p:spPr>
          <a:xfrm>
            <a:off x="384048" y="3410712"/>
            <a:ext cx="5760720" cy="219456"/>
          </a:xfrm>
          <a:prstGeom prst="rect">
            <a:avLst/>
          </a:prstGeom>
          <a:noFill/>
        </p:spPr>
        <p:txBody>
          <a:bodyPr wrap="square" lIns="18288" tIns="9144" rIns="18288" bIns="9144" anchor="t">
            <a:spAutoFit/>
          </a:bodyPr>
          <a:lstStyle/>
          <a:p>
            <a:pPr algn="l"/>
            <a:r>
              <a:rPr sz="1000" b="0" i="1">
                <a:solidFill>
                  <a:srgbClr val="707070"/>
                </a:solidFill>
                <a:latin typeface="Arial"/>
              </a:rPr>
              <a:t>count.hex — contador simple, las instrucciones se repiten y gpio_out sube</a:t>
            </a:r>
          </a:p>
        </p:txBody>
      </p:sp>
      <p:sp>
        <p:nvSpPr>
          <p:cNvPr id="9" name="TextBox 8"/>
          <p:cNvSpPr txBox="1"/>
          <p:nvPr/>
        </p:nvSpPr>
        <p:spPr>
          <a:xfrm>
            <a:off x="6327648" y="3410712"/>
            <a:ext cx="5486400" cy="219456"/>
          </a:xfrm>
          <a:prstGeom prst="rect">
            <a:avLst/>
          </a:prstGeom>
          <a:noFill/>
        </p:spPr>
        <p:txBody>
          <a:bodyPr wrap="square" lIns="18288" tIns="9144" rIns="18288" bIns="9144" anchor="t">
            <a:spAutoFit/>
          </a:bodyPr>
          <a:lstStyle/>
          <a:p>
            <a:pPr algn="l"/>
            <a:r>
              <a:rPr sz="1000" b="0" i="1">
                <a:solidFill>
                  <a:srgbClr val="707070"/>
                </a:solidFill>
                <a:latin typeface="Arial"/>
              </a:rPr>
              <a:t>salida.hex — Fibonacci en modo analog sobre gpio_out</a:t>
            </a:r>
          </a:p>
        </p:txBody>
      </p:sp>
      <p:sp>
        <p:nvSpPr>
          <p:cNvPr id="10" name="Rounded Rectangle 9"/>
          <p:cNvSpPr/>
          <p:nvPr/>
        </p:nvSpPr>
        <p:spPr>
          <a:xfrm>
            <a:off x="384048" y="3794760"/>
            <a:ext cx="5760720" cy="192024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58368" y="3977639"/>
            <a:ext cx="5212080" cy="274320"/>
          </a:xfrm>
          <a:prstGeom prst="rect">
            <a:avLst/>
          </a:prstGeom>
          <a:noFill/>
        </p:spPr>
        <p:txBody>
          <a:bodyPr wrap="square" lIns="18288" tIns="9144" rIns="18288" bIns="9144" anchor="t">
            <a:spAutoFit/>
          </a:bodyPr>
          <a:lstStyle/>
          <a:p>
            <a:pPr algn="l"/>
            <a:r>
              <a:rPr sz="1450" b="1" i="0">
                <a:solidFill>
                  <a:srgbClr val="621F8A"/>
                </a:solidFill>
                <a:latin typeface="Arial"/>
              </a:rPr>
              <a:t>Contador cargado en la ROM</a:t>
            </a:r>
          </a:p>
        </p:txBody>
      </p:sp>
      <p:sp>
        <p:nvSpPr>
          <p:cNvPr id="12" name="TextBox 11"/>
          <p:cNvSpPr txBox="1"/>
          <p:nvPr/>
        </p:nvSpPr>
        <p:spPr>
          <a:xfrm>
            <a:off x="658368" y="4370832"/>
            <a:ext cx="5212080" cy="1005840"/>
          </a:xfrm>
          <a:prstGeom prst="rect">
            <a:avLst/>
          </a:prstGeom>
          <a:noFill/>
        </p:spPr>
        <p:txBody>
          <a:bodyPr wrap="square" lIns="18288" tIns="9144" rIns="18288" bIns="9144" anchor="t">
            <a:spAutoFit/>
          </a:bodyPr>
          <a:lstStyle/>
          <a:p>
            <a:pPr algn="l"/>
            <a:r>
              <a:rPr sz="1150" b="0" i="0">
                <a:solidFill>
                  <a:srgbClr val="333333"/>
                </a:solidFill>
                <a:latin typeface="Courier New"/>
              </a:rPr>
              <a:t>rom[0] 0x0400  ADDI r1, r0, 0     r1 = 0</a:t>
            </a:r>
          </a:p>
          <a:p>
            <a:pPr algn="l"/>
            <a:r>
              <a:rPr sz="1150" b="0" i="0">
                <a:solidFill>
                  <a:srgbClr val="333333"/>
                </a:solidFill>
                <a:latin typeface="Courier New"/>
              </a:rPr>
              <a:t>rom[1] 0x0481  ADDI r1, r1, 1     r1++</a:t>
            </a:r>
          </a:p>
          <a:p>
            <a:pPr algn="l"/>
            <a:r>
              <a:rPr sz="1150" b="0" i="0">
                <a:solidFill>
                  <a:srgbClr val="333333"/>
                </a:solidFill>
                <a:latin typeface="Courier New"/>
              </a:rPr>
              <a:t>rom[2] 0xC080  OUT  r1            gpio_out = r1</a:t>
            </a:r>
          </a:p>
          <a:p>
            <a:pPr algn="l"/>
            <a:r>
              <a:rPr sz="1150" b="0" i="0">
                <a:solidFill>
                  <a:srgbClr val="333333"/>
                </a:solidFill>
                <a:latin typeface="Courier New"/>
              </a:rPr>
              <a:t>rom[3] 0xE001  JUMP 1             loop</a:t>
            </a:r>
          </a:p>
        </p:txBody>
      </p:sp>
      <p:sp>
        <p:nvSpPr>
          <p:cNvPr id="13" name="TextBox 12"/>
          <p:cNvSpPr txBox="1"/>
          <p:nvPr/>
        </p:nvSpPr>
        <p:spPr>
          <a:xfrm>
            <a:off x="658368" y="5394960"/>
            <a:ext cx="5212080" cy="274320"/>
          </a:xfrm>
          <a:prstGeom prst="rect">
            <a:avLst/>
          </a:prstGeom>
          <a:noFill/>
        </p:spPr>
        <p:txBody>
          <a:bodyPr wrap="square" lIns="18288" tIns="9144" rIns="18288" bIns="9144" anchor="t">
            <a:spAutoFit/>
          </a:bodyPr>
          <a:lstStyle/>
          <a:p>
            <a:pPr algn="l"/>
            <a:r>
              <a:rPr sz="1150" b="0" i="1">
                <a:solidFill>
                  <a:srgbClr val="707070"/>
                </a:solidFill>
                <a:latin typeface="Arial"/>
              </a:rPr>
              <a:t>Se carga con +define+PROGRAM_HEX, sin tocar el RTL.</a:t>
            </a:r>
          </a:p>
        </p:txBody>
      </p:sp>
      <p:sp>
        <p:nvSpPr>
          <p:cNvPr id="14" name="Rounded Rectangle 13"/>
          <p:cNvSpPr/>
          <p:nvPr/>
        </p:nvSpPr>
        <p:spPr>
          <a:xfrm>
            <a:off x="6327648" y="3794760"/>
            <a:ext cx="5486400" cy="1920240"/>
          </a:xfrm>
          <a:prstGeom prst="roundRect">
            <a:avLst>
              <a:gd name="adj" fmla="val 5000"/>
            </a:avLst>
          </a:prstGeom>
          <a:solidFill>
            <a:srgbClr val="F3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601968" y="3977639"/>
            <a:ext cx="4937760" cy="274320"/>
          </a:xfrm>
          <a:prstGeom prst="rect">
            <a:avLst/>
          </a:prstGeom>
          <a:noFill/>
        </p:spPr>
        <p:txBody>
          <a:bodyPr wrap="square" lIns="18288" tIns="9144" rIns="18288" bIns="9144" anchor="t">
            <a:spAutoFit/>
          </a:bodyPr>
          <a:lstStyle/>
          <a:p>
            <a:pPr algn="l"/>
            <a:r>
              <a:rPr sz="1450" b="1" i="0">
                <a:solidFill>
                  <a:srgbClr val="621F8A"/>
                </a:solidFill>
                <a:latin typeface="Arial"/>
              </a:rPr>
              <a:t>Fibonacci desde ASM RISC-V</a:t>
            </a:r>
          </a:p>
        </p:txBody>
      </p:sp>
      <p:sp>
        <p:nvSpPr>
          <p:cNvPr id="16" name="TextBox 15"/>
          <p:cNvSpPr txBox="1"/>
          <p:nvPr/>
        </p:nvSpPr>
        <p:spPr>
          <a:xfrm>
            <a:off x="6601968" y="4270248"/>
            <a:ext cx="4937760" cy="1364989"/>
          </a:xfrm>
          <a:prstGeom prst="rect">
            <a:avLst/>
          </a:prstGeom>
          <a:noFill/>
        </p:spPr>
        <p:txBody>
          <a:bodyPr wrap="square" lIns="18288" tIns="9144" rIns="18288" bIns="9144" anchor="t">
            <a:spAutoFit/>
          </a:bodyPr>
          <a:lstStyle/>
          <a:p>
            <a:pPr algn="l"/>
            <a:r>
              <a:rPr sz="1250" b="0" i="0" dirty="0">
                <a:solidFill>
                  <a:srgbClr val="333333"/>
                </a:solidFill>
                <a:latin typeface="Arial"/>
              </a:rPr>
              <a:t>14 </a:t>
            </a:r>
            <a:r>
              <a:rPr sz="1250" b="0" i="0" dirty="0" err="1">
                <a:solidFill>
                  <a:srgbClr val="333333"/>
                </a:solidFill>
                <a:latin typeface="Arial"/>
              </a:rPr>
              <a:t>instrucciones</a:t>
            </a:r>
            <a:r>
              <a:rPr sz="1250" b="0" i="0" dirty="0">
                <a:solidFill>
                  <a:srgbClr val="333333"/>
                </a:solidFill>
                <a:latin typeface="Arial"/>
              </a:rPr>
              <a:t> </a:t>
            </a:r>
            <a:r>
              <a:rPr sz="1250" b="0" i="0" dirty="0" err="1">
                <a:solidFill>
                  <a:srgbClr val="333333"/>
                </a:solidFill>
                <a:latin typeface="Arial"/>
              </a:rPr>
              <a:t>ensambladas</a:t>
            </a:r>
            <a:r>
              <a:rPr sz="1250" b="0" i="0" dirty="0">
                <a:solidFill>
                  <a:srgbClr val="333333"/>
                </a:solidFill>
                <a:latin typeface="Arial"/>
              </a:rPr>
              <a:t> con mi disassembler</a:t>
            </a:r>
            <a:r>
              <a:rPr lang="es-MX" sz="1250" b="0" i="0" dirty="0">
                <a:solidFill>
                  <a:srgbClr val="333333"/>
                </a:solidFill>
                <a:latin typeface="Arial"/>
              </a:rPr>
              <a:t> (Python)</a:t>
            </a:r>
            <a:r>
              <a:rPr sz="1250" b="0" i="0" dirty="0">
                <a:solidFill>
                  <a:srgbClr val="333333"/>
                </a:solidFill>
                <a:latin typeface="Arial"/>
              </a:rPr>
              <a:t>.</a:t>
            </a:r>
          </a:p>
          <a:p>
            <a:pPr algn="l"/>
            <a:endParaRPr sz="1250" b="0" i="0" dirty="0">
              <a:solidFill>
                <a:srgbClr val="333333"/>
              </a:solidFill>
              <a:latin typeface="Arial"/>
            </a:endParaRPr>
          </a:p>
          <a:p>
            <a:pPr algn="l"/>
            <a:r>
              <a:rPr sz="1250" b="0" i="0" dirty="0">
                <a:solidFill>
                  <a:srgbClr val="333333"/>
                </a:solidFill>
                <a:latin typeface="Arial"/>
              </a:rPr>
              <a:t>La </a:t>
            </a:r>
            <a:r>
              <a:rPr sz="1250" b="0" i="0" dirty="0" err="1">
                <a:solidFill>
                  <a:srgbClr val="333333"/>
                </a:solidFill>
                <a:latin typeface="Arial"/>
              </a:rPr>
              <a:t>secuencia</a:t>
            </a:r>
            <a:r>
              <a:rPr sz="1250" b="0" i="0" dirty="0">
                <a:solidFill>
                  <a:srgbClr val="333333"/>
                </a:solidFill>
                <a:latin typeface="Arial"/>
              </a:rPr>
              <a:t> coincide hasta 233. Al </a:t>
            </a:r>
            <a:r>
              <a:rPr sz="1250" b="0" i="0" dirty="0" err="1">
                <a:solidFill>
                  <a:srgbClr val="333333"/>
                </a:solidFill>
                <a:latin typeface="Arial"/>
              </a:rPr>
              <a:t>intentar</a:t>
            </a:r>
            <a:r>
              <a:rPr sz="1250" b="0" i="0" dirty="0">
                <a:solidFill>
                  <a:srgbClr val="333333"/>
                </a:solidFill>
                <a:latin typeface="Arial"/>
              </a:rPr>
              <a:t> </a:t>
            </a:r>
            <a:r>
              <a:rPr sz="1250" b="0" i="0" dirty="0" err="1">
                <a:solidFill>
                  <a:srgbClr val="333333"/>
                </a:solidFill>
                <a:latin typeface="Arial"/>
              </a:rPr>
              <a:t>llegar</a:t>
            </a:r>
            <a:r>
              <a:rPr sz="1250" b="0" i="0" dirty="0">
                <a:solidFill>
                  <a:srgbClr val="333333"/>
                </a:solidFill>
                <a:latin typeface="Arial"/>
              </a:rPr>
              <a:t> a 377 </a:t>
            </a:r>
            <a:r>
              <a:rPr sz="1250" b="0" i="0" dirty="0" err="1">
                <a:solidFill>
                  <a:srgbClr val="333333"/>
                </a:solidFill>
                <a:latin typeface="Arial"/>
              </a:rPr>
              <a:t>hace</a:t>
            </a:r>
            <a:r>
              <a:rPr sz="1250" b="0" i="0" dirty="0">
                <a:solidFill>
                  <a:srgbClr val="333333"/>
                </a:solidFill>
                <a:latin typeface="Arial"/>
              </a:rPr>
              <a:t> overflow, </a:t>
            </a:r>
            <a:r>
              <a:rPr sz="1250" b="0" i="0" dirty="0" err="1">
                <a:solidFill>
                  <a:srgbClr val="333333"/>
                </a:solidFill>
                <a:latin typeface="Arial"/>
              </a:rPr>
              <a:t>que</a:t>
            </a:r>
            <a:r>
              <a:rPr sz="1250" b="0" i="0" dirty="0">
                <a:solidFill>
                  <a:srgbClr val="333333"/>
                </a:solidFill>
                <a:latin typeface="Arial"/>
              </a:rPr>
              <a:t> es </a:t>
            </a:r>
            <a:r>
              <a:rPr sz="1250" b="0" i="0" dirty="0" err="1">
                <a:solidFill>
                  <a:srgbClr val="333333"/>
                </a:solidFill>
                <a:latin typeface="Arial"/>
              </a:rPr>
              <a:t>exactamente</a:t>
            </a:r>
            <a:r>
              <a:rPr sz="1250" b="0" i="0" dirty="0">
                <a:solidFill>
                  <a:srgbClr val="333333"/>
                </a:solidFill>
                <a:latin typeface="Arial"/>
              </a:rPr>
              <a:t> lo </a:t>
            </a:r>
            <a:r>
              <a:rPr sz="1250" b="0" i="0" dirty="0" err="1">
                <a:solidFill>
                  <a:srgbClr val="333333"/>
                </a:solidFill>
                <a:latin typeface="Arial"/>
              </a:rPr>
              <a:t>esperado</a:t>
            </a:r>
            <a:r>
              <a:rPr sz="1250" b="0" i="0" dirty="0">
                <a:solidFill>
                  <a:srgbClr val="333333"/>
                </a:solidFill>
                <a:latin typeface="Arial"/>
              </a:rPr>
              <a:t> </a:t>
            </a:r>
            <a:r>
              <a:rPr sz="1250" b="0" i="0" dirty="0" err="1">
                <a:solidFill>
                  <a:srgbClr val="333333"/>
                </a:solidFill>
                <a:latin typeface="Arial"/>
              </a:rPr>
              <a:t>en</a:t>
            </a:r>
            <a:r>
              <a:rPr sz="1250" b="0" i="0" dirty="0">
                <a:solidFill>
                  <a:srgbClr val="333333"/>
                </a:solidFill>
                <a:latin typeface="Arial"/>
              </a:rPr>
              <a:t> un </a:t>
            </a:r>
            <a:r>
              <a:rPr sz="1250" b="0" i="0" dirty="0" err="1">
                <a:solidFill>
                  <a:srgbClr val="333333"/>
                </a:solidFill>
                <a:latin typeface="Arial"/>
              </a:rPr>
              <a:t>datapath</a:t>
            </a:r>
            <a:r>
              <a:rPr sz="1250" b="0" i="0" dirty="0">
                <a:solidFill>
                  <a:srgbClr val="333333"/>
                </a:solidFill>
                <a:latin typeface="Arial"/>
              </a:rPr>
              <a:t> de 8 bits.</a:t>
            </a:r>
          </a:p>
          <a:p>
            <a:pPr algn="l"/>
            <a:endParaRPr sz="1250" b="0" i="0" dirty="0">
              <a:solidFill>
                <a:srgbClr val="333333"/>
              </a:solidFill>
              <a:latin typeface="Arial"/>
            </a:endParaRPr>
          </a:p>
          <a:p>
            <a:pPr algn="l"/>
            <a:r>
              <a:rPr sz="1250" b="0" i="0" dirty="0">
                <a:solidFill>
                  <a:srgbClr val="333333"/>
                </a:solidFill>
                <a:latin typeface="Arial"/>
              </a:rPr>
              <a:t>Esto </a:t>
            </a:r>
            <a:r>
              <a:rPr sz="1250" b="0" i="0" dirty="0" err="1">
                <a:solidFill>
                  <a:srgbClr val="333333"/>
                </a:solidFill>
                <a:latin typeface="Arial"/>
              </a:rPr>
              <a:t>valida</a:t>
            </a:r>
            <a:r>
              <a:rPr sz="1250" b="0" i="0" dirty="0">
                <a:solidFill>
                  <a:srgbClr val="333333"/>
                </a:solidFill>
                <a:latin typeface="Arial"/>
              </a:rPr>
              <a:t> las dos </a:t>
            </a:r>
            <a:r>
              <a:rPr sz="1250" b="0" i="0" dirty="0" err="1">
                <a:solidFill>
                  <a:srgbClr val="333333"/>
                </a:solidFill>
                <a:latin typeface="Arial"/>
              </a:rPr>
              <a:t>cosas</a:t>
            </a:r>
            <a:r>
              <a:rPr sz="1250" b="0" i="0" dirty="0">
                <a:solidFill>
                  <a:srgbClr val="333333"/>
                </a:solidFill>
                <a:latin typeface="Arial"/>
              </a:rPr>
              <a:t> a la </a:t>
            </a:r>
            <a:r>
              <a:rPr sz="1250" b="0" i="0" dirty="0" err="1">
                <a:solidFill>
                  <a:srgbClr val="333333"/>
                </a:solidFill>
                <a:latin typeface="Arial"/>
              </a:rPr>
              <a:t>vez</a:t>
            </a:r>
            <a:r>
              <a:rPr sz="1250" b="0" i="0" dirty="0">
                <a:solidFill>
                  <a:srgbClr val="333333"/>
                </a:solidFill>
                <a:latin typeface="Arial"/>
              </a:rPr>
              <a:t>: el CPU </a:t>
            </a:r>
            <a:r>
              <a:rPr sz="1250" b="0" i="0" dirty="0" err="1">
                <a:solidFill>
                  <a:srgbClr val="333333"/>
                </a:solidFill>
                <a:latin typeface="Arial"/>
              </a:rPr>
              <a:t>ejecuta</a:t>
            </a:r>
            <a:r>
              <a:rPr sz="1250" b="0" i="0" dirty="0">
                <a:solidFill>
                  <a:srgbClr val="333333"/>
                </a:solidFill>
                <a:latin typeface="Arial"/>
              </a:rPr>
              <a:t> </a:t>
            </a:r>
            <a:r>
              <a:rPr sz="1250" b="0" i="0" dirty="0" err="1">
                <a:solidFill>
                  <a:srgbClr val="333333"/>
                </a:solidFill>
                <a:latin typeface="Arial"/>
              </a:rPr>
              <a:t>correctamente</a:t>
            </a:r>
            <a:r>
              <a:rPr sz="1250" b="0" i="0" dirty="0">
                <a:solidFill>
                  <a:srgbClr val="333333"/>
                </a:solidFill>
                <a:latin typeface="Arial"/>
              </a:rPr>
              <a:t> y la </a:t>
            </a:r>
            <a:r>
              <a:rPr sz="1250" b="0" i="0" dirty="0" err="1">
                <a:solidFill>
                  <a:srgbClr val="333333"/>
                </a:solidFill>
                <a:latin typeface="Arial"/>
              </a:rPr>
              <a:t>cadena</a:t>
            </a:r>
            <a:r>
              <a:rPr sz="1250" b="0" i="0" dirty="0">
                <a:solidFill>
                  <a:srgbClr val="333333"/>
                </a:solidFill>
                <a:latin typeface="Arial"/>
              </a:rPr>
              <a:t> ASM → hex → memoria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Waveforms de las 8 instrucciones requeridas (1/3)</a:t>
            </a:r>
          </a:p>
        </p:txBody>
      </p:sp>
      <p:sp>
        <p:nvSpPr>
          <p:cNvPr id="3" name="Text Placeholder 2"/>
          <p:cNvSpPr>
            <a:spLocks noGrp="1"/>
          </p:cNvSpPr>
          <p:nvPr>
            <p:ph type="body" idx="1"/>
          </p:nvPr>
        </p:nvSpPr>
        <p:spPr/>
        <p:txBody>
          <a:bodyPr/>
          <a:lstStyle/>
          <a:p>
            <a:r>
              <a:t>Programa isa8.hex — señales: alu_a, alu_b, alu_op, alu_out, instruction_in, pc y st (estado)</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
        <p:nvSpPr>
          <p:cNvPr id="6" name="TextBox 5"/>
          <p:cNvSpPr txBox="1"/>
          <p:nvPr/>
        </p:nvSpPr>
        <p:spPr>
          <a:xfrm>
            <a:off x="384048" y="1207008"/>
            <a:ext cx="3246120" cy="274320"/>
          </a:xfrm>
          <a:prstGeom prst="rect">
            <a:avLst/>
          </a:prstGeom>
          <a:noFill/>
        </p:spPr>
        <p:txBody>
          <a:bodyPr wrap="square" lIns="18288" tIns="9144" rIns="18288" bIns="9144" anchor="t">
            <a:spAutoFit/>
          </a:bodyPr>
          <a:lstStyle/>
          <a:p>
            <a:pPr algn="l"/>
            <a:r>
              <a:rPr sz="1300" b="1" i="0">
                <a:solidFill>
                  <a:srgbClr val="621F8A"/>
                </a:solidFill>
                <a:latin typeface="Arial"/>
              </a:rPr>
              <a:t>ADDI  ·  pc = 0  ·  instr = 0x0405</a:t>
            </a:r>
          </a:p>
        </p:txBody>
      </p:sp>
      <p:sp>
        <p:nvSpPr>
          <p:cNvPr id="7" name="TextBox 6"/>
          <p:cNvSpPr txBox="1"/>
          <p:nvPr/>
        </p:nvSpPr>
        <p:spPr>
          <a:xfrm>
            <a:off x="384048" y="1517904"/>
            <a:ext cx="3246120" cy="1498907"/>
          </a:xfrm>
          <a:prstGeom prst="rect">
            <a:avLst/>
          </a:prstGeom>
          <a:noFill/>
        </p:spPr>
        <p:txBody>
          <a:bodyPr wrap="square" lIns="18288" tIns="9144" rIns="18288" bIns="9144" anchor="t">
            <a:spAutoFit/>
          </a:bodyPr>
          <a:lstStyle/>
          <a:p>
            <a:pPr algn="l"/>
            <a:r>
              <a:rPr sz="1150" b="0" i="0">
                <a:solidFill>
                  <a:srgbClr val="333333"/>
                </a:solidFill>
                <a:latin typeface="Arial"/>
              </a:rPr>
              <a:t>ADDI r1, r0, 5. El estado recorre FETCH → WAIT → DECODE → EXEC → MEM → WB. En WB el registro r1 pasa de 0 a 5: r1 = r0 + 5 = 5.</a:t>
            </a:r>
          </a:p>
        </p:txBody>
      </p:sp>
      <p:pic>
        <p:nvPicPr>
          <p:cNvPr id="8" name="Picture 7" descr="image21.png"/>
          <p:cNvPicPr>
            <a:picLocks noChangeAspect="1"/>
          </p:cNvPicPr>
          <p:nvPr/>
        </p:nvPicPr>
        <p:blipFill>
          <a:blip r:embed="rId2"/>
          <a:stretch>
            <a:fillRect/>
          </a:stretch>
        </p:blipFill>
        <p:spPr>
          <a:xfrm>
            <a:off x="3840480" y="1207008"/>
            <a:ext cx="7973568" cy="1498907"/>
          </a:xfrm>
          <a:prstGeom prst="rect">
            <a:avLst/>
          </a:prstGeom>
          <a:ln w="9525">
            <a:solidFill>
              <a:srgbClr val="CCCCCC"/>
            </a:solidFill>
          </a:ln>
        </p:spPr>
      </p:pic>
      <p:sp>
        <p:nvSpPr>
          <p:cNvPr id="9" name="TextBox 8"/>
          <p:cNvSpPr txBox="1"/>
          <p:nvPr/>
        </p:nvSpPr>
        <p:spPr>
          <a:xfrm>
            <a:off x="384048" y="3226399"/>
            <a:ext cx="3246120" cy="274320"/>
          </a:xfrm>
          <a:prstGeom prst="rect">
            <a:avLst/>
          </a:prstGeom>
          <a:noFill/>
        </p:spPr>
        <p:txBody>
          <a:bodyPr wrap="square" lIns="18288" tIns="9144" rIns="18288" bIns="9144" anchor="t">
            <a:spAutoFit/>
          </a:bodyPr>
          <a:lstStyle/>
          <a:p>
            <a:pPr algn="l"/>
            <a:r>
              <a:rPr sz="1300" b="1" i="0">
                <a:solidFill>
                  <a:srgbClr val="621F8A"/>
                </a:solidFill>
                <a:latin typeface="Arial"/>
              </a:rPr>
              <a:t>ADD  ·  pc = 2  ·  instr = 0x2ca0</a:t>
            </a:r>
          </a:p>
        </p:txBody>
      </p:sp>
      <p:sp>
        <p:nvSpPr>
          <p:cNvPr id="10" name="TextBox 9"/>
          <p:cNvSpPr txBox="1"/>
          <p:nvPr/>
        </p:nvSpPr>
        <p:spPr>
          <a:xfrm>
            <a:off x="384048" y="3537295"/>
            <a:ext cx="3246120" cy="1573730"/>
          </a:xfrm>
          <a:prstGeom prst="rect">
            <a:avLst/>
          </a:prstGeom>
          <a:noFill/>
        </p:spPr>
        <p:txBody>
          <a:bodyPr wrap="square" lIns="18288" tIns="9144" rIns="18288" bIns="9144" anchor="t">
            <a:spAutoFit/>
          </a:bodyPr>
          <a:lstStyle/>
          <a:p>
            <a:pPr algn="l"/>
            <a:r>
              <a:rPr sz="1150" b="0" i="0">
                <a:solidFill>
                  <a:srgbClr val="333333"/>
                </a:solidFill>
                <a:latin typeface="Arial"/>
              </a:rPr>
              <a:t>ADD r3, r1, r2 con r1 = 5 y r2 = 3 ya cargados. En EXEC la ALU suma ambos registros y en WB r3 toma el valor 8.</a:t>
            </a:r>
          </a:p>
        </p:txBody>
      </p:sp>
      <p:pic>
        <p:nvPicPr>
          <p:cNvPr id="11" name="Picture 10" descr="image13.png"/>
          <p:cNvPicPr>
            <a:picLocks noChangeAspect="1"/>
          </p:cNvPicPr>
          <p:nvPr/>
        </p:nvPicPr>
        <p:blipFill>
          <a:blip r:embed="rId3"/>
          <a:stretch>
            <a:fillRect/>
          </a:stretch>
        </p:blipFill>
        <p:spPr>
          <a:xfrm>
            <a:off x="3840480" y="3226399"/>
            <a:ext cx="7973568" cy="1573730"/>
          </a:xfrm>
          <a:prstGeom prst="rect">
            <a:avLst/>
          </a:prstGeom>
          <a:ln w="9525">
            <a:solidFill>
              <a:srgbClr val="CCCCCC"/>
            </a:solidFill>
          </a:ln>
        </p:spPr>
      </p:pic>
      <p:sp>
        <p:nvSpPr>
          <p:cNvPr id="12" name="TextBox 11"/>
          <p:cNvSpPr txBox="1"/>
          <p:nvPr/>
        </p:nvSpPr>
        <p:spPr>
          <a:xfrm>
            <a:off x="384048" y="5320613"/>
            <a:ext cx="3246120" cy="274320"/>
          </a:xfrm>
          <a:prstGeom prst="rect">
            <a:avLst/>
          </a:prstGeom>
          <a:noFill/>
        </p:spPr>
        <p:txBody>
          <a:bodyPr wrap="square" lIns="18288" tIns="9144" rIns="18288" bIns="9144" anchor="t">
            <a:spAutoFit/>
          </a:bodyPr>
          <a:lstStyle/>
          <a:p>
            <a:pPr algn="l"/>
            <a:r>
              <a:rPr sz="1300" b="1" i="0">
                <a:solidFill>
                  <a:srgbClr val="621F8A"/>
                </a:solidFill>
                <a:latin typeface="Arial"/>
              </a:rPr>
              <a:t>OUT  ·  pc = 3  ·  instr = 0xc180</a:t>
            </a:r>
          </a:p>
        </p:txBody>
      </p:sp>
      <p:sp>
        <p:nvSpPr>
          <p:cNvPr id="13" name="TextBox 12"/>
          <p:cNvSpPr txBox="1"/>
          <p:nvPr/>
        </p:nvSpPr>
        <p:spPr>
          <a:xfrm>
            <a:off x="384048" y="5631509"/>
            <a:ext cx="3246120" cy="914400"/>
          </a:xfrm>
          <a:prstGeom prst="rect">
            <a:avLst/>
          </a:prstGeom>
          <a:noFill/>
        </p:spPr>
        <p:txBody>
          <a:bodyPr wrap="square" lIns="18288" tIns="9144" rIns="18288" bIns="9144" anchor="t">
            <a:spAutoFit/>
          </a:bodyPr>
          <a:lstStyle/>
          <a:p>
            <a:pPr algn="l"/>
            <a:r>
              <a:rPr sz="1150" b="0" i="0">
                <a:solidFill>
                  <a:srgbClr val="333333"/>
                </a:solidFill>
                <a:latin typeface="Arial"/>
              </a:rPr>
              <a:t>OUT r3. En el estado MEM el valor de r3 se copia al puerto de salida: gpio_out pasa a 8, confirmando que el dato sale del CPU.</a:t>
            </a:r>
          </a:p>
        </p:txBody>
      </p:sp>
      <p:pic>
        <p:nvPicPr>
          <p:cNvPr id="14" name="Picture 13" descr="image34.png"/>
          <p:cNvPicPr>
            <a:picLocks noChangeAspect="1"/>
          </p:cNvPicPr>
          <p:nvPr/>
        </p:nvPicPr>
        <p:blipFill>
          <a:blip r:embed="rId4"/>
          <a:stretch>
            <a:fillRect/>
          </a:stretch>
        </p:blipFill>
        <p:spPr>
          <a:xfrm>
            <a:off x="3840480" y="5320613"/>
            <a:ext cx="7973568" cy="696861"/>
          </a:xfrm>
          <a:prstGeom prst="rect">
            <a:avLst/>
          </a:prstGeom>
          <a:ln w="9525">
            <a:solidFill>
              <a:srgbClr val="CCCCCC"/>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Waveforms de las 8 instrucciones requeridas (2/3)</a:t>
            </a:r>
          </a:p>
        </p:txBody>
      </p:sp>
      <p:sp>
        <p:nvSpPr>
          <p:cNvPr id="3" name="Text Placeholder 2"/>
          <p:cNvSpPr>
            <a:spLocks noGrp="1"/>
          </p:cNvSpPr>
          <p:nvPr>
            <p:ph type="body" idx="1"/>
          </p:nvPr>
        </p:nvSpPr>
        <p:spPr/>
        <p:txBody>
          <a:bodyPr/>
          <a:lstStyle/>
          <a:p>
            <a:r>
              <a:t>Para memoria se añaden a la waveform mem_we, mem_re, mem_addr, mem_wdata y mem_rdata</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
        <p:nvSpPr>
          <p:cNvPr id="6" name="TextBox 5"/>
          <p:cNvSpPr txBox="1"/>
          <p:nvPr/>
        </p:nvSpPr>
        <p:spPr>
          <a:xfrm>
            <a:off x="384048" y="1207008"/>
            <a:ext cx="3246120" cy="274320"/>
          </a:xfrm>
          <a:prstGeom prst="rect">
            <a:avLst/>
          </a:prstGeom>
          <a:noFill/>
        </p:spPr>
        <p:txBody>
          <a:bodyPr wrap="square" lIns="18288" tIns="9144" rIns="18288" bIns="9144" anchor="t">
            <a:spAutoFit/>
          </a:bodyPr>
          <a:lstStyle/>
          <a:p>
            <a:pPr algn="l"/>
            <a:r>
              <a:rPr sz="1300" b="1" i="0">
                <a:solidFill>
                  <a:srgbClr val="621F8A"/>
                </a:solidFill>
                <a:latin typeface="Arial"/>
              </a:rPr>
              <a:t>STORE  ·  pc = 4  ·  instr = 0x6c04</a:t>
            </a:r>
          </a:p>
        </p:txBody>
      </p:sp>
      <p:sp>
        <p:nvSpPr>
          <p:cNvPr id="7" name="TextBox 6"/>
          <p:cNvSpPr txBox="1"/>
          <p:nvPr/>
        </p:nvSpPr>
        <p:spPr>
          <a:xfrm>
            <a:off x="384048" y="1517904"/>
            <a:ext cx="3246120" cy="914400"/>
          </a:xfrm>
          <a:prstGeom prst="rect">
            <a:avLst/>
          </a:prstGeom>
          <a:noFill/>
        </p:spPr>
        <p:txBody>
          <a:bodyPr wrap="square" lIns="18288" tIns="9144" rIns="18288" bIns="9144" anchor="t">
            <a:spAutoFit/>
          </a:bodyPr>
          <a:lstStyle/>
          <a:p>
            <a:pPr algn="l"/>
            <a:r>
              <a:rPr sz="1150" b="0" i="0">
                <a:solidFill>
                  <a:srgbClr val="333333"/>
                </a:solidFill>
                <a:latin typeface="Arial"/>
              </a:rPr>
              <a:t>STORE r3, r0, 4. La dirección se calcula como r0 + 4 = 4. En MEM se activa mem_we = 1, mem_addr = 4 y mem_wdata = 8, así que RAM[4] = 8.</a:t>
            </a:r>
          </a:p>
        </p:txBody>
      </p:sp>
      <p:pic>
        <p:nvPicPr>
          <p:cNvPr id="8" name="Picture 7" descr="image41.png"/>
          <p:cNvPicPr>
            <a:picLocks noChangeAspect="1"/>
          </p:cNvPicPr>
          <p:nvPr/>
        </p:nvPicPr>
        <p:blipFill>
          <a:blip r:embed="rId2"/>
          <a:stretch>
            <a:fillRect/>
          </a:stretch>
        </p:blipFill>
        <p:spPr>
          <a:xfrm>
            <a:off x="3840480" y="1207008"/>
            <a:ext cx="7973568" cy="879121"/>
          </a:xfrm>
          <a:prstGeom prst="rect">
            <a:avLst/>
          </a:prstGeom>
          <a:ln w="9525">
            <a:solidFill>
              <a:srgbClr val="CCCCCC"/>
            </a:solidFill>
          </a:ln>
        </p:spPr>
      </p:pic>
      <p:sp>
        <p:nvSpPr>
          <p:cNvPr id="9" name="TextBox 8"/>
          <p:cNvSpPr txBox="1"/>
          <p:nvPr/>
        </p:nvSpPr>
        <p:spPr>
          <a:xfrm>
            <a:off x="384048" y="3071178"/>
            <a:ext cx="3246120" cy="274320"/>
          </a:xfrm>
          <a:prstGeom prst="rect">
            <a:avLst/>
          </a:prstGeom>
          <a:noFill/>
        </p:spPr>
        <p:txBody>
          <a:bodyPr wrap="square" lIns="18288" tIns="9144" rIns="18288" bIns="9144" anchor="t">
            <a:spAutoFit/>
          </a:bodyPr>
          <a:lstStyle/>
          <a:p>
            <a:pPr algn="l"/>
            <a:r>
              <a:rPr sz="1300" b="1" i="0">
                <a:solidFill>
                  <a:srgbClr val="621F8A"/>
                </a:solidFill>
                <a:latin typeface="Arial"/>
              </a:rPr>
              <a:t>LOAD  ·  pc = 5  ·  instr = 0x5004</a:t>
            </a:r>
          </a:p>
        </p:txBody>
      </p:sp>
      <p:sp>
        <p:nvSpPr>
          <p:cNvPr id="10" name="TextBox 9"/>
          <p:cNvSpPr txBox="1"/>
          <p:nvPr/>
        </p:nvSpPr>
        <p:spPr>
          <a:xfrm>
            <a:off x="384048" y="3382074"/>
            <a:ext cx="3246120" cy="1031190"/>
          </a:xfrm>
          <a:prstGeom prst="rect">
            <a:avLst/>
          </a:prstGeom>
          <a:noFill/>
        </p:spPr>
        <p:txBody>
          <a:bodyPr wrap="square" lIns="18288" tIns="9144" rIns="18288" bIns="9144" anchor="t">
            <a:spAutoFit/>
          </a:bodyPr>
          <a:lstStyle/>
          <a:p>
            <a:pPr algn="l"/>
            <a:r>
              <a:rPr sz="1150" b="0" i="0">
                <a:solidFill>
                  <a:srgbClr val="333333"/>
                </a:solidFill>
                <a:latin typeface="Arial"/>
              </a:rPr>
              <a:t>LOAD r4, r0, 4. Se activa mem_re = 1 sobre la dirección 4 y mem_rdata devuelve el 8 guardado por STORE. En WB r4 = 8: roundtrip store/load cerrado.</a:t>
            </a:r>
          </a:p>
        </p:txBody>
      </p:sp>
      <p:pic>
        <p:nvPicPr>
          <p:cNvPr id="11" name="Picture 10" descr="image28.png"/>
          <p:cNvPicPr>
            <a:picLocks noChangeAspect="1"/>
          </p:cNvPicPr>
          <p:nvPr/>
        </p:nvPicPr>
        <p:blipFill>
          <a:blip r:embed="rId3"/>
          <a:stretch>
            <a:fillRect/>
          </a:stretch>
        </p:blipFill>
        <p:spPr>
          <a:xfrm>
            <a:off x="3840480" y="3071178"/>
            <a:ext cx="7973568" cy="1031190"/>
          </a:xfrm>
          <a:prstGeom prst="rect">
            <a:avLst/>
          </a:prstGeom>
          <a:ln w="9525">
            <a:solidFill>
              <a:srgbClr val="CCCCCC"/>
            </a:solidFill>
          </a:ln>
        </p:spPr>
      </p:pic>
      <p:sp>
        <p:nvSpPr>
          <p:cNvPr id="12" name="TextBox 11"/>
          <p:cNvSpPr txBox="1"/>
          <p:nvPr/>
        </p:nvSpPr>
        <p:spPr>
          <a:xfrm>
            <a:off x="384048" y="4935349"/>
            <a:ext cx="3246120" cy="274320"/>
          </a:xfrm>
          <a:prstGeom prst="rect">
            <a:avLst/>
          </a:prstGeom>
          <a:noFill/>
        </p:spPr>
        <p:txBody>
          <a:bodyPr wrap="square" lIns="18288" tIns="9144" rIns="18288" bIns="9144" anchor="t">
            <a:spAutoFit/>
          </a:bodyPr>
          <a:lstStyle/>
          <a:p>
            <a:pPr algn="l"/>
            <a:r>
              <a:rPr sz="1300" b="1" i="0">
                <a:solidFill>
                  <a:srgbClr val="621F8A"/>
                </a:solidFill>
                <a:latin typeface="Arial"/>
              </a:rPr>
              <a:t>BEQ  ·  pc = 7</a:t>
            </a:r>
          </a:p>
        </p:txBody>
      </p:sp>
      <p:sp>
        <p:nvSpPr>
          <p:cNvPr id="13" name="TextBox 12"/>
          <p:cNvSpPr txBox="1"/>
          <p:nvPr/>
        </p:nvSpPr>
        <p:spPr>
          <a:xfrm>
            <a:off x="384048" y="5246245"/>
            <a:ext cx="3246120" cy="982808"/>
          </a:xfrm>
          <a:prstGeom prst="rect">
            <a:avLst/>
          </a:prstGeom>
          <a:noFill/>
        </p:spPr>
        <p:txBody>
          <a:bodyPr wrap="square" lIns="18288" tIns="9144" rIns="18288" bIns="9144" anchor="t">
            <a:spAutoFit/>
          </a:bodyPr>
          <a:lstStyle/>
          <a:p>
            <a:pPr algn="l"/>
            <a:r>
              <a:rPr sz="1150" b="0" i="0">
                <a:solidFill>
                  <a:srgbClr val="333333"/>
                </a:solidFill>
                <a:latin typeface="Arial"/>
              </a:rPr>
              <a:t>BEQ r3, r4 con r3 = r4 = 8. El salto se toma y el pc pasa de 7 a 9 sin ejecutar pc = 8. La prueba: r5 se queda en 0 porque la instrucción que lo cargaba nunca corre.</a:t>
            </a:r>
          </a:p>
        </p:txBody>
      </p:sp>
      <p:pic>
        <p:nvPicPr>
          <p:cNvPr id="14" name="Picture 13" descr="image31.png"/>
          <p:cNvPicPr>
            <a:picLocks noChangeAspect="1"/>
          </p:cNvPicPr>
          <p:nvPr/>
        </p:nvPicPr>
        <p:blipFill>
          <a:blip r:embed="rId4"/>
          <a:stretch>
            <a:fillRect/>
          </a:stretch>
        </p:blipFill>
        <p:spPr>
          <a:xfrm>
            <a:off x="3840480" y="4935349"/>
            <a:ext cx="7973568" cy="982808"/>
          </a:xfrm>
          <a:prstGeom prst="rect">
            <a:avLst/>
          </a:prstGeom>
          <a:ln w="9525">
            <a:solidFill>
              <a:srgbClr val="CCCCCC"/>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Waveforms de las 8 instrucciones requeridas (3/3)</a:t>
            </a:r>
          </a:p>
        </p:txBody>
      </p:sp>
      <p:sp>
        <p:nvSpPr>
          <p:cNvPr id="3" name="Text Placeholder 2"/>
          <p:cNvSpPr>
            <a:spLocks noGrp="1"/>
          </p:cNvSpPr>
          <p:nvPr>
            <p:ph type="body" idx="1"/>
          </p:nvPr>
        </p:nvSpPr>
        <p:spPr/>
        <p:txBody>
          <a:bodyPr/>
          <a:lstStyle/>
          <a:p>
            <a:r>
              <a:t>Los saltos se leen con pc, instruction_in y el estado del CPU</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
        <p:nvSpPr>
          <p:cNvPr id="6" name="TextBox 5"/>
          <p:cNvSpPr txBox="1"/>
          <p:nvPr/>
        </p:nvSpPr>
        <p:spPr>
          <a:xfrm>
            <a:off x="384048" y="1207008"/>
            <a:ext cx="3246120" cy="274320"/>
          </a:xfrm>
          <a:prstGeom prst="rect">
            <a:avLst/>
          </a:prstGeom>
          <a:noFill/>
        </p:spPr>
        <p:txBody>
          <a:bodyPr wrap="square" lIns="18288" tIns="9144" rIns="18288" bIns="9144" anchor="t">
            <a:spAutoFit/>
          </a:bodyPr>
          <a:lstStyle/>
          <a:p>
            <a:pPr algn="l"/>
            <a:r>
              <a:rPr sz="1300" b="1" i="0">
                <a:solidFill>
                  <a:srgbClr val="621F8A"/>
                </a:solidFill>
                <a:latin typeface="Arial"/>
              </a:rPr>
              <a:t>JAL  ·  pc = 9</a:t>
            </a:r>
          </a:p>
        </p:txBody>
      </p:sp>
      <p:sp>
        <p:nvSpPr>
          <p:cNvPr id="7" name="TextBox 6"/>
          <p:cNvSpPr txBox="1"/>
          <p:nvPr/>
        </p:nvSpPr>
        <p:spPr>
          <a:xfrm>
            <a:off x="384048" y="1517904"/>
            <a:ext cx="3246120" cy="914400"/>
          </a:xfrm>
          <a:prstGeom prst="rect">
            <a:avLst/>
          </a:prstGeom>
          <a:noFill/>
        </p:spPr>
        <p:txBody>
          <a:bodyPr wrap="square" lIns="18288" tIns="9144" rIns="18288" bIns="9144" anchor="t">
            <a:spAutoFit/>
          </a:bodyPr>
          <a:lstStyle/>
          <a:p>
            <a:pPr algn="l"/>
            <a:r>
              <a:rPr sz="1150" b="0" i="0">
                <a:solidFill>
                  <a:srgbClr val="333333"/>
                </a:solidFill>
                <a:latin typeface="Arial"/>
              </a:rPr>
              <a:t>JAL r6, sub. El registro r6 guarda la dirección de retorno (pc + 1) y el pc salta a la subrutina. Al terminar se regresa usando la dirección guardada en r6.</a:t>
            </a:r>
          </a:p>
        </p:txBody>
      </p:sp>
      <p:pic>
        <p:nvPicPr>
          <p:cNvPr id="8" name="Picture 7" descr="image112.png"/>
          <p:cNvPicPr>
            <a:picLocks noChangeAspect="1"/>
          </p:cNvPicPr>
          <p:nvPr/>
        </p:nvPicPr>
        <p:blipFill>
          <a:blip r:embed="rId2"/>
          <a:stretch>
            <a:fillRect/>
          </a:stretch>
        </p:blipFill>
        <p:spPr>
          <a:xfrm>
            <a:off x="3840480" y="1207008"/>
            <a:ext cx="7973568" cy="766557"/>
          </a:xfrm>
          <a:prstGeom prst="rect">
            <a:avLst/>
          </a:prstGeom>
          <a:ln w="9525">
            <a:solidFill>
              <a:srgbClr val="CCCCCC"/>
            </a:solidFill>
          </a:ln>
        </p:spPr>
      </p:pic>
      <p:sp>
        <p:nvSpPr>
          <p:cNvPr id="9" name="TextBox 8"/>
          <p:cNvSpPr txBox="1"/>
          <p:nvPr/>
        </p:nvSpPr>
        <p:spPr>
          <a:xfrm>
            <a:off x="384048" y="4253091"/>
            <a:ext cx="3246120" cy="274320"/>
          </a:xfrm>
          <a:prstGeom prst="rect">
            <a:avLst/>
          </a:prstGeom>
          <a:noFill/>
        </p:spPr>
        <p:txBody>
          <a:bodyPr wrap="square" lIns="18288" tIns="9144" rIns="18288" bIns="9144" anchor="t">
            <a:spAutoFit/>
          </a:bodyPr>
          <a:lstStyle/>
          <a:p>
            <a:pPr algn="l"/>
            <a:r>
              <a:rPr sz="1300" b="1" i="0">
                <a:solidFill>
                  <a:srgbClr val="621F8A"/>
                </a:solidFill>
                <a:latin typeface="Arial"/>
              </a:rPr>
              <a:t>JUMP  ·  final del programa</a:t>
            </a:r>
          </a:p>
        </p:txBody>
      </p:sp>
      <p:sp>
        <p:nvSpPr>
          <p:cNvPr id="10" name="TextBox 9"/>
          <p:cNvSpPr txBox="1"/>
          <p:nvPr/>
        </p:nvSpPr>
        <p:spPr>
          <a:xfrm>
            <a:off x="384048" y="4563987"/>
            <a:ext cx="3246120" cy="914400"/>
          </a:xfrm>
          <a:prstGeom prst="rect">
            <a:avLst/>
          </a:prstGeom>
          <a:noFill/>
        </p:spPr>
        <p:txBody>
          <a:bodyPr wrap="square" lIns="18288" tIns="9144" rIns="18288" bIns="9144" anchor="t">
            <a:spAutoFit/>
          </a:bodyPr>
          <a:lstStyle/>
          <a:p>
            <a:pPr algn="l"/>
            <a:r>
              <a:rPr sz="1150" b="0" i="0">
                <a:solidFill>
                  <a:srgbClr val="333333"/>
                </a:solidFill>
                <a:latin typeface="Arial"/>
              </a:rPr>
              <a:t>JUMP start. El pc salta incondicionalmente a la dirección 0, la secuencia de estados se repite y todo el programa reinicia.</a:t>
            </a:r>
          </a:p>
        </p:txBody>
      </p:sp>
      <p:pic>
        <p:nvPicPr>
          <p:cNvPr id="11" name="Picture 10" descr="image27.png"/>
          <p:cNvPicPr>
            <a:picLocks noChangeAspect="1"/>
          </p:cNvPicPr>
          <p:nvPr/>
        </p:nvPicPr>
        <p:blipFill>
          <a:blip r:embed="rId3"/>
          <a:stretch>
            <a:fillRect/>
          </a:stretch>
        </p:blipFill>
        <p:spPr>
          <a:xfrm>
            <a:off x="3840480" y="4253091"/>
            <a:ext cx="7973568" cy="575347"/>
          </a:xfrm>
          <a:prstGeom prst="rect">
            <a:avLst/>
          </a:prstGeom>
          <a:ln w="9525">
            <a:solidFill>
              <a:srgbClr val="CCCCCC"/>
            </a:solidFill>
          </a:ln>
        </p:spPr>
      </p:pic>
      <p:sp>
        <p:nvSpPr>
          <p:cNvPr id="12" name="Rounded Rectangle 11"/>
          <p:cNvSpPr/>
          <p:nvPr/>
        </p:nvSpPr>
        <p:spPr>
          <a:xfrm>
            <a:off x="384048" y="5257800"/>
            <a:ext cx="11430000" cy="960120"/>
          </a:xfrm>
          <a:prstGeom prst="roundRect">
            <a:avLst>
              <a:gd name="adj" fmla="val 5000"/>
            </a:avLst>
          </a:prstGeom>
          <a:solidFill>
            <a:srgbClr val="F3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58368" y="5468112"/>
            <a:ext cx="10881360" cy="595548"/>
          </a:xfrm>
          <a:prstGeom prst="rect">
            <a:avLst/>
          </a:prstGeom>
          <a:noFill/>
        </p:spPr>
        <p:txBody>
          <a:bodyPr wrap="square" lIns="18288" tIns="9144" rIns="18288" bIns="9144" anchor="t">
            <a:spAutoFit/>
          </a:bodyPr>
          <a:lstStyle/>
          <a:p>
            <a:pPr algn="l"/>
            <a:r>
              <a:rPr sz="1250" b="0" i="0" dirty="0">
                <a:solidFill>
                  <a:srgbClr val="333333"/>
                </a:solidFill>
                <a:latin typeface="Arial"/>
              </a:rPr>
              <a:t>Las 8 </a:t>
            </a:r>
            <a:r>
              <a:rPr sz="1250" b="0" i="0" dirty="0" err="1">
                <a:solidFill>
                  <a:srgbClr val="333333"/>
                </a:solidFill>
                <a:latin typeface="Arial"/>
              </a:rPr>
              <a:t>instrucciones</a:t>
            </a:r>
            <a:r>
              <a:rPr sz="1250" b="0" i="0" dirty="0">
                <a:solidFill>
                  <a:srgbClr val="333333"/>
                </a:solidFill>
                <a:latin typeface="Arial"/>
              </a:rPr>
              <a:t> del set (ADDI, ADD, OUT, STORE, LOAD, BEQ, JAL, JUMP) </a:t>
            </a:r>
            <a:r>
              <a:rPr sz="1250" b="0" i="0" dirty="0" err="1">
                <a:solidFill>
                  <a:srgbClr val="333333"/>
                </a:solidFill>
                <a:latin typeface="Arial"/>
              </a:rPr>
              <a:t>quedan</a:t>
            </a:r>
            <a:r>
              <a:rPr sz="1250" b="0" i="0" dirty="0">
                <a:solidFill>
                  <a:srgbClr val="333333"/>
                </a:solidFill>
                <a:latin typeface="Arial"/>
              </a:rPr>
              <a:t> </a:t>
            </a:r>
            <a:r>
              <a:rPr sz="1250" b="0" i="0" dirty="0" err="1">
                <a:solidFill>
                  <a:srgbClr val="333333"/>
                </a:solidFill>
                <a:latin typeface="Arial"/>
              </a:rPr>
              <a:t>ejercitadas</a:t>
            </a:r>
            <a:r>
              <a:rPr sz="1250" b="0" i="0" dirty="0">
                <a:solidFill>
                  <a:srgbClr val="333333"/>
                </a:solidFill>
                <a:latin typeface="Arial"/>
              </a:rPr>
              <a:t> </a:t>
            </a:r>
            <a:r>
              <a:rPr sz="1250" b="0" i="0" dirty="0" err="1">
                <a:solidFill>
                  <a:srgbClr val="333333"/>
                </a:solidFill>
                <a:latin typeface="Arial"/>
              </a:rPr>
              <a:t>por</a:t>
            </a:r>
            <a:r>
              <a:rPr sz="1250" b="0" i="0" dirty="0">
                <a:solidFill>
                  <a:srgbClr val="333333"/>
                </a:solidFill>
                <a:latin typeface="Arial"/>
              </a:rPr>
              <a:t> un solo </a:t>
            </a:r>
            <a:r>
              <a:rPr sz="1250" b="0" i="0" dirty="0" err="1">
                <a:solidFill>
                  <a:srgbClr val="333333"/>
                </a:solidFill>
                <a:latin typeface="Arial"/>
              </a:rPr>
              <a:t>programa</a:t>
            </a:r>
            <a:r>
              <a:rPr sz="1250" b="0" i="0" dirty="0">
                <a:solidFill>
                  <a:srgbClr val="333333"/>
                </a:solidFill>
                <a:latin typeface="Arial"/>
              </a:rPr>
              <a:t>, isa8.hex, </a:t>
            </a:r>
            <a:r>
              <a:rPr sz="1250" b="0" i="0" dirty="0" err="1">
                <a:solidFill>
                  <a:srgbClr val="333333"/>
                </a:solidFill>
                <a:latin typeface="Arial"/>
              </a:rPr>
              <a:t>en</a:t>
            </a:r>
            <a:r>
              <a:rPr sz="1250" b="0" i="0" dirty="0">
                <a:solidFill>
                  <a:srgbClr val="333333"/>
                </a:solidFill>
                <a:latin typeface="Arial"/>
              </a:rPr>
              <a:t> </a:t>
            </a:r>
            <a:r>
              <a:rPr sz="1250" b="0" i="0" dirty="0" err="1">
                <a:solidFill>
                  <a:srgbClr val="333333"/>
                </a:solidFill>
                <a:latin typeface="Arial"/>
              </a:rPr>
              <a:t>una</a:t>
            </a:r>
            <a:r>
              <a:rPr sz="1250" b="0" i="0" dirty="0">
                <a:solidFill>
                  <a:srgbClr val="333333"/>
                </a:solidFill>
                <a:latin typeface="Arial"/>
              </a:rPr>
              <a:t> sola </a:t>
            </a:r>
            <a:r>
              <a:rPr sz="1250" b="0" i="0" dirty="0" err="1">
                <a:solidFill>
                  <a:srgbClr val="333333"/>
                </a:solidFill>
                <a:latin typeface="Arial"/>
              </a:rPr>
              <a:t>simulación</a:t>
            </a:r>
            <a:r>
              <a:rPr sz="1250" b="0" i="0" dirty="0">
                <a:solidFill>
                  <a:srgbClr val="333333"/>
                </a:solidFill>
                <a:latin typeface="Arial"/>
              </a:rPr>
              <a:t> con coverage </a:t>
            </a:r>
            <a:r>
              <a:rPr sz="1250" b="0" i="0" dirty="0" err="1">
                <a:solidFill>
                  <a:srgbClr val="333333"/>
                </a:solidFill>
                <a:latin typeface="Arial"/>
              </a:rPr>
              <a:t>habilitado</a:t>
            </a:r>
            <a:r>
              <a:rPr sz="1250" b="0" i="0" dirty="0">
                <a:solidFill>
                  <a:srgbClr val="333333"/>
                </a:solidFill>
                <a:latin typeface="Arial"/>
              </a:rPr>
              <a:t>. </a:t>
            </a:r>
            <a:endParaRPr lang="es-MX" sz="1250" b="0" i="0" dirty="0">
              <a:solidFill>
                <a:srgbClr val="333333"/>
              </a:solidFill>
              <a:latin typeface="Arial"/>
            </a:endParaRPr>
          </a:p>
          <a:p>
            <a:pPr algn="l"/>
            <a:r>
              <a:rPr sz="1250" b="0" i="0" dirty="0">
                <a:solidFill>
                  <a:srgbClr val="333333"/>
                </a:solidFill>
                <a:latin typeface="Arial"/>
              </a:rPr>
              <a:t>El coverage de </a:t>
            </a:r>
            <a:r>
              <a:rPr sz="1250" b="0" i="0" dirty="0" err="1">
                <a:solidFill>
                  <a:srgbClr val="333333"/>
                </a:solidFill>
                <a:latin typeface="Arial"/>
              </a:rPr>
              <a:t>esta</a:t>
            </a:r>
            <a:r>
              <a:rPr sz="1250" b="0" i="0" dirty="0">
                <a:solidFill>
                  <a:srgbClr val="333333"/>
                </a:solidFill>
                <a:latin typeface="Arial"/>
              </a:rPr>
              <a:t> corrida no es alto </a:t>
            </a:r>
            <a:r>
              <a:rPr lang="es-MX" sz="1250" dirty="0">
                <a:solidFill>
                  <a:srgbClr val="333333"/>
                </a:solidFill>
              </a:rPr>
              <a:t>obviamente</a:t>
            </a:r>
            <a:endParaRPr sz="1250" b="0" i="0" dirty="0">
              <a:solidFill>
                <a:srgbClr val="333333"/>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Discussion — ¿cómo aseguro que el RTL está libre de bugs?</a:t>
            </a:r>
          </a:p>
        </p:txBody>
      </p:sp>
      <p:sp>
        <p:nvSpPr>
          <p:cNvPr id="3" name="Text Placeholder 2"/>
          <p:cNvSpPr>
            <a:spLocks noGrp="1"/>
          </p:cNvSpPr>
          <p:nvPr>
            <p:ph type="body" idx="1"/>
          </p:nvPr>
        </p:nvSpPr>
        <p:spPr/>
        <p:txBody>
          <a:bodyPr/>
          <a:lstStyle/>
          <a:p>
            <a:r>
              <a:t>Lo que hice, lo que encontré y lo que haría con más tiempo</a:t>
            </a:r>
          </a:p>
        </p:txBody>
      </p:sp>
      <p:sp>
        <p:nvSpPr>
          <p:cNvPr id="4" name="Text Placeholder 3"/>
          <p:cNvSpPr>
            <a:spLocks noGrp="1"/>
          </p:cNvSpPr>
          <p:nvPr>
            <p:ph type="body" idx="2"/>
          </p:nvPr>
        </p:nvSpPr>
        <p:spPr/>
        <p:txBody>
          <a:bodyPr/>
          <a:lstStyle/>
          <a:p>
            <a:endParaRPr dirty="0"/>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
        <p:nvSpPr>
          <p:cNvPr id="9" name="Rounded Rectangle 8"/>
          <p:cNvSpPr/>
          <p:nvPr/>
        </p:nvSpPr>
        <p:spPr>
          <a:xfrm>
            <a:off x="384048" y="1234440"/>
            <a:ext cx="3611880" cy="37033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12647" y="1444752"/>
            <a:ext cx="3154680" cy="292608"/>
          </a:xfrm>
          <a:prstGeom prst="rect">
            <a:avLst/>
          </a:prstGeom>
          <a:noFill/>
        </p:spPr>
        <p:txBody>
          <a:bodyPr wrap="square" lIns="18288" tIns="9144" rIns="18288" bIns="9144" anchor="t">
            <a:spAutoFit/>
          </a:bodyPr>
          <a:lstStyle/>
          <a:p>
            <a:pPr algn="l"/>
            <a:r>
              <a:rPr sz="1500" b="1" i="0">
                <a:solidFill>
                  <a:srgbClr val="621F8A"/>
                </a:solidFill>
                <a:latin typeface="Arial"/>
              </a:rPr>
              <a:t>Lo que hice</a:t>
            </a:r>
          </a:p>
        </p:txBody>
      </p:sp>
      <p:sp>
        <p:nvSpPr>
          <p:cNvPr id="11" name="TextBox 10"/>
          <p:cNvSpPr txBox="1"/>
          <p:nvPr/>
        </p:nvSpPr>
        <p:spPr>
          <a:xfrm>
            <a:off x="612647" y="1847088"/>
            <a:ext cx="3154680" cy="2496068"/>
          </a:xfrm>
          <a:prstGeom prst="rect">
            <a:avLst/>
          </a:prstGeom>
          <a:noFill/>
        </p:spPr>
        <p:txBody>
          <a:bodyPr wrap="square" lIns="18288" tIns="9144" rIns="18288" bIns="9144" anchor="t">
            <a:spAutoFit/>
          </a:bodyPr>
          <a:lstStyle/>
          <a:p>
            <a:pPr algn="l"/>
            <a:r>
              <a:rPr sz="1150" b="0" i="0" dirty="0">
                <a:solidFill>
                  <a:srgbClr val="333333"/>
                </a:solidFill>
                <a:latin typeface="Arial"/>
              </a:rPr>
              <a:t>•  Testbench </a:t>
            </a:r>
            <a:r>
              <a:rPr sz="1150" b="0" i="0" dirty="0" err="1">
                <a:solidFill>
                  <a:srgbClr val="333333"/>
                </a:solidFill>
                <a:latin typeface="Arial"/>
              </a:rPr>
              <a:t>propio</a:t>
            </a:r>
            <a:r>
              <a:rPr sz="1150" b="0" i="0" dirty="0">
                <a:solidFill>
                  <a:srgbClr val="333333"/>
                </a:solidFill>
                <a:latin typeface="Arial"/>
              </a:rPr>
              <a:t> </a:t>
            </a:r>
            <a:r>
              <a:rPr sz="1150" b="0" i="0" dirty="0" err="1">
                <a:solidFill>
                  <a:srgbClr val="333333"/>
                </a:solidFill>
                <a:latin typeface="Arial"/>
              </a:rPr>
              <a:t>por</a:t>
            </a:r>
            <a:r>
              <a:rPr sz="1150" b="0" i="0" dirty="0">
                <a:solidFill>
                  <a:srgbClr val="333333"/>
                </a:solidFill>
                <a:latin typeface="Arial"/>
              </a:rPr>
              <a:t> </a:t>
            </a:r>
            <a:r>
              <a:rPr sz="1150" b="0" i="0" dirty="0" err="1">
                <a:solidFill>
                  <a:srgbClr val="333333"/>
                </a:solidFill>
                <a:latin typeface="Arial"/>
              </a:rPr>
              <a:t>módulo</a:t>
            </a:r>
            <a:r>
              <a:rPr sz="1150" b="0" i="0" dirty="0">
                <a:solidFill>
                  <a:srgbClr val="333333"/>
                </a:solidFill>
                <a:latin typeface="Arial"/>
              </a:rPr>
              <a:t> antes de </a:t>
            </a:r>
            <a:r>
              <a:rPr sz="1150" b="0" i="0" dirty="0" err="1">
                <a:solidFill>
                  <a:srgbClr val="333333"/>
                </a:solidFill>
                <a:latin typeface="Arial"/>
              </a:rPr>
              <a:t>integrar</a:t>
            </a:r>
            <a:r>
              <a:rPr sz="1150" b="0" i="0" dirty="0">
                <a:solidFill>
                  <a:srgbClr val="333333"/>
                </a:solidFill>
                <a:latin typeface="Arial"/>
              </a:rPr>
              <a:t> nada.</a:t>
            </a:r>
          </a:p>
          <a:p>
            <a:pPr algn="l"/>
            <a:endParaRPr sz="1150" b="0" i="0" dirty="0">
              <a:solidFill>
                <a:srgbClr val="333333"/>
              </a:solidFill>
              <a:latin typeface="Arial"/>
            </a:endParaRPr>
          </a:p>
          <a:p>
            <a:pPr algn="l"/>
            <a:r>
              <a:rPr sz="1150" b="0" i="0" dirty="0">
                <a:solidFill>
                  <a:srgbClr val="333333"/>
                </a:solidFill>
                <a:latin typeface="Arial"/>
              </a:rPr>
              <a:t>•  Coverage line + </a:t>
            </a:r>
            <a:r>
              <a:rPr sz="1150" b="0" i="0" dirty="0" err="1">
                <a:solidFill>
                  <a:srgbClr val="333333"/>
                </a:solidFill>
                <a:latin typeface="Arial"/>
              </a:rPr>
              <a:t>cond</a:t>
            </a:r>
            <a:r>
              <a:rPr sz="1150" b="0" i="0" dirty="0">
                <a:solidFill>
                  <a:srgbClr val="333333"/>
                </a:solidFill>
                <a:latin typeface="Arial"/>
              </a:rPr>
              <a:t> + </a:t>
            </a:r>
            <a:r>
              <a:rPr sz="1150" b="0" i="0" dirty="0" err="1">
                <a:solidFill>
                  <a:srgbClr val="333333"/>
                </a:solidFill>
                <a:latin typeface="Arial"/>
              </a:rPr>
              <a:t>fsm</a:t>
            </a:r>
            <a:r>
              <a:rPr sz="1150" b="0" i="0" dirty="0">
                <a:solidFill>
                  <a:srgbClr val="333333"/>
                </a:solidFill>
                <a:latin typeface="Arial"/>
              </a:rPr>
              <a:t> + </a:t>
            </a:r>
            <a:r>
              <a:rPr sz="1150" b="0" i="0" dirty="0" err="1">
                <a:solidFill>
                  <a:srgbClr val="333333"/>
                </a:solidFill>
                <a:latin typeface="Arial"/>
              </a:rPr>
              <a:t>tgl</a:t>
            </a:r>
            <a:r>
              <a:rPr sz="1150" b="0" i="0" dirty="0">
                <a:solidFill>
                  <a:srgbClr val="333333"/>
                </a:solidFill>
                <a:latin typeface="Arial"/>
              </a:rPr>
              <a:t> + branch </a:t>
            </a:r>
            <a:r>
              <a:rPr sz="1150" b="0" i="0" dirty="0" err="1">
                <a:solidFill>
                  <a:srgbClr val="333333"/>
                </a:solidFill>
                <a:latin typeface="Arial"/>
              </a:rPr>
              <a:t>en</a:t>
            </a:r>
            <a:r>
              <a:rPr sz="1150" b="0" i="0" dirty="0">
                <a:solidFill>
                  <a:srgbClr val="333333"/>
                </a:solidFill>
                <a:latin typeface="Arial"/>
              </a:rPr>
              <a:t> </a:t>
            </a:r>
            <a:r>
              <a:rPr sz="1150" b="0" i="0" dirty="0" err="1">
                <a:solidFill>
                  <a:srgbClr val="333333"/>
                </a:solidFill>
                <a:latin typeface="Arial"/>
              </a:rPr>
              <a:t>cada</a:t>
            </a:r>
            <a:r>
              <a:rPr sz="1150" b="0" i="0" dirty="0">
                <a:solidFill>
                  <a:srgbClr val="333333"/>
                </a:solidFill>
                <a:latin typeface="Arial"/>
              </a:rPr>
              <a:t> </a:t>
            </a:r>
            <a:r>
              <a:rPr sz="1150" b="0" i="0" dirty="0" err="1">
                <a:solidFill>
                  <a:srgbClr val="333333"/>
                </a:solidFill>
                <a:latin typeface="Arial"/>
              </a:rPr>
              <a:t>simulación</a:t>
            </a:r>
            <a:r>
              <a:rPr sz="1150" b="0" i="0" dirty="0">
                <a:solidFill>
                  <a:srgbClr val="333333"/>
                </a:solidFill>
                <a:latin typeface="Arial"/>
              </a:rPr>
              <a:t>.</a:t>
            </a:r>
          </a:p>
          <a:p>
            <a:pPr algn="l"/>
            <a:endParaRPr sz="1150" b="0" i="0" dirty="0">
              <a:solidFill>
                <a:srgbClr val="333333"/>
              </a:solidFill>
              <a:latin typeface="Arial"/>
            </a:endParaRPr>
          </a:p>
          <a:p>
            <a:pPr algn="l"/>
            <a:r>
              <a:rPr sz="1150" b="0" i="0" dirty="0">
                <a:solidFill>
                  <a:srgbClr val="333333"/>
                </a:solidFill>
                <a:latin typeface="Arial"/>
              </a:rPr>
              <a:t>•  </a:t>
            </a:r>
            <a:r>
              <a:rPr sz="1150" b="0" i="0" dirty="0" err="1">
                <a:solidFill>
                  <a:srgbClr val="333333"/>
                </a:solidFill>
                <a:latin typeface="Arial"/>
              </a:rPr>
              <a:t>Programas</a:t>
            </a:r>
            <a:r>
              <a:rPr sz="1150" b="0" i="0" dirty="0">
                <a:solidFill>
                  <a:srgbClr val="333333"/>
                </a:solidFill>
                <a:latin typeface="Arial"/>
              </a:rPr>
              <a:t> reales (</a:t>
            </a:r>
            <a:r>
              <a:rPr sz="1150" b="0" i="0" dirty="0" err="1">
                <a:solidFill>
                  <a:srgbClr val="333333"/>
                </a:solidFill>
                <a:latin typeface="Arial"/>
              </a:rPr>
              <a:t>contador</a:t>
            </a:r>
            <a:r>
              <a:rPr sz="1150" b="0" i="0" dirty="0">
                <a:solidFill>
                  <a:srgbClr val="333333"/>
                </a:solidFill>
                <a:latin typeface="Arial"/>
              </a:rPr>
              <a:t>, Fibonacci, isa8</a:t>
            </a:r>
            <a:r>
              <a:rPr lang="es-MX" sz="1150" b="0" i="0" dirty="0">
                <a:solidFill>
                  <a:srgbClr val="333333"/>
                </a:solidFill>
                <a:latin typeface="Arial"/>
              </a:rPr>
              <a:t>, </a:t>
            </a:r>
            <a:r>
              <a:rPr lang="es-MX" sz="1150" b="0" i="0" dirty="0" err="1">
                <a:solidFill>
                  <a:srgbClr val="333333"/>
                </a:solidFill>
                <a:latin typeface="Arial"/>
              </a:rPr>
              <a:t>pwm</a:t>
            </a:r>
            <a:r>
              <a:rPr sz="1150" b="0" i="0" dirty="0">
                <a:solidFill>
                  <a:srgbClr val="333333"/>
                </a:solidFill>
                <a:latin typeface="Arial"/>
              </a:rPr>
              <a:t>) </a:t>
            </a:r>
            <a:r>
              <a:rPr sz="1150" b="0" i="0" dirty="0" err="1">
                <a:solidFill>
                  <a:srgbClr val="333333"/>
                </a:solidFill>
                <a:latin typeface="Arial"/>
              </a:rPr>
              <a:t>en</a:t>
            </a:r>
            <a:r>
              <a:rPr sz="1150" b="0" i="0" dirty="0">
                <a:solidFill>
                  <a:srgbClr val="333333"/>
                </a:solidFill>
                <a:latin typeface="Arial"/>
              </a:rPr>
              <a:t> </a:t>
            </a:r>
            <a:r>
              <a:rPr sz="1150" b="0" i="0" dirty="0" err="1">
                <a:solidFill>
                  <a:srgbClr val="333333"/>
                </a:solidFill>
                <a:latin typeface="Arial"/>
              </a:rPr>
              <a:t>vez</a:t>
            </a:r>
            <a:r>
              <a:rPr sz="1150" b="0" i="0" dirty="0">
                <a:solidFill>
                  <a:srgbClr val="333333"/>
                </a:solidFill>
                <a:latin typeface="Arial"/>
              </a:rPr>
              <a:t> de solo </a:t>
            </a:r>
            <a:r>
              <a:rPr sz="1150" b="0" i="0" dirty="0" err="1">
                <a:solidFill>
                  <a:srgbClr val="333333"/>
                </a:solidFill>
                <a:latin typeface="Arial"/>
              </a:rPr>
              <a:t>estímulos</a:t>
            </a:r>
            <a:r>
              <a:rPr sz="1150" b="0" i="0" dirty="0">
                <a:solidFill>
                  <a:srgbClr val="333333"/>
                </a:solidFill>
                <a:latin typeface="Arial"/>
              </a:rPr>
              <a:t> </a:t>
            </a:r>
            <a:r>
              <a:rPr lang="es-MX" sz="1150" b="0" i="0" dirty="0" err="1">
                <a:solidFill>
                  <a:srgbClr val="333333"/>
                </a:solidFill>
                <a:latin typeface="Arial"/>
              </a:rPr>
              <a:t>random</a:t>
            </a:r>
            <a:endParaRPr sz="1150" b="0" i="0" dirty="0">
              <a:solidFill>
                <a:srgbClr val="333333"/>
              </a:solidFill>
              <a:latin typeface="Arial"/>
            </a:endParaRPr>
          </a:p>
          <a:p>
            <a:pPr algn="l"/>
            <a:endParaRPr sz="1150" b="0" i="0" dirty="0">
              <a:solidFill>
                <a:srgbClr val="333333"/>
              </a:solidFill>
              <a:latin typeface="Arial"/>
            </a:endParaRPr>
          </a:p>
          <a:p>
            <a:pPr algn="l"/>
            <a:r>
              <a:rPr sz="1150" b="0" i="0" dirty="0">
                <a:solidFill>
                  <a:srgbClr val="333333"/>
                </a:solidFill>
                <a:latin typeface="Arial"/>
              </a:rPr>
              <a:t>•  </a:t>
            </a:r>
            <a:r>
              <a:rPr sz="1150" b="0" i="0" dirty="0" err="1">
                <a:solidFill>
                  <a:srgbClr val="333333"/>
                </a:solidFill>
                <a:latin typeface="Arial"/>
              </a:rPr>
              <a:t>Verificación</a:t>
            </a:r>
            <a:r>
              <a:rPr sz="1150" b="0" i="0" dirty="0">
                <a:solidFill>
                  <a:srgbClr val="333333"/>
                </a:solidFill>
                <a:latin typeface="Arial"/>
              </a:rPr>
              <a:t> formal con Formality: 9,630 compare points, 0 failing.</a:t>
            </a:r>
          </a:p>
          <a:p>
            <a:pPr algn="l"/>
            <a:endParaRPr sz="1150" b="0" i="0" dirty="0">
              <a:solidFill>
                <a:srgbClr val="333333"/>
              </a:solidFill>
              <a:latin typeface="Arial"/>
            </a:endParaRPr>
          </a:p>
          <a:p>
            <a:pPr algn="l"/>
            <a:r>
              <a:rPr sz="1150" b="0" i="0" dirty="0">
                <a:solidFill>
                  <a:srgbClr val="333333"/>
                </a:solidFill>
                <a:latin typeface="Arial"/>
              </a:rPr>
              <a:t>•  </a:t>
            </a:r>
            <a:r>
              <a:rPr sz="1150" b="0" i="0" dirty="0" err="1">
                <a:solidFill>
                  <a:srgbClr val="333333"/>
                </a:solidFill>
                <a:latin typeface="Arial"/>
              </a:rPr>
              <a:t>Chequeo</a:t>
            </a:r>
            <a:r>
              <a:rPr sz="1150" b="0" i="0" dirty="0">
                <a:solidFill>
                  <a:srgbClr val="333333"/>
                </a:solidFill>
                <a:latin typeface="Arial"/>
              </a:rPr>
              <a:t> cruzado: el </a:t>
            </a:r>
            <a:r>
              <a:rPr sz="1150" b="0" i="0" dirty="0" err="1">
                <a:solidFill>
                  <a:srgbClr val="333333"/>
                </a:solidFill>
                <a:latin typeface="Arial"/>
              </a:rPr>
              <a:t>mismo</a:t>
            </a:r>
            <a:r>
              <a:rPr sz="1150" b="0" i="0" dirty="0">
                <a:solidFill>
                  <a:srgbClr val="333333"/>
                </a:solidFill>
                <a:latin typeface="Arial"/>
              </a:rPr>
              <a:t> RTL </a:t>
            </a:r>
            <a:r>
              <a:rPr sz="1150" b="0" i="0" dirty="0" err="1">
                <a:solidFill>
                  <a:srgbClr val="333333"/>
                </a:solidFill>
                <a:latin typeface="Arial"/>
              </a:rPr>
              <a:t>ya</a:t>
            </a:r>
            <a:r>
              <a:rPr sz="1150" b="0" i="0" dirty="0">
                <a:solidFill>
                  <a:srgbClr val="333333"/>
                </a:solidFill>
                <a:latin typeface="Arial"/>
              </a:rPr>
              <a:t> </a:t>
            </a:r>
            <a:r>
              <a:rPr sz="1150" b="0" i="0" dirty="0" err="1">
                <a:solidFill>
                  <a:srgbClr val="333333"/>
                </a:solidFill>
                <a:latin typeface="Arial"/>
              </a:rPr>
              <a:t>corría</a:t>
            </a:r>
            <a:r>
              <a:rPr sz="1150" b="0" i="0" dirty="0">
                <a:solidFill>
                  <a:srgbClr val="333333"/>
                </a:solidFill>
                <a:latin typeface="Arial"/>
              </a:rPr>
              <a:t> </a:t>
            </a:r>
            <a:r>
              <a:rPr sz="1150" b="0" i="0" dirty="0" err="1">
                <a:solidFill>
                  <a:srgbClr val="333333"/>
                </a:solidFill>
                <a:latin typeface="Arial"/>
              </a:rPr>
              <a:t>como</a:t>
            </a:r>
            <a:r>
              <a:rPr sz="1150" b="0" i="0" dirty="0">
                <a:solidFill>
                  <a:srgbClr val="333333"/>
                </a:solidFill>
                <a:latin typeface="Arial"/>
              </a:rPr>
              <a:t> softcore </a:t>
            </a:r>
            <a:r>
              <a:rPr sz="1150" b="0" i="0" dirty="0" err="1">
                <a:solidFill>
                  <a:srgbClr val="333333"/>
                </a:solidFill>
                <a:latin typeface="Arial"/>
              </a:rPr>
              <a:t>en</a:t>
            </a:r>
            <a:r>
              <a:rPr sz="1150" b="0" i="0" dirty="0">
                <a:solidFill>
                  <a:srgbClr val="333333"/>
                </a:solidFill>
                <a:latin typeface="Arial"/>
              </a:rPr>
              <a:t> </a:t>
            </a:r>
            <a:r>
              <a:rPr sz="1150" b="0" i="0" dirty="0" err="1">
                <a:solidFill>
                  <a:srgbClr val="333333"/>
                </a:solidFill>
                <a:latin typeface="Arial"/>
              </a:rPr>
              <a:t>una</a:t>
            </a:r>
            <a:r>
              <a:rPr sz="1150" b="0" i="0" dirty="0">
                <a:solidFill>
                  <a:srgbClr val="333333"/>
                </a:solidFill>
                <a:latin typeface="Arial"/>
              </a:rPr>
              <a:t> FPGA Tang Nano 9K.</a:t>
            </a:r>
          </a:p>
        </p:txBody>
      </p:sp>
      <p:sp>
        <p:nvSpPr>
          <p:cNvPr id="12" name="Rounded Rectangle 11"/>
          <p:cNvSpPr/>
          <p:nvPr/>
        </p:nvSpPr>
        <p:spPr>
          <a:xfrm>
            <a:off x="4270248" y="1234440"/>
            <a:ext cx="3611880" cy="37033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498848" y="1444752"/>
            <a:ext cx="3154680" cy="292608"/>
          </a:xfrm>
          <a:prstGeom prst="rect">
            <a:avLst/>
          </a:prstGeom>
          <a:noFill/>
        </p:spPr>
        <p:txBody>
          <a:bodyPr wrap="square" lIns="18288" tIns="9144" rIns="18288" bIns="9144" anchor="t">
            <a:spAutoFit/>
          </a:bodyPr>
          <a:lstStyle/>
          <a:p>
            <a:pPr algn="l"/>
            <a:r>
              <a:rPr sz="1500" b="1" i="0">
                <a:solidFill>
                  <a:srgbClr val="B32D2D"/>
                </a:solidFill>
                <a:latin typeface="Arial"/>
              </a:rPr>
              <a:t>Bug real encontrado</a:t>
            </a:r>
          </a:p>
        </p:txBody>
      </p:sp>
      <p:sp>
        <p:nvSpPr>
          <p:cNvPr id="14" name="TextBox 13"/>
          <p:cNvSpPr txBox="1"/>
          <p:nvPr/>
        </p:nvSpPr>
        <p:spPr>
          <a:xfrm>
            <a:off x="4498848" y="1847088"/>
            <a:ext cx="3154680" cy="3017520"/>
          </a:xfrm>
          <a:prstGeom prst="rect">
            <a:avLst/>
          </a:prstGeom>
          <a:noFill/>
        </p:spPr>
        <p:txBody>
          <a:bodyPr wrap="square" lIns="18288" tIns="9144" rIns="18288" bIns="9144" anchor="t">
            <a:spAutoFit/>
          </a:bodyPr>
          <a:lstStyle/>
          <a:p>
            <a:pPr algn="l"/>
            <a:r>
              <a:rPr sz="1150" b="0" i="0">
                <a:solidFill>
                  <a:srgbClr val="333333"/>
                </a:solidFill>
                <a:latin typeface="Arial"/>
              </a:rPr>
              <a:t>•  La decodificación de instrucciones tipo R estaba mal: rs2 y funct3 se leían de los bits equivocados.</a:t>
            </a:r>
          </a:p>
          <a:p>
            <a:pPr algn="l"/>
            <a:endParaRPr sz="1150" b="0" i="0">
              <a:solidFill>
                <a:srgbClr val="333333"/>
              </a:solidFill>
              <a:latin typeface="Arial"/>
            </a:endParaRPr>
          </a:p>
          <a:p>
            <a:pPr algn="l"/>
            <a:r>
              <a:rPr sz="1150" b="0" i="0">
                <a:solidFill>
                  <a:srgbClr val="333333"/>
                </a:solidFill>
                <a:latin typeface="Arial"/>
              </a:rPr>
              <a:t>•  Se detectó porque ADD daba un resultado que no correspondía a los operandos en la waveform.</a:t>
            </a:r>
          </a:p>
          <a:p>
            <a:pPr algn="l"/>
            <a:endParaRPr sz="1150" b="0" i="0">
              <a:solidFill>
                <a:srgbClr val="333333"/>
              </a:solidFill>
              <a:latin typeface="Arial"/>
            </a:endParaRPr>
          </a:p>
          <a:p>
            <a:pPr algn="l"/>
            <a:r>
              <a:rPr sz="1150" b="0" i="0">
                <a:solidFill>
                  <a:srgbClr val="333333"/>
                </a:solidFill>
                <a:latin typeface="Arial"/>
              </a:rPr>
              <a:t>•  Corregido en cpu_core.v: rs2 = ir[6:4] y funct3r = ir[3:1].</a:t>
            </a:r>
          </a:p>
          <a:p>
            <a:pPr algn="l"/>
            <a:endParaRPr sz="1150" b="0" i="0">
              <a:solidFill>
                <a:srgbClr val="333333"/>
              </a:solidFill>
              <a:latin typeface="Arial"/>
            </a:endParaRPr>
          </a:p>
          <a:p>
            <a:pPr algn="l"/>
            <a:r>
              <a:rPr sz="1150" b="0" i="0">
                <a:solidFill>
                  <a:srgbClr val="333333"/>
                </a:solidFill>
                <a:latin typeface="Arial"/>
              </a:rPr>
              <a:t>•  Sin la waveform de Verdi, este bug se habría propagado hasta el layout.</a:t>
            </a:r>
          </a:p>
        </p:txBody>
      </p:sp>
      <p:sp>
        <p:nvSpPr>
          <p:cNvPr id="15" name="Rounded Rectangle 14"/>
          <p:cNvSpPr/>
          <p:nvPr/>
        </p:nvSpPr>
        <p:spPr>
          <a:xfrm>
            <a:off x="8156448" y="1234440"/>
            <a:ext cx="3611880" cy="37033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385048" y="1444752"/>
            <a:ext cx="3154680" cy="249299"/>
          </a:xfrm>
          <a:prstGeom prst="rect">
            <a:avLst/>
          </a:prstGeom>
          <a:noFill/>
        </p:spPr>
        <p:txBody>
          <a:bodyPr wrap="square" lIns="18288" tIns="9144" rIns="18288" bIns="9144" anchor="t">
            <a:spAutoFit/>
          </a:bodyPr>
          <a:lstStyle/>
          <a:p>
            <a:pPr algn="l"/>
            <a:r>
              <a:rPr lang="es-MX" sz="1500" b="1" dirty="0">
                <a:solidFill>
                  <a:srgbClr val="1B7F4B"/>
                </a:solidFill>
              </a:rPr>
              <a:t>Que haría con mas tiempo</a:t>
            </a:r>
            <a:endParaRPr sz="1500" b="1" i="0" dirty="0">
              <a:solidFill>
                <a:srgbClr val="1B7F4B"/>
              </a:solidFill>
              <a:latin typeface="Arial"/>
            </a:endParaRPr>
          </a:p>
        </p:txBody>
      </p:sp>
      <p:sp>
        <p:nvSpPr>
          <p:cNvPr id="17" name="TextBox 16"/>
          <p:cNvSpPr txBox="1"/>
          <p:nvPr/>
        </p:nvSpPr>
        <p:spPr>
          <a:xfrm>
            <a:off x="8385048" y="1847088"/>
            <a:ext cx="3154680" cy="1611210"/>
          </a:xfrm>
          <a:prstGeom prst="rect">
            <a:avLst/>
          </a:prstGeom>
          <a:noFill/>
        </p:spPr>
        <p:txBody>
          <a:bodyPr wrap="square" lIns="18288" tIns="9144" rIns="18288" bIns="9144" anchor="t">
            <a:spAutoFit/>
          </a:bodyPr>
          <a:lstStyle/>
          <a:p>
            <a:pPr algn="l"/>
            <a:r>
              <a:rPr sz="1150" b="0" i="0" dirty="0">
                <a:solidFill>
                  <a:srgbClr val="333333"/>
                </a:solidFill>
                <a:latin typeface="Arial"/>
              </a:rPr>
              <a:t>•  Assertions </a:t>
            </a:r>
            <a:r>
              <a:rPr lang="es-MX" sz="1150" b="0" i="0" dirty="0">
                <a:solidFill>
                  <a:srgbClr val="333333"/>
                </a:solidFill>
                <a:latin typeface="Arial"/>
              </a:rPr>
              <a:t>sobre todo el </a:t>
            </a:r>
            <a:r>
              <a:rPr lang="es-MX" sz="1150" b="0" i="0" dirty="0" err="1">
                <a:solidFill>
                  <a:srgbClr val="333333"/>
                </a:solidFill>
                <a:latin typeface="Arial"/>
              </a:rPr>
              <a:t>rtl</a:t>
            </a:r>
            <a:r>
              <a:rPr lang="es-MX" sz="1150" b="0" i="0" dirty="0">
                <a:solidFill>
                  <a:srgbClr val="333333"/>
                </a:solidFill>
                <a:latin typeface="Arial"/>
              </a:rPr>
              <a:t> </a:t>
            </a:r>
            <a:endParaRPr sz="1150" b="0" i="0" dirty="0">
              <a:solidFill>
                <a:srgbClr val="333333"/>
              </a:solidFill>
              <a:latin typeface="Arial"/>
            </a:endParaRPr>
          </a:p>
          <a:p>
            <a:pPr algn="l"/>
            <a:endParaRPr sz="1150" b="0" i="0" dirty="0">
              <a:solidFill>
                <a:srgbClr val="333333"/>
              </a:solidFill>
              <a:latin typeface="Arial"/>
            </a:endParaRPr>
          </a:p>
          <a:p>
            <a:pPr algn="l"/>
            <a:r>
              <a:rPr sz="1150" b="0" i="0" dirty="0">
                <a:solidFill>
                  <a:srgbClr val="333333"/>
                </a:solidFill>
                <a:latin typeface="Arial"/>
              </a:rPr>
              <a:t>•  Testbench con </a:t>
            </a:r>
            <a:r>
              <a:rPr sz="1150" b="0" i="0" dirty="0" err="1">
                <a:solidFill>
                  <a:srgbClr val="333333"/>
                </a:solidFill>
                <a:latin typeface="Arial"/>
              </a:rPr>
              <a:t>estímulos</a:t>
            </a:r>
            <a:r>
              <a:rPr sz="1150" b="0" i="0" dirty="0">
                <a:solidFill>
                  <a:srgbClr val="333333"/>
                </a:solidFill>
                <a:latin typeface="Arial"/>
              </a:rPr>
              <a:t> </a:t>
            </a:r>
            <a:r>
              <a:rPr sz="1150" b="0" i="0" dirty="0" err="1">
                <a:solidFill>
                  <a:srgbClr val="333333"/>
                </a:solidFill>
                <a:latin typeface="Arial"/>
              </a:rPr>
              <a:t>aleatorios</a:t>
            </a:r>
            <a:r>
              <a:rPr sz="1150" b="0" i="0" dirty="0">
                <a:solidFill>
                  <a:srgbClr val="333333"/>
                </a:solidFill>
                <a:latin typeface="Arial"/>
              </a:rPr>
              <a:t> </a:t>
            </a:r>
            <a:r>
              <a:rPr sz="1150" b="0" i="0" dirty="0" err="1">
                <a:solidFill>
                  <a:srgbClr val="333333"/>
                </a:solidFill>
                <a:latin typeface="Arial"/>
              </a:rPr>
              <a:t>restringidos</a:t>
            </a:r>
            <a:r>
              <a:rPr sz="1150" b="0" i="0" dirty="0">
                <a:solidFill>
                  <a:srgbClr val="333333"/>
                </a:solidFill>
                <a:latin typeface="Arial"/>
              </a:rPr>
              <a:t> y scoreboard contra un </a:t>
            </a:r>
            <a:r>
              <a:rPr sz="1150" b="0" i="0" dirty="0" err="1">
                <a:solidFill>
                  <a:srgbClr val="333333"/>
                </a:solidFill>
                <a:latin typeface="Arial"/>
              </a:rPr>
              <a:t>modelo</a:t>
            </a:r>
            <a:r>
              <a:rPr sz="1150" b="0" i="0" dirty="0">
                <a:solidFill>
                  <a:srgbClr val="333333"/>
                </a:solidFill>
                <a:latin typeface="Arial"/>
              </a:rPr>
              <a:t> de </a:t>
            </a:r>
            <a:r>
              <a:rPr sz="1150" b="0" i="0" dirty="0" err="1">
                <a:solidFill>
                  <a:srgbClr val="333333"/>
                </a:solidFill>
                <a:latin typeface="Arial"/>
              </a:rPr>
              <a:t>referencia</a:t>
            </a:r>
            <a:r>
              <a:rPr lang="es-MX" sz="1150" b="0" i="0" dirty="0">
                <a:solidFill>
                  <a:srgbClr val="333333"/>
                </a:solidFill>
                <a:latin typeface="Arial"/>
              </a:rPr>
              <a:t> (usar </a:t>
            </a:r>
            <a:r>
              <a:rPr lang="es-MX" sz="1150" b="0" i="0" dirty="0" err="1">
                <a:solidFill>
                  <a:srgbClr val="333333"/>
                </a:solidFill>
                <a:latin typeface="Arial"/>
              </a:rPr>
              <a:t>tasks</a:t>
            </a:r>
            <a:r>
              <a:rPr lang="es-MX" sz="1150" b="0" i="0" dirty="0">
                <a:solidFill>
                  <a:srgbClr val="333333"/>
                </a:solidFill>
                <a:latin typeface="Arial"/>
              </a:rPr>
              <a:t> y UVM)</a:t>
            </a:r>
            <a:r>
              <a:rPr sz="1150" b="0" i="0" dirty="0">
                <a:solidFill>
                  <a:srgbClr val="333333"/>
                </a:solidFill>
                <a:latin typeface="Arial"/>
              </a:rPr>
              <a:t>.</a:t>
            </a:r>
          </a:p>
          <a:p>
            <a:pPr algn="l"/>
            <a:endParaRPr sz="1150" b="0" i="0" dirty="0">
              <a:solidFill>
                <a:srgbClr val="333333"/>
              </a:solidFill>
              <a:latin typeface="Arial"/>
            </a:endParaRPr>
          </a:p>
          <a:p>
            <a:pPr algn="l"/>
            <a:r>
              <a:rPr sz="1150" b="0" i="0" dirty="0">
                <a:solidFill>
                  <a:srgbClr val="333333"/>
                </a:solidFill>
                <a:latin typeface="Arial"/>
              </a:rPr>
              <a:t>•  </a:t>
            </a:r>
            <a:r>
              <a:rPr lang="es-MX" sz="1150" dirty="0">
                <a:solidFill>
                  <a:srgbClr val="333333"/>
                </a:solidFill>
              </a:rPr>
              <a:t>Comprender mas acerca de STARRC, PT y PC</a:t>
            </a:r>
            <a:endParaRPr sz="1150" b="0" i="0" dirty="0">
              <a:solidFill>
                <a:srgbClr val="333333"/>
              </a:solidFill>
              <a:latin typeface="Arial"/>
            </a:endParaRPr>
          </a:p>
          <a:p>
            <a:pPr algn="l"/>
            <a:r>
              <a:rPr sz="1150" b="0" i="0" dirty="0">
                <a:solidFill>
                  <a:srgbClr val="333333"/>
                </a:solidFill>
                <a:latin typeface="Arial"/>
              </a:rPr>
              <a:t>•  </a:t>
            </a:r>
            <a:r>
              <a:rPr lang="es-MX" sz="1150" b="0" i="0" dirty="0">
                <a:solidFill>
                  <a:srgbClr val="333333"/>
                </a:solidFill>
                <a:latin typeface="Arial"/>
              </a:rPr>
              <a:t>Intentar hacer un RISC V real</a:t>
            </a:r>
            <a:r>
              <a:rPr sz="1150" b="0" i="0" dirty="0">
                <a:solidFill>
                  <a:srgbClr val="333333"/>
                </a:solidFill>
                <a:latin typeface="Arial"/>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Logic Synthesis — cinco variantes de compile_ultra</a:t>
            </a:r>
          </a:p>
        </p:txBody>
      </p:sp>
      <p:sp>
        <p:nvSpPr>
          <p:cNvPr id="3" name="Text Placeholder 2"/>
          <p:cNvSpPr>
            <a:spLocks noGrp="1"/>
          </p:cNvSpPr>
          <p:nvPr>
            <p:ph type="body" idx="1"/>
          </p:nvPr>
        </p:nvSpPr>
        <p:spPr/>
        <p:txBody>
          <a:bodyPr/>
          <a:lstStyle/>
          <a:p>
            <a:r>
              <a:t>Mismo RTL, misma SDC, mismo target de 20 ns: solo cambia la estrategia de optimización</a:t>
            </a:r>
          </a:p>
        </p:txBody>
      </p:sp>
      <p:sp>
        <p:nvSpPr>
          <p:cNvPr id="4" name="Text Placeholder 3"/>
          <p:cNvSpPr>
            <a:spLocks noGrp="1"/>
          </p:cNvSpPr>
          <p:nvPr>
            <p:ph type="body" idx="2"/>
          </p:nvPr>
        </p:nvSpPr>
        <p:spPr>
          <a:xfrm>
            <a:off x="384048" y="1216152"/>
            <a:ext cx="5623560" cy="2834640"/>
          </a:xfrm>
        </p:spPr>
        <p:txBody>
          <a:bodyPr wrap="square"/>
          <a:lstStyle/>
          <a:p>
            <a:r>
              <a:rPr sz="1400" b="1"/>
              <a:t>Las cinco corridas</a:t>
            </a:r>
          </a:p>
          <a:p>
            <a:pPr lvl="1"/>
            <a:r>
              <a:rPr sz="1200" b="0"/>
              <a:t>no_autoungroup — sin deshacer la jerarquía</a:t>
            </a:r>
          </a:p>
          <a:p>
            <a:pPr lvl="1"/>
            <a:r>
              <a:rPr sz="1200" b="0"/>
              <a:t>gate_clock — con clock gating insertado</a:t>
            </a:r>
          </a:p>
          <a:p>
            <a:pPr lvl="1"/>
            <a:r>
              <a:rPr sz="1200" b="0"/>
              <a:t>retime — con retiming de registros</a:t>
            </a:r>
          </a:p>
          <a:p>
            <a:pPr lvl="1"/>
            <a:r>
              <a:rPr sz="1200" b="0"/>
              <a:t>no_boundary_optimization — sin optimizar a través de las fronteras de módulo</a:t>
            </a:r>
          </a:p>
          <a:p>
            <a:pPr lvl="1"/>
            <a:r>
              <a:rPr sz="1200" b="0"/>
              <a:t>incremental — gate_clock más una pasada de refinamiento</a:t>
            </a:r>
          </a:p>
          <a:p>
            <a:r>
              <a:rPr sz="1400" b="1"/>
              <a:t>Comparación automatizada</a:t>
            </a:r>
          </a:p>
          <a:p>
            <a:pPr lvl="1"/>
            <a:r>
              <a:rPr sz="1200" b="0"/>
              <a:t>Escribí comparadores en bash que hacen grep de area, slack y power sobre los reportes de cada variante y los tabulan.</a:t>
            </a:r>
          </a:p>
          <a:p>
            <a:pPr lvl="1"/>
            <a:r>
              <a:rPr sz="1200" b="0"/>
              <a:t>Cinco comparadores: general, check_design, QoR, timing y area.</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
        <p:nvSpPr>
          <p:cNvPr id="6" name="Rounded Rectangle 5"/>
          <p:cNvSpPr/>
          <p:nvPr/>
        </p:nvSpPr>
        <p:spPr>
          <a:xfrm>
            <a:off x="384048" y="4160520"/>
            <a:ext cx="5623560" cy="960120"/>
          </a:xfrm>
          <a:prstGeom prst="roundRect">
            <a:avLst>
              <a:gd name="adj" fmla="val 6000"/>
            </a:avLst>
          </a:prstGeom>
          <a:solidFill>
            <a:srgbClr val="1E1E24"/>
          </a:solidFill>
          <a:ln>
            <a:noFill/>
          </a:ln>
        </p:spPr>
        <p:style>
          <a:lnRef idx="1">
            <a:schemeClr val="accent1"/>
          </a:lnRef>
          <a:fillRef idx="3">
            <a:schemeClr val="accent1"/>
          </a:fillRef>
          <a:effectRef idx="2">
            <a:schemeClr val="accent1"/>
          </a:effectRef>
          <a:fontRef idx="minor">
            <a:schemeClr val="lt1"/>
          </a:fontRef>
        </p:style>
        <p:txBody>
          <a:bodyPr wrap="square" lIns="100584" tIns="64008" rIns="100584" bIns="64008" rtlCol="0" anchor="ctr"/>
          <a:lstStyle/>
          <a:p>
            <a:pPr algn="l"/>
            <a:r>
              <a:rPr sz="950" dirty="0" err="1">
                <a:solidFill>
                  <a:srgbClr val="D6E8C0"/>
                </a:solidFill>
                <a:latin typeface="Courier New"/>
              </a:rPr>
              <a:t>chmod</a:t>
            </a:r>
            <a:r>
              <a:rPr sz="950" dirty="0">
                <a:solidFill>
                  <a:srgbClr val="D6E8C0"/>
                </a:solidFill>
                <a:latin typeface="Courier New"/>
              </a:rPr>
              <a:t> +x scripts/comparador*.sh</a:t>
            </a:r>
          </a:p>
          <a:p>
            <a:pPr algn="l"/>
            <a:r>
              <a:rPr sz="950" dirty="0">
                <a:solidFill>
                  <a:srgbClr val="D6E8C0"/>
                </a:solidFill>
                <a:latin typeface="Courier New"/>
              </a:rPr>
              <a:t>./scripts/comparador.sh        &gt; </a:t>
            </a:r>
            <a:r>
              <a:rPr sz="950" dirty="0" err="1">
                <a:solidFill>
                  <a:srgbClr val="D6E8C0"/>
                </a:solidFill>
                <a:latin typeface="Courier New"/>
              </a:rPr>
              <a:t>DC_results</a:t>
            </a:r>
            <a:r>
              <a:rPr sz="950" dirty="0">
                <a:solidFill>
                  <a:srgbClr val="D6E8C0"/>
                </a:solidFill>
                <a:latin typeface="Courier New"/>
              </a:rPr>
              <a:t>/comparacion.txt</a:t>
            </a:r>
          </a:p>
          <a:p>
            <a:pPr algn="l"/>
            <a:r>
              <a:rPr sz="950" dirty="0">
                <a:solidFill>
                  <a:srgbClr val="D6E8C0"/>
                </a:solidFill>
                <a:latin typeface="Courier New"/>
              </a:rPr>
              <a:t>./scripts/comparador_qor.sh    &gt; .../comparacion_qor.txt</a:t>
            </a:r>
          </a:p>
          <a:p>
            <a:pPr algn="l"/>
            <a:r>
              <a:rPr sz="950" dirty="0">
                <a:solidFill>
                  <a:srgbClr val="D6E8C0"/>
                </a:solidFill>
                <a:latin typeface="Courier New"/>
              </a:rPr>
              <a:t>./scripts/comparador_timing.sh &gt; .../comparacion_timing.txt</a:t>
            </a:r>
          </a:p>
        </p:txBody>
      </p:sp>
      <p:sp>
        <p:nvSpPr>
          <p:cNvPr id="7" name="Rounded Rectangle 6"/>
          <p:cNvSpPr/>
          <p:nvPr/>
        </p:nvSpPr>
        <p:spPr>
          <a:xfrm>
            <a:off x="384048" y="5303520"/>
            <a:ext cx="5623560" cy="1005840"/>
          </a:xfrm>
          <a:prstGeom prst="roundRect">
            <a:avLst>
              <a:gd name="adj" fmla="val 5000"/>
            </a:avLst>
          </a:prstGeom>
          <a:solidFill>
            <a:srgbClr val="F3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58368" y="5504688"/>
            <a:ext cx="5120640" cy="640080"/>
          </a:xfrm>
          <a:prstGeom prst="rect">
            <a:avLst/>
          </a:prstGeom>
          <a:noFill/>
        </p:spPr>
        <p:txBody>
          <a:bodyPr wrap="square" lIns="18288" tIns="9144" rIns="18288" bIns="9144" anchor="t">
            <a:spAutoFit/>
          </a:bodyPr>
          <a:lstStyle/>
          <a:p>
            <a:pPr algn="l"/>
            <a:r>
              <a:rPr sz="1250" b="0" i="0">
                <a:solidFill>
                  <a:srgbClr val="333333"/>
                </a:solidFill>
                <a:latin typeface="Arial"/>
              </a:rPr>
              <a:t>Todas las variantes cierran timing con el mismo slack (~7.33 ns) y el mismo endpoint crítico. La decisión, entonces, no se toma por timing: se toma por potencia y area.</a:t>
            </a:r>
          </a:p>
        </p:txBody>
      </p:sp>
      <p:pic>
        <p:nvPicPr>
          <p:cNvPr id="9" name="Picture 8" descr="image158.png"/>
          <p:cNvPicPr>
            <a:picLocks noChangeAspect="1"/>
          </p:cNvPicPr>
          <p:nvPr/>
        </p:nvPicPr>
        <p:blipFill>
          <a:blip r:embed="rId2"/>
          <a:stretch>
            <a:fillRect/>
          </a:stretch>
        </p:blipFill>
        <p:spPr>
          <a:xfrm>
            <a:off x="6190488" y="1471529"/>
            <a:ext cx="5623560" cy="1491780"/>
          </a:xfrm>
          <a:prstGeom prst="rect">
            <a:avLst/>
          </a:prstGeom>
          <a:ln w="9525">
            <a:solidFill>
              <a:srgbClr val="CCCCCC"/>
            </a:solidFill>
          </a:ln>
        </p:spPr>
      </p:pic>
      <p:sp>
        <p:nvSpPr>
          <p:cNvPr id="10" name="TextBox 9"/>
          <p:cNvSpPr txBox="1"/>
          <p:nvPr/>
        </p:nvSpPr>
        <p:spPr>
          <a:xfrm>
            <a:off x="6190488" y="3218688"/>
            <a:ext cx="5623560" cy="219456"/>
          </a:xfrm>
          <a:prstGeom prst="rect">
            <a:avLst/>
          </a:prstGeom>
          <a:noFill/>
        </p:spPr>
        <p:txBody>
          <a:bodyPr wrap="square" lIns="18288" tIns="9144" rIns="18288" bIns="9144" anchor="t">
            <a:spAutoFit/>
          </a:bodyPr>
          <a:lstStyle/>
          <a:p>
            <a:pPr algn="l"/>
            <a:r>
              <a:rPr sz="1000" b="0" i="1">
                <a:solidFill>
                  <a:srgbClr val="707070"/>
                </a:solidFill>
                <a:latin typeface="Arial"/>
              </a:rPr>
              <a:t>comparacion.txt — area, WNS y potencia total de las cinco variantes</a:t>
            </a:r>
          </a:p>
        </p:txBody>
      </p:sp>
      <p:pic>
        <p:nvPicPr>
          <p:cNvPr id="11" name="Picture 10" descr="image166.png"/>
          <p:cNvPicPr>
            <a:picLocks noChangeAspect="1"/>
          </p:cNvPicPr>
          <p:nvPr/>
        </p:nvPicPr>
        <p:blipFill>
          <a:blip r:embed="rId3"/>
          <a:stretch>
            <a:fillRect/>
          </a:stretch>
        </p:blipFill>
        <p:spPr>
          <a:xfrm>
            <a:off x="7124459" y="3566160"/>
            <a:ext cx="3755617" cy="1874519"/>
          </a:xfrm>
          <a:prstGeom prst="rect">
            <a:avLst/>
          </a:prstGeom>
          <a:ln w="9525">
            <a:solidFill>
              <a:srgbClr val="CCCCCC"/>
            </a:solidFill>
          </a:ln>
        </p:spPr>
      </p:pic>
      <p:sp>
        <p:nvSpPr>
          <p:cNvPr id="12" name="TextBox 11"/>
          <p:cNvSpPr txBox="1"/>
          <p:nvPr/>
        </p:nvSpPr>
        <p:spPr>
          <a:xfrm>
            <a:off x="6190488" y="5504688"/>
            <a:ext cx="5623560" cy="219456"/>
          </a:xfrm>
          <a:prstGeom prst="rect">
            <a:avLst/>
          </a:prstGeom>
          <a:noFill/>
        </p:spPr>
        <p:txBody>
          <a:bodyPr wrap="square" lIns="18288" tIns="9144" rIns="18288" bIns="9144" anchor="t">
            <a:spAutoFit/>
          </a:bodyPr>
          <a:lstStyle/>
          <a:p>
            <a:pPr algn="l"/>
            <a:r>
              <a:rPr sz="1000" b="0" i="1">
                <a:solidFill>
                  <a:srgbClr val="707070"/>
                </a:solidFill>
                <a:latin typeface="Arial"/>
              </a:rPr>
              <a:t>comparacion_timing.txt — mismo endpoint crítico en todas: gpio/gpio_out_reg[0]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Logic Synthesis — </a:t>
            </a:r>
            <a:r>
              <a:rPr lang="es-MX" dirty="0"/>
              <a:t>se elige</a:t>
            </a:r>
            <a:r>
              <a:rPr dirty="0"/>
              <a:t>: </a:t>
            </a:r>
            <a:r>
              <a:rPr dirty="0" err="1"/>
              <a:t>gate_clock</a:t>
            </a:r>
            <a:endParaRPr dirty="0"/>
          </a:p>
        </p:txBody>
      </p:sp>
      <p:sp>
        <p:nvSpPr>
          <p:cNvPr id="3" name="Text Placeholder 2"/>
          <p:cNvSpPr>
            <a:spLocks noGrp="1"/>
          </p:cNvSpPr>
          <p:nvPr>
            <p:ph type="body" idx="1"/>
          </p:nvPr>
        </p:nvSpPr>
        <p:spPr/>
        <p:txBody>
          <a:bodyPr/>
          <a:lstStyle/>
          <a:p>
            <a:r>
              <a:rPr dirty="0"/>
              <a:t>La </a:t>
            </a:r>
            <a:r>
              <a:rPr dirty="0" err="1"/>
              <a:t>variante</a:t>
            </a:r>
            <a:r>
              <a:rPr dirty="0"/>
              <a:t> </a:t>
            </a:r>
            <a:r>
              <a:rPr lang="es-MX" dirty="0"/>
              <a:t>mas optima en todo sentido</a:t>
            </a:r>
            <a:endParaRPr dirty="0"/>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
        <p:nvSpPr>
          <p:cNvPr id="6" name="Rounded Rectangle 5"/>
          <p:cNvSpPr/>
          <p:nvPr/>
        </p:nvSpPr>
        <p:spPr>
          <a:xfrm>
            <a:off x="384048" y="1234440"/>
            <a:ext cx="2697480" cy="14173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475488" y="1380744"/>
            <a:ext cx="2514600" cy="566928"/>
          </a:xfrm>
          <a:prstGeom prst="rect">
            <a:avLst/>
          </a:prstGeom>
          <a:noFill/>
        </p:spPr>
        <p:txBody>
          <a:bodyPr wrap="square" lIns="18288" tIns="9144" rIns="18288" bIns="9144" anchor="t">
            <a:spAutoFit/>
          </a:bodyPr>
          <a:lstStyle/>
          <a:p>
            <a:pPr algn="ctr"/>
            <a:r>
              <a:rPr sz="3200" b="1" i="0">
                <a:solidFill>
                  <a:srgbClr val="621F8A"/>
                </a:solidFill>
                <a:latin typeface="Arial"/>
              </a:rPr>
              <a:t>3.996 mW</a:t>
            </a:r>
          </a:p>
        </p:txBody>
      </p:sp>
      <p:sp>
        <p:nvSpPr>
          <p:cNvPr id="8" name="TextBox 7"/>
          <p:cNvSpPr txBox="1"/>
          <p:nvPr/>
        </p:nvSpPr>
        <p:spPr>
          <a:xfrm>
            <a:off x="475488" y="1929384"/>
            <a:ext cx="2514600" cy="457200"/>
          </a:xfrm>
          <a:prstGeom prst="rect">
            <a:avLst/>
          </a:prstGeom>
          <a:noFill/>
        </p:spPr>
        <p:txBody>
          <a:bodyPr wrap="square" lIns="18288" tIns="9144" rIns="18288" bIns="9144" anchor="t">
            <a:spAutoFit/>
          </a:bodyPr>
          <a:lstStyle/>
          <a:p>
            <a:pPr algn="ctr"/>
            <a:r>
              <a:rPr sz="1050" b="0" i="0">
                <a:solidFill>
                  <a:srgbClr val="707070"/>
                </a:solidFill>
                <a:latin typeface="Arial"/>
              </a:rPr>
              <a:t>potencia total</a:t>
            </a:r>
          </a:p>
          <a:p>
            <a:pPr algn="ctr"/>
            <a:r>
              <a:rPr sz="1050" b="0" i="0">
                <a:solidFill>
                  <a:srgbClr val="707070"/>
                </a:solidFill>
                <a:latin typeface="Arial"/>
              </a:rPr>
              <a:t>(vs 54.93 mW de las base)</a:t>
            </a:r>
          </a:p>
        </p:txBody>
      </p:sp>
      <p:sp>
        <p:nvSpPr>
          <p:cNvPr id="9" name="Rounded Rectangle 8"/>
          <p:cNvSpPr/>
          <p:nvPr/>
        </p:nvSpPr>
        <p:spPr>
          <a:xfrm>
            <a:off x="3282696" y="1234440"/>
            <a:ext cx="2697480" cy="14173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374136" y="1380744"/>
            <a:ext cx="2514600" cy="566928"/>
          </a:xfrm>
          <a:prstGeom prst="rect">
            <a:avLst/>
          </a:prstGeom>
          <a:noFill/>
        </p:spPr>
        <p:txBody>
          <a:bodyPr wrap="square" lIns="18288" tIns="9144" rIns="18288" bIns="9144" anchor="t">
            <a:spAutoFit/>
          </a:bodyPr>
          <a:lstStyle/>
          <a:p>
            <a:pPr algn="ctr"/>
            <a:r>
              <a:rPr sz="3200" b="1" i="0">
                <a:solidFill>
                  <a:srgbClr val="621F8A"/>
                </a:solidFill>
                <a:latin typeface="Arial"/>
              </a:rPr>
              <a:t>13.7×</a:t>
            </a:r>
          </a:p>
        </p:txBody>
      </p:sp>
      <p:sp>
        <p:nvSpPr>
          <p:cNvPr id="11" name="TextBox 10"/>
          <p:cNvSpPr txBox="1"/>
          <p:nvPr/>
        </p:nvSpPr>
        <p:spPr>
          <a:xfrm>
            <a:off x="3374136" y="1929384"/>
            <a:ext cx="2514600" cy="457200"/>
          </a:xfrm>
          <a:prstGeom prst="rect">
            <a:avLst/>
          </a:prstGeom>
          <a:noFill/>
        </p:spPr>
        <p:txBody>
          <a:bodyPr wrap="square" lIns="18288" tIns="9144" rIns="18288" bIns="9144" anchor="t">
            <a:spAutoFit/>
          </a:bodyPr>
          <a:lstStyle/>
          <a:p>
            <a:pPr algn="ctr"/>
            <a:r>
              <a:rPr sz="1050" b="0" i="0">
                <a:solidFill>
                  <a:srgbClr val="707070"/>
                </a:solidFill>
                <a:latin typeface="Arial"/>
              </a:rPr>
              <a:t>menos consumo</a:t>
            </a:r>
          </a:p>
          <a:p>
            <a:pPr algn="ctr"/>
            <a:r>
              <a:rPr sz="1050" b="0" i="0">
                <a:solidFill>
                  <a:srgbClr val="707070"/>
                </a:solidFill>
                <a:latin typeface="Arial"/>
              </a:rPr>
              <a:t>que no_autoungroup</a:t>
            </a:r>
          </a:p>
        </p:txBody>
      </p:sp>
      <p:sp>
        <p:nvSpPr>
          <p:cNvPr id="12" name="Rounded Rectangle 11"/>
          <p:cNvSpPr/>
          <p:nvPr/>
        </p:nvSpPr>
        <p:spPr>
          <a:xfrm>
            <a:off x="384048" y="2807208"/>
            <a:ext cx="2697480" cy="14173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75488" y="2953512"/>
            <a:ext cx="2514600" cy="566928"/>
          </a:xfrm>
          <a:prstGeom prst="rect">
            <a:avLst/>
          </a:prstGeom>
          <a:noFill/>
        </p:spPr>
        <p:txBody>
          <a:bodyPr wrap="square" lIns="18288" tIns="9144" rIns="18288" bIns="9144" anchor="t">
            <a:spAutoFit/>
          </a:bodyPr>
          <a:lstStyle/>
          <a:p>
            <a:pPr algn="ctr"/>
            <a:r>
              <a:rPr sz="3200" b="1" i="0">
                <a:solidFill>
                  <a:srgbClr val="621F8A"/>
                </a:solidFill>
                <a:latin typeface="Arial"/>
              </a:rPr>
              <a:t>267,492</a:t>
            </a:r>
          </a:p>
        </p:txBody>
      </p:sp>
      <p:sp>
        <p:nvSpPr>
          <p:cNvPr id="14" name="TextBox 13"/>
          <p:cNvSpPr txBox="1"/>
          <p:nvPr/>
        </p:nvSpPr>
        <p:spPr>
          <a:xfrm>
            <a:off x="475488" y="3502152"/>
            <a:ext cx="2514600" cy="457200"/>
          </a:xfrm>
          <a:prstGeom prst="rect">
            <a:avLst/>
          </a:prstGeom>
          <a:noFill/>
        </p:spPr>
        <p:txBody>
          <a:bodyPr wrap="square" lIns="18288" tIns="9144" rIns="18288" bIns="9144" anchor="t">
            <a:spAutoFit/>
          </a:bodyPr>
          <a:lstStyle/>
          <a:p>
            <a:pPr algn="ctr"/>
            <a:r>
              <a:rPr sz="1050" b="0" i="0">
                <a:solidFill>
                  <a:srgbClr val="707070"/>
                </a:solidFill>
                <a:latin typeface="Arial"/>
              </a:rPr>
              <a:t>unidades de area</a:t>
            </a:r>
          </a:p>
          <a:p>
            <a:pPr algn="ctr"/>
            <a:r>
              <a:rPr sz="1050" b="0" i="0">
                <a:solidFill>
                  <a:srgbClr val="707070"/>
                </a:solidFill>
                <a:latin typeface="Arial"/>
              </a:rPr>
              <a:t>19,741 celdas (vs 27,502)</a:t>
            </a:r>
          </a:p>
        </p:txBody>
      </p:sp>
      <p:sp>
        <p:nvSpPr>
          <p:cNvPr id="15" name="Rounded Rectangle 14"/>
          <p:cNvSpPr/>
          <p:nvPr/>
        </p:nvSpPr>
        <p:spPr>
          <a:xfrm>
            <a:off x="3282696" y="2807208"/>
            <a:ext cx="2697480" cy="14173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374136" y="2953512"/>
            <a:ext cx="2514600" cy="566928"/>
          </a:xfrm>
          <a:prstGeom prst="rect">
            <a:avLst/>
          </a:prstGeom>
          <a:noFill/>
        </p:spPr>
        <p:txBody>
          <a:bodyPr wrap="square" lIns="18288" tIns="9144" rIns="18288" bIns="9144" anchor="t">
            <a:spAutoFit/>
          </a:bodyPr>
          <a:lstStyle/>
          <a:p>
            <a:pPr algn="ctr"/>
            <a:r>
              <a:rPr sz="3200" b="1" i="0">
                <a:solidFill>
                  <a:srgbClr val="1B7F4B"/>
                </a:solidFill>
                <a:latin typeface="Arial"/>
              </a:rPr>
              <a:t>7.35 ns</a:t>
            </a:r>
          </a:p>
        </p:txBody>
      </p:sp>
      <p:sp>
        <p:nvSpPr>
          <p:cNvPr id="17" name="TextBox 16"/>
          <p:cNvSpPr txBox="1"/>
          <p:nvPr/>
        </p:nvSpPr>
        <p:spPr>
          <a:xfrm>
            <a:off x="3374136" y="3502152"/>
            <a:ext cx="2514600" cy="457200"/>
          </a:xfrm>
          <a:prstGeom prst="rect">
            <a:avLst/>
          </a:prstGeom>
          <a:noFill/>
        </p:spPr>
        <p:txBody>
          <a:bodyPr wrap="square" lIns="18288" tIns="9144" rIns="18288" bIns="9144" anchor="t">
            <a:spAutoFit/>
          </a:bodyPr>
          <a:lstStyle/>
          <a:p>
            <a:pPr algn="ctr"/>
            <a:r>
              <a:rPr sz="1050" b="0" i="0">
                <a:solidFill>
                  <a:srgbClr val="707070"/>
                </a:solidFill>
                <a:latin typeface="Arial"/>
              </a:rPr>
              <a:t>de slack sobre 20 ns</a:t>
            </a:r>
          </a:p>
          <a:p>
            <a:pPr algn="ctr"/>
            <a:r>
              <a:rPr sz="1050" b="0" i="0">
                <a:solidFill>
                  <a:srgbClr val="707070"/>
                </a:solidFill>
                <a:latin typeface="Arial"/>
              </a:rPr>
              <a:t>0 paths violando</a:t>
            </a:r>
          </a:p>
        </p:txBody>
      </p:sp>
      <p:sp>
        <p:nvSpPr>
          <p:cNvPr id="18" name="TextBox 17"/>
          <p:cNvSpPr txBox="1"/>
          <p:nvPr/>
        </p:nvSpPr>
        <p:spPr>
          <a:xfrm>
            <a:off x="384048" y="4480560"/>
            <a:ext cx="5623560" cy="274320"/>
          </a:xfrm>
          <a:prstGeom prst="rect">
            <a:avLst/>
          </a:prstGeom>
          <a:noFill/>
        </p:spPr>
        <p:txBody>
          <a:bodyPr wrap="square" lIns="18288" tIns="9144" rIns="18288" bIns="9144" anchor="t">
            <a:spAutoFit/>
          </a:bodyPr>
          <a:lstStyle/>
          <a:p>
            <a:pPr algn="l"/>
            <a:r>
              <a:rPr sz="1500" b="1" i="0">
                <a:solidFill>
                  <a:srgbClr val="621F8A"/>
                </a:solidFill>
                <a:latin typeface="Arial"/>
              </a:rPr>
              <a:t>Por qué gate_clock</a:t>
            </a:r>
          </a:p>
        </p:txBody>
      </p:sp>
      <p:sp>
        <p:nvSpPr>
          <p:cNvPr id="19" name="TextBox 18"/>
          <p:cNvSpPr txBox="1"/>
          <p:nvPr/>
        </p:nvSpPr>
        <p:spPr>
          <a:xfrm>
            <a:off x="384048" y="4846320"/>
            <a:ext cx="5623560" cy="1126462"/>
          </a:xfrm>
          <a:prstGeom prst="rect">
            <a:avLst/>
          </a:prstGeom>
          <a:noFill/>
        </p:spPr>
        <p:txBody>
          <a:bodyPr wrap="square" lIns="18288" tIns="9144" rIns="18288" bIns="9144" anchor="t">
            <a:spAutoFit/>
          </a:bodyPr>
          <a:lstStyle/>
          <a:p>
            <a:pPr algn="l"/>
            <a:r>
              <a:rPr sz="1200" b="0" i="0" dirty="0">
                <a:solidFill>
                  <a:srgbClr val="333333"/>
                </a:solidFill>
                <a:latin typeface="Arial"/>
              </a:rPr>
              <a:t>•  El clock gating </a:t>
            </a:r>
            <a:r>
              <a:rPr sz="1200" b="0" i="0" dirty="0" err="1">
                <a:solidFill>
                  <a:srgbClr val="333333"/>
                </a:solidFill>
                <a:latin typeface="Arial"/>
              </a:rPr>
              <a:t>corta</a:t>
            </a:r>
            <a:r>
              <a:rPr sz="1200" b="0" i="0" dirty="0">
                <a:solidFill>
                  <a:srgbClr val="333333"/>
                </a:solidFill>
                <a:latin typeface="Arial"/>
              </a:rPr>
              <a:t> el </a:t>
            </a:r>
            <a:r>
              <a:rPr sz="1200" b="0" i="0" dirty="0" err="1">
                <a:solidFill>
                  <a:srgbClr val="333333"/>
                </a:solidFill>
                <a:latin typeface="Arial"/>
              </a:rPr>
              <a:t>reloj</a:t>
            </a:r>
            <a:r>
              <a:rPr sz="1200" b="0" i="0" dirty="0">
                <a:solidFill>
                  <a:srgbClr val="333333"/>
                </a:solidFill>
                <a:latin typeface="Arial"/>
              </a:rPr>
              <a:t> </a:t>
            </a:r>
            <a:r>
              <a:rPr sz="1200" b="0" i="0" dirty="0" err="1">
                <a:solidFill>
                  <a:srgbClr val="333333"/>
                </a:solidFill>
                <a:latin typeface="Arial"/>
              </a:rPr>
              <a:t>hacia</a:t>
            </a:r>
            <a:r>
              <a:rPr sz="1200" b="0" i="0" dirty="0">
                <a:solidFill>
                  <a:srgbClr val="333333"/>
                </a:solidFill>
                <a:latin typeface="Arial"/>
              </a:rPr>
              <a:t> </a:t>
            </a:r>
            <a:r>
              <a:rPr sz="1200" b="0" i="0" dirty="0" err="1">
                <a:solidFill>
                  <a:srgbClr val="333333"/>
                </a:solidFill>
                <a:latin typeface="Arial"/>
              </a:rPr>
              <a:t>los</a:t>
            </a:r>
            <a:r>
              <a:rPr sz="1200" b="0" i="0" dirty="0">
                <a:solidFill>
                  <a:srgbClr val="333333"/>
                </a:solidFill>
                <a:latin typeface="Arial"/>
              </a:rPr>
              <a:t> ~9,500 flip-flops de las </a:t>
            </a:r>
            <a:r>
              <a:rPr sz="1200" b="0" i="0" dirty="0" err="1">
                <a:solidFill>
                  <a:srgbClr val="333333"/>
                </a:solidFill>
                <a:latin typeface="Arial"/>
              </a:rPr>
              <a:t>memorias</a:t>
            </a:r>
            <a:r>
              <a:rPr sz="1200" b="0" i="0" dirty="0">
                <a:solidFill>
                  <a:srgbClr val="333333"/>
                </a:solidFill>
                <a:latin typeface="Arial"/>
              </a:rPr>
              <a:t>, </a:t>
            </a:r>
            <a:r>
              <a:rPr sz="1200" b="0" i="0" dirty="0" err="1">
                <a:solidFill>
                  <a:srgbClr val="333333"/>
                </a:solidFill>
                <a:latin typeface="Arial"/>
              </a:rPr>
              <a:t>que</a:t>
            </a:r>
            <a:r>
              <a:rPr sz="1200" b="0" i="0" dirty="0">
                <a:solidFill>
                  <a:srgbClr val="333333"/>
                </a:solidFill>
                <a:latin typeface="Arial"/>
              </a:rPr>
              <a:t> rara </a:t>
            </a:r>
            <a:r>
              <a:rPr sz="1200" b="0" i="0" dirty="0" err="1">
                <a:solidFill>
                  <a:srgbClr val="333333"/>
                </a:solidFill>
                <a:latin typeface="Arial"/>
              </a:rPr>
              <a:t>vez</a:t>
            </a:r>
            <a:r>
              <a:rPr sz="1200" b="0" i="0" dirty="0">
                <a:solidFill>
                  <a:srgbClr val="333333"/>
                </a:solidFill>
                <a:latin typeface="Arial"/>
              </a:rPr>
              <a:t> </a:t>
            </a:r>
            <a:r>
              <a:rPr sz="1200" b="0" i="0" dirty="0" err="1">
                <a:solidFill>
                  <a:srgbClr val="333333"/>
                </a:solidFill>
                <a:latin typeface="Arial"/>
              </a:rPr>
              <a:t>cambian</a:t>
            </a:r>
            <a:r>
              <a:rPr sz="1200" b="0" i="0" dirty="0">
                <a:solidFill>
                  <a:srgbClr val="333333"/>
                </a:solidFill>
                <a:latin typeface="Arial"/>
              </a:rPr>
              <a:t> de valor. Ahí </a:t>
            </a:r>
            <a:r>
              <a:rPr sz="1200" b="0" i="0" dirty="0" err="1">
                <a:solidFill>
                  <a:srgbClr val="333333"/>
                </a:solidFill>
                <a:latin typeface="Arial"/>
              </a:rPr>
              <a:t>está</a:t>
            </a:r>
            <a:r>
              <a:rPr sz="1200" b="0" i="0" dirty="0">
                <a:solidFill>
                  <a:srgbClr val="333333"/>
                </a:solidFill>
                <a:latin typeface="Arial"/>
              </a:rPr>
              <a:t> el 93 % del </a:t>
            </a:r>
            <a:r>
              <a:rPr sz="1200" b="0" i="0" dirty="0" err="1">
                <a:solidFill>
                  <a:srgbClr val="333333"/>
                </a:solidFill>
                <a:latin typeface="Arial"/>
              </a:rPr>
              <a:t>ahorro</a:t>
            </a:r>
            <a:r>
              <a:rPr sz="1200" b="0" i="0" dirty="0">
                <a:solidFill>
                  <a:srgbClr val="333333"/>
                </a:solidFill>
                <a:latin typeface="Arial"/>
              </a:rPr>
              <a:t>.</a:t>
            </a:r>
          </a:p>
          <a:p>
            <a:pPr algn="l"/>
            <a:r>
              <a:rPr sz="1200" b="0" i="0" dirty="0">
                <a:solidFill>
                  <a:srgbClr val="333333"/>
                </a:solidFill>
                <a:latin typeface="Arial"/>
              </a:rPr>
              <a:t>•  </a:t>
            </a:r>
            <a:r>
              <a:rPr sz="1200" b="0" i="0" dirty="0" err="1">
                <a:solidFill>
                  <a:srgbClr val="333333"/>
                </a:solidFill>
                <a:latin typeface="Arial"/>
              </a:rPr>
              <a:t>Descarté</a:t>
            </a:r>
            <a:r>
              <a:rPr sz="1200" b="0" i="0" dirty="0">
                <a:solidFill>
                  <a:srgbClr val="333333"/>
                </a:solidFill>
                <a:latin typeface="Arial"/>
              </a:rPr>
              <a:t> incremental: es </a:t>
            </a:r>
            <a:r>
              <a:rPr sz="1200" b="0" i="0" dirty="0" err="1">
                <a:solidFill>
                  <a:srgbClr val="333333"/>
                </a:solidFill>
                <a:latin typeface="Arial"/>
              </a:rPr>
              <a:t>gate_clock</a:t>
            </a:r>
            <a:r>
              <a:rPr sz="1200" b="0" i="0" dirty="0">
                <a:solidFill>
                  <a:srgbClr val="333333"/>
                </a:solidFill>
                <a:latin typeface="Arial"/>
              </a:rPr>
              <a:t> </a:t>
            </a:r>
            <a:r>
              <a:rPr sz="1200" b="0" i="0" dirty="0" err="1">
                <a:solidFill>
                  <a:srgbClr val="333333"/>
                </a:solidFill>
                <a:latin typeface="Arial"/>
              </a:rPr>
              <a:t>más</a:t>
            </a:r>
            <a:r>
              <a:rPr sz="1200" b="0" i="0" dirty="0">
                <a:solidFill>
                  <a:srgbClr val="333333"/>
                </a:solidFill>
                <a:latin typeface="Arial"/>
              </a:rPr>
              <a:t> </a:t>
            </a:r>
            <a:r>
              <a:rPr sz="1200" b="0" i="0" dirty="0" err="1">
                <a:solidFill>
                  <a:srgbClr val="333333"/>
                </a:solidFill>
                <a:latin typeface="Arial"/>
              </a:rPr>
              <a:t>una</a:t>
            </a:r>
            <a:r>
              <a:rPr sz="1200" b="0" i="0" dirty="0">
                <a:solidFill>
                  <a:srgbClr val="333333"/>
                </a:solidFill>
                <a:latin typeface="Arial"/>
              </a:rPr>
              <a:t> </a:t>
            </a:r>
            <a:r>
              <a:rPr sz="1200" b="0" i="0" dirty="0" err="1">
                <a:solidFill>
                  <a:srgbClr val="333333"/>
                </a:solidFill>
                <a:latin typeface="Arial"/>
              </a:rPr>
              <a:t>pasada</a:t>
            </a:r>
            <a:r>
              <a:rPr sz="1200" b="0" i="0" dirty="0">
                <a:solidFill>
                  <a:srgbClr val="333333"/>
                </a:solidFill>
                <a:latin typeface="Arial"/>
              </a:rPr>
              <a:t> de </a:t>
            </a:r>
            <a:r>
              <a:rPr sz="1200" b="0" i="0" dirty="0" err="1">
                <a:solidFill>
                  <a:srgbClr val="333333"/>
                </a:solidFill>
                <a:latin typeface="Arial"/>
              </a:rPr>
              <a:t>refinamiento</a:t>
            </a:r>
            <a:r>
              <a:rPr sz="1200" b="0" i="0" dirty="0">
                <a:solidFill>
                  <a:srgbClr val="333333"/>
                </a:solidFill>
                <a:latin typeface="Arial"/>
              </a:rPr>
              <a:t> (37.94 s de </a:t>
            </a:r>
            <a:r>
              <a:rPr sz="1200" b="0" i="0" dirty="0" err="1">
                <a:solidFill>
                  <a:srgbClr val="333333"/>
                </a:solidFill>
                <a:latin typeface="Arial"/>
              </a:rPr>
              <a:t>compilación</a:t>
            </a:r>
            <a:r>
              <a:rPr sz="1200" b="0" i="0" dirty="0">
                <a:solidFill>
                  <a:srgbClr val="333333"/>
                </a:solidFill>
                <a:latin typeface="Arial"/>
              </a:rPr>
              <a:t>) y no </a:t>
            </a:r>
            <a:r>
              <a:rPr sz="1200" b="0" i="0" dirty="0" err="1">
                <a:solidFill>
                  <a:srgbClr val="333333"/>
                </a:solidFill>
                <a:latin typeface="Arial"/>
              </a:rPr>
              <a:t>aporta</a:t>
            </a:r>
            <a:r>
              <a:rPr sz="1200" b="0" i="0" dirty="0">
                <a:solidFill>
                  <a:srgbClr val="333333"/>
                </a:solidFill>
                <a:latin typeface="Arial"/>
              </a:rPr>
              <a:t> </a:t>
            </a:r>
            <a:r>
              <a:rPr sz="1200" b="0" i="0" dirty="0" err="1">
                <a:solidFill>
                  <a:srgbClr val="333333"/>
                </a:solidFill>
                <a:latin typeface="Arial"/>
              </a:rPr>
              <a:t>mejora</a:t>
            </a:r>
            <a:r>
              <a:rPr sz="1200" b="0" i="0" dirty="0">
                <a:solidFill>
                  <a:srgbClr val="333333"/>
                </a:solidFill>
                <a:latin typeface="Arial"/>
              </a:rPr>
              <a:t> </a:t>
            </a:r>
            <a:r>
              <a:rPr sz="1200" b="0" i="0" dirty="0" err="1">
                <a:solidFill>
                  <a:srgbClr val="333333"/>
                </a:solidFill>
                <a:latin typeface="Arial"/>
              </a:rPr>
              <a:t>medible</a:t>
            </a:r>
            <a:r>
              <a:rPr sz="1200" b="0" i="0" dirty="0">
                <a:solidFill>
                  <a:srgbClr val="333333"/>
                </a:solidFill>
                <a:latin typeface="Arial"/>
              </a:rPr>
              <a:t>.</a:t>
            </a:r>
          </a:p>
          <a:p>
            <a:pPr algn="l"/>
            <a:r>
              <a:rPr sz="1200" b="0" i="0" dirty="0">
                <a:solidFill>
                  <a:srgbClr val="333333"/>
                </a:solidFill>
                <a:latin typeface="Arial"/>
              </a:rPr>
              <a:t>•  </a:t>
            </a:r>
            <a:r>
              <a:rPr sz="1200" b="0" i="0" dirty="0" err="1">
                <a:solidFill>
                  <a:srgbClr val="333333"/>
                </a:solidFill>
                <a:latin typeface="Arial"/>
              </a:rPr>
              <a:t>Descarté</a:t>
            </a:r>
            <a:r>
              <a:rPr sz="1200" b="0" i="0" dirty="0">
                <a:solidFill>
                  <a:srgbClr val="333333"/>
                </a:solidFill>
                <a:latin typeface="Arial"/>
              </a:rPr>
              <a:t> retime: </a:t>
            </a:r>
            <a:r>
              <a:rPr sz="1200" b="0" i="0" dirty="0" err="1">
                <a:solidFill>
                  <a:srgbClr val="333333"/>
                </a:solidFill>
                <a:latin typeface="Arial"/>
              </a:rPr>
              <a:t>tiene</a:t>
            </a:r>
            <a:r>
              <a:rPr sz="1200" b="0" i="0" dirty="0">
                <a:solidFill>
                  <a:srgbClr val="333333"/>
                </a:solidFill>
                <a:latin typeface="Arial"/>
              </a:rPr>
              <a:t> el </a:t>
            </a:r>
            <a:r>
              <a:rPr sz="1200" b="0" i="0" dirty="0" err="1">
                <a:solidFill>
                  <a:srgbClr val="333333"/>
                </a:solidFill>
                <a:latin typeface="Arial"/>
              </a:rPr>
              <a:t>check_design</a:t>
            </a:r>
            <a:r>
              <a:rPr sz="1200" b="0" i="0" dirty="0">
                <a:solidFill>
                  <a:srgbClr val="333333"/>
                </a:solidFill>
                <a:latin typeface="Arial"/>
              </a:rPr>
              <a:t> </a:t>
            </a:r>
            <a:r>
              <a:rPr sz="1200" b="0" i="0" dirty="0" err="1">
                <a:solidFill>
                  <a:srgbClr val="333333"/>
                </a:solidFill>
                <a:latin typeface="Arial"/>
              </a:rPr>
              <a:t>más</a:t>
            </a:r>
            <a:r>
              <a:rPr sz="1200" b="0" i="0" dirty="0">
                <a:solidFill>
                  <a:srgbClr val="333333"/>
                </a:solidFill>
                <a:latin typeface="Arial"/>
              </a:rPr>
              <a:t> </a:t>
            </a:r>
            <a:r>
              <a:rPr sz="1200" b="0" i="0" dirty="0" err="1">
                <a:solidFill>
                  <a:srgbClr val="333333"/>
                </a:solidFill>
                <a:latin typeface="Arial"/>
              </a:rPr>
              <a:t>limpio</a:t>
            </a:r>
            <a:r>
              <a:rPr sz="1200" b="0" i="0" dirty="0">
                <a:solidFill>
                  <a:srgbClr val="333333"/>
                </a:solidFill>
                <a:latin typeface="Arial"/>
              </a:rPr>
              <a:t> (9 warnings vs 30), </a:t>
            </a:r>
            <a:r>
              <a:rPr sz="1200" b="0" i="0" dirty="0" err="1">
                <a:solidFill>
                  <a:srgbClr val="333333"/>
                </a:solidFill>
                <a:latin typeface="Arial"/>
              </a:rPr>
              <a:t>pero</a:t>
            </a:r>
            <a:r>
              <a:rPr sz="1200" b="0" i="0" dirty="0">
                <a:solidFill>
                  <a:srgbClr val="333333"/>
                </a:solidFill>
                <a:latin typeface="Arial"/>
              </a:rPr>
              <a:t> </a:t>
            </a:r>
            <a:r>
              <a:rPr sz="1200" b="0" i="0" dirty="0" err="1">
                <a:solidFill>
                  <a:srgbClr val="333333"/>
                </a:solidFill>
                <a:latin typeface="Arial"/>
              </a:rPr>
              <a:t>mantiene</a:t>
            </a:r>
            <a:r>
              <a:rPr sz="1200" b="0" i="0" dirty="0">
                <a:solidFill>
                  <a:srgbClr val="333333"/>
                </a:solidFill>
                <a:latin typeface="Arial"/>
              </a:rPr>
              <a:t> el </a:t>
            </a:r>
            <a:r>
              <a:rPr sz="1200" b="0" i="0" dirty="0" err="1">
                <a:solidFill>
                  <a:srgbClr val="333333"/>
                </a:solidFill>
                <a:latin typeface="Arial"/>
              </a:rPr>
              <a:t>consumo</a:t>
            </a:r>
            <a:r>
              <a:rPr sz="1200" b="0" i="0" dirty="0">
                <a:solidFill>
                  <a:srgbClr val="333333"/>
                </a:solidFill>
                <a:latin typeface="Arial"/>
              </a:rPr>
              <a:t> </a:t>
            </a:r>
            <a:r>
              <a:rPr sz="1200" b="0" i="0" dirty="0" err="1">
                <a:solidFill>
                  <a:srgbClr val="333333"/>
                </a:solidFill>
                <a:latin typeface="Arial"/>
              </a:rPr>
              <a:t>en</a:t>
            </a:r>
            <a:r>
              <a:rPr sz="1200" b="0" i="0" dirty="0">
                <a:solidFill>
                  <a:srgbClr val="333333"/>
                </a:solidFill>
                <a:latin typeface="Arial"/>
              </a:rPr>
              <a:t> ~54.93 </a:t>
            </a:r>
            <a:r>
              <a:rPr sz="1200" b="0" i="0" dirty="0" err="1">
                <a:solidFill>
                  <a:srgbClr val="333333"/>
                </a:solidFill>
                <a:latin typeface="Arial"/>
              </a:rPr>
              <a:t>mW</a:t>
            </a:r>
            <a:r>
              <a:rPr sz="1200" b="0" i="0" dirty="0">
                <a:solidFill>
                  <a:srgbClr val="333333"/>
                </a:solidFill>
                <a:latin typeface="Arial"/>
              </a:rPr>
              <a:t>.</a:t>
            </a:r>
          </a:p>
        </p:txBody>
      </p:sp>
      <p:pic>
        <p:nvPicPr>
          <p:cNvPr id="20" name="Picture 19" descr="image79.png"/>
          <p:cNvPicPr>
            <a:picLocks noChangeAspect="1"/>
          </p:cNvPicPr>
          <p:nvPr/>
        </p:nvPicPr>
        <p:blipFill>
          <a:blip r:embed="rId2"/>
          <a:stretch>
            <a:fillRect/>
          </a:stretch>
        </p:blipFill>
        <p:spPr>
          <a:xfrm>
            <a:off x="6395457" y="1234440"/>
            <a:ext cx="5213621" cy="4663440"/>
          </a:xfrm>
          <a:prstGeom prst="rect">
            <a:avLst/>
          </a:prstGeom>
          <a:ln w="9525">
            <a:solidFill>
              <a:srgbClr val="CCCCCC"/>
            </a:solidFill>
          </a:ln>
        </p:spPr>
      </p:pic>
      <p:sp>
        <p:nvSpPr>
          <p:cNvPr id="21" name="TextBox 20"/>
          <p:cNvSpPr txBox="1"/>
          <p:nvPr/>
        </p:nvSpPr>
        <p:spPr>
          <a:xfrm>
            <a:off x="6190488" y="5961888"/>
            <a:ext cx="5623560" cy="219456"/>
          </a:xfrm>
          <a:prstGeom prst="rect">
            <a:avLst/>
          </a:prstGeom>
          <a:noFill/>
        </p:spPr>
        <p:txBody>
          <a:bodyPr wrap="square" lIns="18288" tIns="9144" rIns="18288" bIns="9144" anchor="t">
            <a:spAutoFit/>
          </a:bodyPr>
          <a:lstStyle/>
          <a:p>
            <a:pPr algn="l"/>
            <a:r>
              <a:rPr sz="1000" b="0" i="1">
                <a:solidFill>
                  <a:srgbClr val="707070"/>
                </a:solidFill>
                <a:latin typeface="Arial"/>
              </a:rPr>
              <a:t>report_qor de la variante gate_clock: 0 violating paths, TNS = 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Formality y DFT</a:t>
            </a:r>
          </a:p>
        </p:txBody>
      </p:sp>
      <p:sp>
        <p:nvSpPr>
          <p:cNvPr id="3" name="Text Placeholder 2"/>
          <p:cNvSpPr>
            <a:spLocks noGrp="1"/>
          </p:cNvSpPr>
          <p:nvPr>
            <p:ph type="body" idx="1"/>
          </p:nvPr>
        </p:nvSpPr>
        <p:spPr/>
        <p:txBody>
          <a:bodyPr/>
          <a:lstStyle/>
          <a:p>
            <a:r>
              <a:t>Equivalencia formal entre RTL y netlist, e inserción de scan chains</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
        <p:nvSpPr>
          <p:cNvPr id="6" name="TextBox 5"/>
          <p:cNvSpPr txBox="1"/>
          <p:nvPr/>
        </p:nvSpPr>
        <p:spPr>
          <a:xfrm>
            <a:off x="384048" y="1188720"/>
            <a:ext cx="5623560" cy="274320"/>
          </a:xfrm>
          <a:prstGeom prst="rect">
            <a:avLst/>
          </a:prstGeom>
          <a:noFill/>
        </p:spPr>
        <p:txBody>
          <a:bodyPr wrap="square" lIns="18288" tIns="9144" rIns="18288" bIns="9144" anchor="t">
            <a:spAutoFit/>
          </a:bodyPr>
          <a:lstStyle/>
          <a:p>
            <a:pPr algn="l"/>
            <a:r>
              <a:rPr sz="1500" b="1" i="0">
                <a:solidFill>
                  <a:srgbClr val="621F8A"/>
                </a:solidFill>
                <a:latin typeface="Arial"/>
              </a:rPr>
              <a:t>Formality — verificación formal</a:t>
            </a:r>
          </a:p>
        </p:txBody>
      </p:sp>
      <p:pic>
        <p:nvPicPr>
          <p:cNvPr id="7" name="Picture 6" descr="image153.png"/>
          <p:cNvPicPr>
            <a:picLocks noChangeAspect="1"/>
          </p:cNvPicPr>
          <p:nvPr/>
        </p:nvPicPr>
        <p:blipFill>
          <a:blip r:embed="rId2"/>
          <a:stretch>
            <a:fillRect/>
          </a:stretch>
        </p:blipFill>
        <p:spPr>
          <a:xfrm>
            <a:off x="513698" y="1536192"/>
            <a:ext cx="5364259" cy="2377440"/>
          </a:xfrm>
          <a:prstGeom prst="rect">
            <a:avLst/>
          </a:prstGeom>
          <a:ln w="9525">
            <a:solidFill>
              <a:srgbClr val="CCCCCC"/>
            </a:solidFill>
          </a:ln>
        </p:spPr>
      </p:pic>
      <p:sp>
        <p:nvSpPr>
          <p:cNvPr id="8" name="TextBox 7"/>
          <p:cNvSpPr txBox="1"/>
          <p:nvPr/>
        </p:nvSpPr>
        <p:spPr>
          <a:xfrm>
            <a:off x="384048" y="4023360"/>
            <a:ext cx="5623560" cy="1097280"/>
          </a:xfrm>
          <a:prstGeom prst="rect">
            <a:avLst/>
          </a:prstGeom>
          <a:noFill/>
        </p:spPr>
        <p:txBody>
          <a:bodyPr wrap="square" lIns="18288" tIns="9144" rIns="18288" bIns="9144" anchor="t">
            <a:spAutoFit/>
          </a:bodyPr>
          <a:lstStyle/>
          <a:p>
            <a:pPr algn="l"/>
            <a:r>
              <a:rPr sz="1250" b="0" i="0">
                <a:solidFill>
                  <a:srgbClr val="333333"/>
                </a:solidFill>
                <a:latin typeface="Arial"/>
              </a:rPr>
              <a:t>•  Referencia: el RTL original. Implementación: mapped.v de gate_clock, usando su .svf.</a:t>
            </a:r>
          </a:p>
          <a:p>
            <a:pPr algn="l"/>
            <a:r>
              <a:rPr sz="1250" b="0" i="0">
                <a:solidFill>
                  <a:srgbClr val="333333"/>
                </a:solidFill>
                <a:latin typeface="Arial"/>
              </a:rPr>
              <a:t>•  9,630 compare points (9,579 DFF + 51 puertos): todos passing, 0 failing.</a:t>
            </a:r>
          </a:p>
          <a:p>
            <a:pPr algn="l"/>
            <a:r>
              <a:rPr sz="1250" b="0" i="0">
                <a:solidFill>
                  <a:srgbClr val="333333"/>
                </a:solidFill>
                <a:latin typeface="Arial"/>
              </a:rPr>
              <a:t>•  Confirma que compile_ultra con clock gating no cambió la función lógica del diseño.</a:t>
            </a:r>
          </a:p>
        </p:txBody>
      </p:sp>
      <p:sp>
        <p:nvSpPr>
          <p:cNvPr id="9" name="Rounded Rectangle 8"/>
          <p:cNvSpPr/>
          <p:nvPr/>
        </p:nvSpPr>
        <p:spPr>
          <a:xfrm>
            <a:off x="384048" y="5193792"/>
            <a:ext cx="5623560" cy="960120"/>
          </a:xfrm>
          <a:prstGeom prst="roundRect">
            <a:avLst>
              <a:gd name="adj" fmla="val 5000"/>
            </a:avLst>
          </a:prstGeom>
          <a:solidFill>
            <a:srgbClr val="F3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58368" y="5394960"/>
            <a:ext cx="5120640" cy="387798"/>
          </a:xfrm>
          <a:prstGeom prst="rect">
            <a:avLst/>
          </a:prstGeom>
          <a:noFill/>
        </p:spPr>
        <p:txBody>
          <a:bodyPr wrap="square" lIns="18288" tIns="9144" rIns="18288" bIns="9144" anchor="t">
            <a:spAutoFit/>
          </a:bodyPr>
          <a:lstStyle/>
          <a:p>
            <a:pPr algn="l"/>
            <a:r>
              <a:rPr sz="1200" b="0" i="0" dirty="0">
                <a:solidFill>
                  <a:srgbClr val="333333"/>
                </a:solidFill>
                <a:latin typeface="Arial"/>
              </a:rPr>
              <a:t>Formality </a:t>
            </a:r>
            <a:r>
              <a:rPr sz="1200" b="0" i="0" dirty="0" err="1">
                <a:solidFill>
                  <a:srgbClr val="333333"/>
                </a:solidFill>
                <a:latin typeface="Arial"/>
              </a:rPr>
              <a:t>cierra</a:t>
            </a:r>
            <a:r>
              <a:rPr sz="1200" b="0" i="0" dirty="0">
                <a:solidFill>
                  <a:srgbClr val="333333"/>
                </a:solidFill>
                <a:latin typeface="Arial"/>
              </a:rPr>
              <a:t> </a:t>
            </a:r>
            <a:r>
              <a:rPr lang="es-MX" sz="1200" b="0" i="0" dirty="0">
                <a:solidFill>
                  <a:srgbClr val="333333"/>
                </a:solidFill>
                <a:latin typeface="Arial"/>
              </a:rPr>
              <a:t>con que sigue siendo la misma lógica original de mis </a:t>
            </a:r>
            <a:r>
              <a:rPr lang="es-MX" sz="1200" b="0" i="0" dirty="0" err="1">
                <a:solidFill>
                  <a:srgbClr val="333333"/>
                </a:solidFill>
                <a:latin typeface="Arial"/>
              </a:rPr>
              <a:t>rtl</a:t>
            </a:r>
            <a:r>
              <a:rPr lang="es-MX" sz="1200" b="0" i="0" dirty="0">
                <a:solidFill>
                  <a:srgbClr val="333333"/>
                </a:solidFill>
                <a:latin typeface="Arial"/>
              </a:rPr>
              <a:t> después de todos los cambios en la compilación </a:t>
            </a:r>
            <a:endParaRPr sz="1200" b="0" i="0" dirty="0">
              <a:solidFill>
                <a:srgbClr val="333333"/>
              </a:solidFill>
              <a:latin typeface="Arial"/>
            </a:endParaRPr>
          </a:p>
        </p:txBody>
      </p:sp>
      <p:sp>
        <p:nvSpPr>
          <p:cNvPr id="11" name="TextBox 10"/>
          <p:cNvSpPr txBox="1"/>
          <p:nvPr/>
        </p:nvSpPr>
        <p:spPr>
          <a:xfrm>
            <a:off x="6190488" y="1188720"/>
            <a:ext cx="5623560" cy="274320"/>
          </a:xfrm>
          <a:prstGeom prst="rect">
            <a:avLst/>
          </a:prstGeom>
          <a:noFill/>
        </p:spPr>
        <p:txBody>
          <a:bodyPr wrap="square" lIns="18288" tIns="9144" rIns="18288" bIns="9144" anchor="t">
            <a:spAutoFit/>
          </a:bodyPr>
          <a:lstStyle/>
          <a:p>
            <a:pPr algn="l"/>
            <a:r>
              <a:rPr sz="1500" b="1" i="0">
                <a:solidFill>
                  <a:srgbClr val="621F8A"/>
                </a:solidFill>
                <a:latin typeface="Arial"/>
              </a:rPr>
              <a:t>DFT — inserción de scan</a:t>
            </a:r>
          </a:p>
        </p:txBody>
      </p:sp>
      <p:pic>
        <p:nvPicPr>
          <p:cNvPr id="12" name="Picture 11" descr="image148.png"/>
          <p:cNvPicPr>
            <a:picLocks noChangeAspect="1"/>
          </p:cNvPicPr>
          <p:nvPr/>
        </p:nvPicPr>
        <p:blipFill>
          <a:blip r:embed="rId3"/>
          <a:srcRect t="27566" b="9299"/>
          <a:stretch>
            <a:fillRect/>
          </a:stretch>
        </p:blipFill>
        <p:spPr>
          <a:xfrm>
            <a:off x="6095999" y="1545885"/>
            <a:ext cx="5863607" cy="3875714"/>
          </a:xfrm>
          <a:prstGeom prst="rect">
            <a:avLst/>
          </a:prstGeom>
          <a:ln w="9525">
            <a:solidFill>
              <a:srgbClr val="CCCCCC"/>
            </a:solidFill>
          </a:ln>
        </p:spPr>
      </p:pic>
      <p:sp>
        <p:nvSpPr>
          <p:cNvPr id="13" name="TextBox 12"/>
          <p:cNvSpPr txBox="1"/>
          <p:nvPr/>
        </p:nvSpPr>
        <p:spPr>
          <a:xfrm>
            <a:off x="6190487" y="5782758"/>
            <a:ext cx="5623560" cy="403187"/>
          </a:xfrm>
          <a:prstGeom prst="rect">
            <a:avLst/>
          </a:prstGeom>
          <a:noFill/>
        </p:spPr>
        <p:txBody>
          <a:bodyPr wrap="square" lIns="18288" tIns="9144" rIns="18288" bIns="9144" anchor="t">
            <a:spAutoFit/>
          </a:bodyPr>
          <a:lstStyle/>
          <a:p>
            <a:pPr algn="l"/>
            <a:r>
              <a:rPr sz="1250" b="0" i="0" dirty="0">
                <a:solidFill>
                  <a:srgbClr val="333333"/>
                </a:solidFill>
                <a:latin typeface="Arial"/>
              </a:rPr>
              <a:t>•  </a:t>
            </a:r>
            <a:r>
              <a:rPr sz="1250" b="0" i="0" dirty="0" err="1">
                <a:solidFill>
                  <a:srgbClr val="333333"/>
                </a:solidFill>
                <a:latin typeface="Arial"/>
              </a:rPr>
              <a:t>Aparecen</a:t>
            </a:r>
            <a:r>
              <a:rPr sz="1250" b="0" i="0" dirty="0">
                <a:solidFill>
                  <a:srgbClr val="333333"/>
                </a:solidFill>
                <a:latin typeface="Arial"/>
              </a:rPr>
              <a:t> </a:t>
            </a:r>
            <a:r>
              <a:rPr sz="1250" b="0" i="0" dirty="0" err="1">
                <a:solidFill>
                  <a:srgbClr val="333333"/>
                </a:solidFill>
                <a:latin typeface="Arial"/>
              </a:rPr>
              <a:t>los</a:t>
            </a:r>
            <a:r>
              <a:rPr sz="1250" b="0" i="0" dirty="0">
                <a:solidFill>
                  <a:srgbClr val="333333"/>
                </a:solidFill>
                <a:latin typeface="Arial"/>
              </a:rPr>
              <a:t> </a:t>
            </a:r>
            <a:r>
              <a:rPr sz="1250" b="0" i="0" dirty="0" err="1">
                <a:solidFill>
                  <a:srgbClr val="333333"/>
                </a:solidFill>
                <a:latin typeface="Arial"/>
              </a:rPr>
              <a:t>puertos</a:t>
            </a:r>
            <a:r>
              <a:rPr sz="1250" b="0" i="0" dirty="0">
                <a:solidFill>
                  <a:srgbClr val="333333"/>
                </a:solidFill>
                <a:latin typeface="Arial"/>
              </a:rPr>
              <a:t> </a:t>
            </a:r>
            <a:r>
              <a:rPr sz="1250" b="0" i="0" dirty="0" err="1">
                <a:solidFill>
                  <a:srgbClr val="333333"/>
                </a:solidFill>
                <a:latin typeface="Arial"/>
              </a:rPr>
              <a:t>nuevos</a:t>
            </a:r>
            <a:r>
              <a:rPr sz="1250" b="0" i="0" dirty="0">
                <a:solidFill>
                  <a:srgbClr val="333333"/>
                </a:solidFill>
                <a:latin typeface="Arial"/>
              </a:rPr>
              <a:t> </a:t>
            </a:r>
            <a:r>
              <a:rPr sz="1250" b="0" i="0" dirty="0" err="1">
                <a:solidFill>
                  <a:srgbClr val="333333"/>
                </a:solidFill>
                <a:latin typeface="Arial"/>
              </a:rPr>
              <a:t>test_si</a:t>
            </a:r>
            <a:r>
              <a:rPr sz="1250" b="0" i="0" dirty="0">
                <a:solidFill>
                  <a:srgbClr val="333333"/>
                </a:solidFill>
                <a:latin typeface="Arial"/>
              </a:rPr>
              <a:t> y </a:t>
            </a:r>
            <a:r>
              <a:rPr sz="1250" b="0" i="0" dirty="0" err="1">
                <a:solidFill>
                  <a:srgbClr val="333333"/>
                </a:solidFill>
                <a:latin typeface="Arial"/>
              </a:rPr>
              <a:t>test_se</a:t>
            </a:r>
            <a:r>
              <a:rPr sz="1250" b="0" i="0" dirty="0">
                <a:solidFill>
                  <a:srgbClr val="333333"/>
                </a:solidFill>
                <a:latin typeface="Arial"/>
              </a:rPr>
              <a:t> </a:t>
            </a:r>
            <a:r>
              <a:rPr sz="1250" b="0" i="0" dirty="0" err="1">
                <a:solidFill>
                  <a:srgbClr val="333333"/>
                </a:solidFill>
                <a:latin typeface="Arial"/>
              </a:rPr>
              <a:t>en</a:t>
            </a:r>
            <a:r>
              <a:rPr sz="1250" b="0" i="0" dirty="0">
                <a:solidFill>
                  <a:srgbClr val="333333"/>
                </a:solidFill>
                <a:latin typeface="Arial"/>
              </a:rPr>
              <a:t> el top del </a:t>
            </a:r>
            <a:r>
              <a:rPr sz="1250" b="0" i="0" dirty="0" err="1">
                <a:solidFill>
                  <a:srgbClr val="333333"/>
                </a:solidFill>
                <a:latin typeface="Arial"/>
              </a:rPr>
              <a:t>diseño</a:t>
            </a:r>
            <a:r>
              <a:rPr sz="1250" b="0" i="0" dirty="0">
                <a:solidFill>
                  <a:srgbClr val="333333"/>
                </a:solidFill>
                <a:latin typeface="Arial"/>
              </a:rPr>
              <a:t>.</a:t>
            </a:r>
          </a:p>
          <a:p>
            <a:pPr algn="l"/>
            <a:r>
              <a:rPr sz="1250" b="0" i="0" dirty="0">
                <a:solidFill>
                  <a:srgbClr val="333333"/>
                </a:solidFill>
                <a:latin typeface="Arial"/>
              </a:rPr>
              <a:t>•  </a:t>
            </a:r>
            <a:r>
              <a:rPr sz="1250" b="0" i="0" dirty="0" err="1">
                <a:solidFill>
                  <a:srgbClr val="333333"/>
                </a:solidFill>
                <a:latin typeface="Arial"/>
              </a:rPr>
              <a:t>Reportes</a:t>
            </a:r>
            <a:r>
              <a:rPr sz="1250" b="0" i="0" dirty="0">
                <a:solidFill>
                  <a:srgbClr val="333333"/>
                </a:solidFill>
                <a:latin typeface="Arial"/>
              </a:rPr>
              <a:t> de scan path, </a:t>
            </a:r>
            <a:r>
              <a:rPr sz="1250" b="0" i="0" dirty="0" err="1">
                <a:solidFill>
                  <a:srgbClr val="333333"/>
                </a:solidFill>
                <a:latin typeface="Arial"/>
              </a:rPr>
              <a:t>señales</a:t>
            </a:r>
            <a:r>
              <a:rPr sz="1250" b="0" i="0" dirty="0">
                <a:solidFill>
                  <a:srgbClr val="333333"/>
                </a:solidFill>
                <a:latin typeface="Arial"/>
              </a:rPr>
              <a:t> de DFT, timing, </a:t>
            </a:r>
            <a:r>
              <a:rPr sz="1250" b="0" i="0" dirty="0" err="1">
                <a:solidFill>
                  <a:srgbClr val="333333"/>
                </a:solidFill>
                <a:latin typeface="Arial"/>
              </a:rPr>
              <a:t>QoR</a:t>
            </a:r>
            <a:r>
              <a:rPr sz="1250" b="0" i="0" dirty="0">
                <a:solidFill>
                  <a:srgbClr val="333333"/>
                </a:solidFill>
                <a:latin typeface="Arial"/>
              </a:rPr>
              <a:t> y area.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Physical Synthesis — floorplan y placement</a:t>
            </a:r>
          </a:p>
        </p:txBody>
      </p:sp>
      <p:sp>
        <p:nvSpPr>
          <p:cNvPr id="3" name="Text Placeholder 2"/>
          <p:cNvSpPr>
            <a:spLocks noGrp="1"/>
          </p:cNvSpPr>
          <p:nvPr>
            <p:ph type="body" idx="1"/>
          </p:nvPr>
        </p:nvSpPr>
        <p:spPr/>
        <p:txBody>
          <a:bodyPr/>
          <a:lstStyle/>
          <a:p>
            <a:r>
              <a:t>IC Compiler II sobre el netlist de gate_clock, con las NDM de Sky130</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pic>
        <p:nvPicPr>
          <p:cNvPr id="6" name="Picture 5" descr="image111.png"/>
          <p:cNvPicPr>
            <a:picLocks noChangeAspect="1"/>
          </p:cNvPicPr>
          <p:nvPr/>
        </p:nvPicPr>
        <p:blipFill>
          <a:blip r:embed="rId2"/>
          <a:stretch>
            <a:fillRect/>
          </a:stretch>
        </p:blipFill>
        <p:spPr>
          <a:xfrm>
            <a:off x="766770" y="1234440"/>
            <a:ext cx="2480674" cy="3931920"/>
          </a:xfrm>
          <a:prstGeom prst="rect">
            <a:avLst/>
          </a:prstGeom>
          <a:ln w="9525">
            <a:solidFill>
              <a:srgbClr val="CCCCCC"/>
            </a:solidFill>
          </a:ln>
        </p:spPr>
      </p:pic>
      <p:sp>
        <p:nvSpPr>
          <p:cNvPr id="7" name="TextBox 6"/>
          <p:cNvSpPr txBox="1"/>
          <p:nvPr/>
        </p:nvSpPr>
        <p:spPr>
          <a:xfrm>
            <a:off x="766770" y="5223284"/>
            <a:ext cx="760278" cy="172355"/>
          </a:xfrm>
          <a:prstGeom prst="rect">
            <a:avLst/>
          </a:prstGeom>
          <a:noFill/>
        </p:spPr>
        <p:txBody>
          <a:bodyPr wrap="square" lIns="18288" tIns="9144" rIns="18288" bIns="9144" anchor="t">
            <a:spAutoFit/>
          </a:bodyPr>
          <a:lstStyle/>
          <a:p>
            <a:pPr algn="l"/>
            <a:r>
              <a:rPr sz="1000" b="0" i="1" dirty="0">
                <a:solidFill>
                  <a:srgbClr val="707070"/>
                </a:solidFill>
                <a:latin typeface="Arial"/>
              </a:rPr>
              <a:t>Floorplan</a:t>
            </a:r>
          </a:p>
        </p:txBody>
      </p:sp>
      <p:pic>
        <p:nvPicPr>
          <p:cNvPr id="8" name="Picture 7" descr="image136.png"/>
          <p:cNvPicPr>
            <a:picLocks noChangeAspect="1"/>
          </p:cNvPicPr>
          <p:nvPr/>
        </p:nvPicPr>
        <p:blipFill>
          <a:blip r:embed="rId3"/>
          <a:stretch>
            <a:fillRect/>
          </a:stretch>
        </p:blipFill>
        <p:spPr>
          <a:xfrm>
            <a:off x="3886200" y="1607283"/>
            <a:ext cx="3977639" cy="3186233"/>
          </a:xfrm>
          <a:prstGeom prst="rect">
            <a:avLst/>
          </a:prstGeom>
          <a:ln w="9525">
            <a:solidFill>
              <a:srgbClr val="CCCCCC"/>
            </a:solidFill>
          </a:ln>
        </p:spPr>
      </p:pic>
      <p:sp>
        <p:nvSpPr>
          <p:cNvPr id="9" name="TextBox 8"/>
          <p:cNvSpPr txBox="1"/>
          <p:nvPr/>
        </p:nvSpPr>
        <p:spPr>
          <a:xfrm>
            <a:off x="3886199" y="4809744"/>
            <a:ext cx="3977639" cy="219456"/>
          </a:xfrm>
          <a:prstGeom prst="rect">
            <a:avLst/>
          </a:prstGeom>
          <a:noFill/>
        </p:spPr>
        <p:txBody>
          <a:bodyPr wrap="square" lIns="18288" tIns="9144" rIns="18288" bIns="9144" anchor="t">
            <a:spAutoFit/>
          </a:bodyPr>
          <a:lstStyle/>
          <a:p>
            <a:pPr algn="l"/>
            <a:r>
              <a:rPr sz="1000" b="0" i="1" dirty="0" err="1">
                <a:solidFill>
                  <a:srgbClr val="707070"/>
                </a:solidFill>
                <a:latin typeface="Arial"/>
              </a:rPr>
              <a:t>Congestión</a:t>
            </a:r>
            <a:r>
              <a:rPr sz="1000" b="0" i="1" dirty="0">
                <a:solidFill>
                  <a:srgbClr val="707070"/>
                </a:solidFill>
                <a:latin typeface="Arial"/>
              </a:rPr>
              <a:t> de global route </a:t>
            </a:r>
            <a:r>
              <a:rPr sz="1000" b="0" i="1" dirty="0" err="1">
                <a:solidFill>
                  <a:srgbClr val="707070"/>
                </a:solidFill>
                <a:latin typeface="Arial"/>
              </a:rPr>
              <a:t>después</a:t>
            </a:r>
            <a:r>
              <a:rPr sz="1000" b="0" i="1" dirty="0">
                <a:solidFill>
                  <a:srgbClr val="707070"/>
                </a:solidFill>
                <a:latin typeface="Arial"/>
              </a:rPr>
              <a:t> de </a:t>
            </a:r>
            <a:r>
              <a:rPr sz="1000" b="0" i="1" dirty="0" err="1">
                <a:solidFill>
                  <a:srgbClr val="707070"/>
                </a:solidFill>
                <a:latin typeface="Arial"/>
              </a:rPr>
              <a:t>place_opt</a:t>
            </a:r>
            <a:endParaRPr sz="1000" b="0" i="1" dirty="0">
              <a:solidFill>
                <a:srgbClr val="707070"/>
              </a:solidFill>
              <a:latin typeface="Arial"/>
            </a:endParaRPr>
          </a:p>
        </p:txBody>
      </p:sp>
      <p:sp>
        <p:nvSpPr>
          <p:cNvPr id="10" name="Rounded Rectangle 9"/>
          <p:cNvSpPr/>
          <p:nvPr/>
        </p:nvSpPr>
        <p:spPr>
          <a:xfrm>
            <a:off x="8138160" y="1234440"/>
            <a:ext cx="3675887" cy="361188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366760" y="1417320"/>
            <a:ext cx="3246120" cy="274320"/>
          </a:xfrm>
          <a:prstGeom prst="rect">
            <a:avLst/>
          </a:prstGeom>
          <a:noFill/>
        </p:spPr>
        <p:txBody>
          <a:bodyPr wrap="square" lIns="18288" tIns="9144" rIns="18288" bIns="9144" anchor="t">
            <a:spAutoFit/>
          </a:bodyPr>
          <a:lstStyle/>
          <a:p>
            <a:pPr algn="l"/>
            <a:r>
              <a:rPr sz="1450" b="1" i="0">
                <a:solidFill>
                  <a:srgbClr val="621F8A"/>
                </a:solidFill>
                <a:latin typeface="Arial"/>
              </a:rPr>
              <a:t>Lo que hace cada script</a:t>
            </a:r>
          </a:p>
        </p:txBody>
      </p:sp>
      <p:sp>
        <p:nvSpPr>
          <p:cNvPr id="12" name="TextBox 11"/>
          <p:cNvSpPr txBox="1"/>
          <p:nvPr/>
        </p:nvSpPr>
        <p:spPr>
          <a:xfrm>
            <a:off x="8366760" y="1828800"/>
            <a:ext cx="3246120" cy="228600"/>
          </a:xfrm>
          <a:prstGeom prst="rect">
            <a:avLst/>
          </a:prstGeom>
          <a:noFill/>
        </p:spPr>
        <p:txBody>
          <a:bodyPr wrap="square" lIns="18288" tIns="9144" rIns="18288" bIns="9144" anchor="t">
            <a:spAutoFit/>
          </a:bodyPr>
          <a:lstStyle/>
          <a:p>
            <a:pPr algn="l"/>
            <a:r>
              <a:rPr sz="1200" b="1" i="0">
                <a:solidFill>
                  <a:srgbClr val="333333"/>
                </a:solidFill>
                <a:latin typeface="Courier New"/>
              </a:rPr>
              <a:t>run_fp.tcl</a:t>
            </a:r>
          </a:p>
        </p:txBody>
      </p:sp>
      <p:sp>
        <p:nvSpPr>
          <p:cNvPr id="13" name="TextBox 12"/>
          <p:cNvSpPr txBox="1"/>
          <p:nvPr/>
        </p:nvSpPr>
        <p:spPr>
          <a:xfrm>
            <a:off x="8366760" y="2084831"/>
            <a:ext cx="3246120" cy="1097280"/>
          </a:xfrm>
          <a:prstGeom prst="rect">
            <a:avLst/>
          </a:prstGeom>
          <a:noFill/>
        </p:spPr>
        <p:txBody>
          <a:bodyPr wrap="square" lIns="18288" tIns="9144" rIns="18288" bIns="9144" anchor="t">
            <a:spAutoFit/>
          </a:bodyPr>
          <a:lstStyle/>
          <a:p>
            <a:pPr algn="l"/>
            <a:r>
              <a:rPr sz="1150" b="0" i="0">
                <a:solidFill>
                  <a:srgbClr val="333333"/>
                </a:solidFill>
                <a:latin typeface="Arial"/>
              </a:rPr>
              <a:t>Crea la lib de ICC2 referenciando la NDM de Sky130, lee mapped.v, hace initialize_floorplan con el core utilization, coloca pines con place_pins y lee la SDC que salió de DC.</a:t>
            </a:r>
          </a:p>
        </p:txBody>
      </p:sp>
      <p:sp>
        <p:nvSpPr>
          <p:cNvPr id="14" name="TextBox 13"/>
          <p:cNvSpPr txBox="1"/>
          <p:nvPr/>
        </p:nvSpPr>
        <p:spPr>
          <a:xfrm>
            <a:off x="8366760" y="3063240"/>
            <a:ext cx="3246120" cy="228600"/>
          </a:xfrm>
          <a:prstGeom prst="rect">
            <a:avLst/>
          </a:prstGeom>
          <a:noFill/>
        </p:spPr>
        <p:txBody>
          <a:bodyPr wrap="square" lIns="18288" tIns="9144" rIns="18288" bIns="9144" anchor="t">
            <a:spAutoFit/>
          </a:bodyPr>
          <a:lstStyle/>
          <a:p>
            <a:pPr algn="l"/>
            <a:r>
              <a:rPr sz="1200" b="1" i="0">
                <a:solidFill>
                  <a:srgbClr val="333333"/>
                </a:solidFill>
                <a:latin typeface="Courier New"/>
              </a:rPr>
              <a:t>run_place.tcl</a:t>
            </a:r>
          </a:p>
        </p:txBody>
      </p:sp>
      <p:sp>
        <p:nvSpPr>
          <p:cNvPr id="15" name="TextBox 14"/>
          <p:cNvSpPr txBox="1"/>
          <p:nvPr/>
        </p:nvSpPr>
        <p:spPr>
          <a:xfrm>
            <a:off x="8366760" y="3319272"/>
            <a:ext cx="3246120" cy="1097280"/>
          </a:xfrm>
          <a:prstGeom prst="rect">
            <a:avLst/>
          </a:prstGeom>
          <a:noFill/>
        </p:spPr>
        <p:txBody>
          <a:bodyPr wrap="square" lIns="18288" tIns="9144" rIns="18288" bIns="9144" anchor="t">
            <a:spAutoFit/>
          </a:bodyPr>
          <a:lstStyle/>
          <a:p>
            <a:pPr algn="l"/>
            <a:r>
              <a:rPr sz="1150" b="0" i="0">
                <a:solidFill>
                  <a:srgbClr val="333333"/>
                </a:solidFill>
                <a:latin typeface="Arial"/>
              </a:rPr>
              <a:t>Copia el bloque de floorplan para no perderlo, corre place_opt, valida con check_legality y reporta QoR y utilization.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Physical Synthesis — CTS y routing</a:t>
            </a:r>
          </a:p>
        </p:txBody>
      </p:sp>
      <p:sp>
        <p:nvSpPr>
          <p:cNvPr id="3" name="Text Placeholder 2"/>
          <p:cNvSpPr>
            <a:spLocks noGrp="1"/>
          </p:cNvSpPr>
          <p:nvPr>
            <p:ph type="body" idx="1"/>
          </p:nvPr>
        </p:nvSpPr>
        <p:spPr/>
        <p:txBody>
          <a:bodyPr/>
          <a:lstStyle/>
          <a:p>
            <a:r>
              <a:t>clock_opt construye el árbol de reloj, y el ruteo completo cierra sin violaciones de DRC</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pic>
        <p:nvPicPr>
          <p:cNvPr id="6" name="Picture 5" descr="image124.png"/>
          <p:cNvPicPr>
            <a:picLocks noChangeAspect="1"/>
          </p:cNvPicPr>
          <p:nvPr/>
        </p:nvPicPr>
        <p:blipFill>
          <a:blip r:embed="rId2"/>
          <a:stretch>
            <a:fillRect/>
          </a:stretch>
        </p:blipFill>
        <p:spPr>
          <a:xfrm>
            <a:off x="384048" y="1344236"/>
            <a:ext cx="3840480" cy="2843646"/>
          </a:xfrm>
          <a:prstGeom prst="rect">
            <a:avLst/>
          </a:prstGeom>
          <a:ln w="9525">
            <a:solidFill>
              <a:srgbClr val="CCCCCC"/>
            </a:solidFill>
          </a:ln>
        </p:spPr>
      </p:pic>
      <p:sp>
        <p:nvSpPr>
          <p:cNvPr id="7" name="TextBox 6"/>
          <p:cNvSpPr txBox="1"/>
          <p:nvPr/>
        </p:nvSpPr>
        <p:spPr>
          <a:xfrm>
            <a:off x="384048" y="4370832"/>
            <a:ext cx="3840480" cy="219456"/>
          </a:xfrm>
          <a:prstGeom prst="rect">
            <a:avLst/>
          </a:prstGeom>
          <a:noFill/>
        </p:spPr>
        <p:txBody>
          <a:bodyPr wrap="square" lIns="18288" tIns="9144" rIns="18288" bIns="9144" anchor="t">
            <a:spAutoFit/>
          </a:bodyPr>
          <a:lstStyle/>
          <a:p>
            <a:pPr algn="l"/>
            <a:r>
              <a:rPr sz="1000" b="0" i="1">
                <a:solidFill>
                  <a:srgbClr val="707070"/>
                </a:solidFill>
                <a:latin typeface="Arial"/>
              </a:rPr>
              <a:t>Post-CTS: buffers e inversores del reloj insertados</a:t>
            </a:r>
          </a:p>
        </p:txBody>
      </p:sp>
      <p:pic>
        <p:nvPicPr>
          <p:cNvPr id="8" name="Picture 7" descr="image104.png"/>
          <p:cNvPicPr>
            <a:picLocks noChangeAspect="1"/>
          </p:cNvPicPr>
          <p:nvPr/>
        </p:nvPicPr>
        <p:blipFill>
          <a:blip r:embed="rId3"/>
          <a:stretch>
            <a:fillRect/>
          </a:stretch>
        </p:blipFill>
        <p:spPr>
          <a:xfrm>
            <a:off x="4480560" y="1266368"/>
            <a:ext cx="3840480" cy="2999383"/>
          </a:xfrm>
          <a:prstGeom prst="rect">
            <a:avLst/>
          </a:prstGeom>
          <a:ln w="9525">
            <a:solidFill>
              <a:srgbClr val="CCCCCC"/>
            </a:solidFill>
          </a:ln>
        </p:spPr>
      </p:pic>
      <p:sp>
        <p:nvSpPr>
          <p:cNvPr id="9" name="TextBox 8"/>
          <p:cNvSpPr txBox="1"/>
          <p:nvPr/>
        </p:nvSpPr>
        <p:spPr>
          <a:xfrm>
            <a:off x="4480560" y="4370832"/>
            <a:ext cx="3840480" cy="219456"/>
          </a:xfrm>
          <a:prstGeom prst="rect">
            <a:avLst/>
          </a:prstGeom>
          <a:noFill/>
        </p:spPr>
        <p:txBody>
          <a:bodyPr wrap="square" lIns="18288" tIns="9144" rIns="18288" bIns="9144" anchor="t">
            <a:spAutoFit/>
          </a:bodyPr>
          <a:lstStyle/>
          <a:p>
            <a:pPr algn="l"/>
            <a:r>
              <a:rPr sz="1000" b="0" i="1">
                <a:solidFill>
                  <a:srgbClr val="707070"/>
                </a:solidFill>
                <a:latin typeface="Arial"/>
              </a:rPr>
              <a:t>Congestión post-route: mejora clara frente a post-place</a:t>
            </a:r>
          </a:p>
        </p:txBody>
      </p:sp>
      <p:pic>
        <p:nvPicPr>
          <p:cNvPr id="10" name="Picture 9" descr="image47.png"/>
          <p:cNvPicPr>
            <a:picLocks noChangeAspect="1"/>
          </p:cNvPicPr>
          <p:nvPr/>
        </p:nvPicPr>
        <p:blipFill>
          <a:blip r:embed="rId4"/>
          <a:stretch>
            <a:fillRect/>
          </a:stretch>
        </p:blipFill>
        <p:spPr>
          <a:xfrm>
            <a:off x="8577072" y="2292935"/>
            <a:ext cx="3236976" cy="946249"/>
          </a:xfrm>
          <a:prstGeom prst="rect">
            <a:avLst/>
          </a:prstGeom>
          <a:ln w="9525">
            <a:solidFill>
              <a:srgbClr val="CCCCCC"/>
            </a:solidFill>
          </a:ln>
        </p:spPr>
      </p:pic>
      <p:sp>
        <p:nvSpPr>
          <p:cNvPr id="11" name="TextBox 10"/>
          <p:cNvSpPr txBox="1"/>
          <p:nvPr/>
        </p:nvSpPr>
        <p:spPr>
          <a:xfrm>
            <a:off x="8577072" y="4370832"/>
            <a:ext cx="3236976" cy="219456"/>
          </a:xfrm>
          <a:prstGeom prst="rect">
            <a:avLst/>
          </a:prstGeom>
          <a:noFill/>
        </p:spPr>
        <p:txBody>
          <a:bodyPr wrap="square" lIns="18288" tIns="9144" rIns="18288" bIns="9144" anchor="t">
            <a:spAutoFit/>
          </a:bodyPr>
          <a:lstStyle/>
          <a:p>
            <a:pPr algn="l"/>
            <a:r>
              <a:rPr sz="1000" b="0" i="1">
                <a:solidFill>
                  <a:srgbClr val="707070"/>
                </a:solidFill>
                <a:latin typeface="Arial"/>
              </a:rPr>
              <a:t>check_routes: 0 violaciones DRC, 0 soft violations</a:t>
            </a:r>
          </a:p>
        </p:txBody>
      </p:sp>
      <p:sp>
        <p:nvSpPr>
          <p:cNvPr id="12" name="Rounded Rectangle 11"/>
          <p:cNvSpPr/>
          <p:nvPr/>
        </p:nvSpPr>
        <p:spPr>
          <a:xfrm>
            <a:off x="384048" y="4754880"/>
            <a:ext cx="2157984" cy="10515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57200" y="4864608"/>
            <a:ext cx="2011680" cy="566928"/>
          </a:xfrm>
          <a:prstGeom prst="rect">
            <a:avLst/>
          </a:prstGeom>
          <a:noFill/>
        </p:spPr>
        <p:txBody>
          <a:bodyPr wrap="square" lIns="18288" tIns="9144" rIns="18288" bIns="9144" anchor="t">
            <a:spAutoFit/>
          </a:bodyPr>
          <a:lstStyle/>
          <a:p>
            <a:pPr algn="ctr"/>
            <a:r>
              <a:rPr sz="3200" b="1" i="0">
                <a:solidFill>
                  <a:srgbClr val="621F8A"/>
                </a:solidFill>
                <a:latin typeface="Arial"/>
              </a:rPr>
              <a:t>9,579</a:t>
            </a:r>
          </a:p>
        </p:txBody>
      </p:sp>
      <p:sp>
        <p:nvSpPr>
          <p:cNvPr id="14" name="TextBox 13"/>
          <p:cNvSpPr txBox="1"/>
          <p:nvPr/>
        </p:nvSpPr>
        <p:spPr>
          <a:xfrm>
            <a:off x="457200" y="5413248"/>
            <a:ext cx="2011680" cy="457200"/>
          </a:xfrm>
          <a:prstGeom prst="rect">
            <a:avLst/>
          </a:prstGeom>
          <a:noFill/>
        </p:spPr>
        <p:txBody>
          <a:bodyPr wrap="square" lIns="18288" tIns="9144" rIns="18288" bIns="9144" anchor="t">
            <a:spAutoFit/>
          </a:bodyPr>
          <a:lstStyle/>
          <a:p>
            <a:pPr algn="ctr"/>
            <a:r>
              <a:rPr sz="1050" b="0" i="0">
                <a:solidFill>
                  <a:srgbClr val="707070"/>
                </a:solidFill>
                <a:latin typeface="Arial"/>
              </a:rPr>
              <a:t>sinks en el clock tree</a:t>
            </a:r>
          </a:p>
        </p:txBody>
      </p:sp>
      <p:sp>
        <p:nvSpPr>
          <p:cNvPr id="15" name="Rounded Rectangle 14"/>
          <p:cNvSpPr/>
          <p:nvPr/>
        </p:nvSpPr>
        <p:spPr>
          <a:xfrm>
            <a:off x="2697479" y="4754880"/>
            <a:ext cx="2157984" cy="10515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2770632" y="4864608"/>
            <a:ext cx="2011680" cy="566928"/>
          </a:xfrm>
          <a:prstGeom prst="rect">
            <a:avLst/>
          </a:prstGeom>
          <a:noFill/>
        </p:spPr>
        <p:txBody>
          <a:bodyPr wrap="square" lIns="18288" tIns="9144" rIns="18288" bIns="9144" anchor="t">
            <a:spAutoFit/>
          </a:bodyPr>
          <a:lstStyle/>
          <a:p>
            <a:pPr algn="ctr"/>
            <a:r>
              <a:rPr sz="3200" b="1" i="0">
                <a:solidFill>
                  <a:srgbClr val="621F8A"/>
                </a:solidFill>
                <a:latin typeface="Arial"/>
              </a:rPr>
              <a:t>4</a:t>
            </a:r>
          </a:p>
        </p:txBody>
      </p:sp>
      <p:sp>
        <p:nvSpPr>
          <p:cNvPr id="17" name="TextBox 16"/>
          <p:cNvSpPr txBox="1"/>
          <p:nvPr/>
        </p:nvSpPr>
        <p:spPr>
          <a:xfrm>
            <a:off x="2770632" y="5413248"/>
            <a:ext cx="2011680" cy="457200"/>
          </a:xfrm>
          <a:prstGeom prst="rect">
            <a:avLst/>
          </a:prstGeom>
          <a:noFill/>
        </p:spPr>
        <p:txBody>
          <a:bodyPr wrap="square" lIns="18288" tIns="9144" rIns="18288" bIns="9144" anchor="t">
            <a:spAutoFit/>
          </a:bodyPr>
          <a:lstStyle/>
          <a:p>
            <a:pPr algn="ctr"/>
            <a:r>
              <a:rPr sz="1050" b="0" i="0">
                <a:solidFill>
                  <a:srgbClr val="707070"/>
                </a:solidFill>
                <a:latin typeface="Arial"/>
              </a:rPr>
              <a:t>niveles de árbol</a:t>
            </a:r>
          </a:p>
        </p:txBody>
      </p:sp>
      <p:sp>
        <p:nvSpPr>
          <p:cNvPr id="18" name="Rounded Rectangle 17"/>
          <p:cNvSpPr/>
          <p:nvPr/>
        </p:nvSpPr>
        <p:spPr>
          <a:xfrm>
            <a:off x="5010912" y="4754880"/>
            <a:ext cx="2157984" cy="10515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084064" y="4864608"/>
            <a:ext cx="2011680" cy="566928"/>
          </a:xfrm>
          <a:prstGeom prst="rect">
            <a:avLst/>
          </a:prstGeom>
          <a:noFill/>
        </p:spPr>
        <p:txBody>
          <a:bodyPr wrap="square" lIns="18288" tIns="9144" rIns="18288" bIns="9144" anchor="t">
            <a:spAutoFit/>
          </a:bodyPr>
          <a:lstStyle/>
          <a:p>
            <a:pPr algn="ctr"/>
            <a:r>
              <a:rPr sz="3200" b="1" i="0">
                <a:solidFill>
                  <a:srgbClr val="621F8A"/>
                </a:solidFill>
                <a:latin typeface="Arial"/>
              </a:rPr>
              <a:t>5.69 ns</a:t>
            </a:r>
          </a:p>
        </p:txBody>
      </p:sp>
      <p:sp>
        <p:nvSpPr>
          <p:cNvPr id="20" name="TextBox 19"/>
          <p:cNvSpPr txBox="1"/>
          <p:nvPr/>
        </p:nvSpPr>
        <p:spPr>
          <a:xfrm>
            <a:off x="5084064" y="5413248"/>
            <a:ext cx="2011680" cy="457200"/>
          </a:xfrm>
          <a:prstGeom prst="rect">
            <a:avLst/>
          </a:prstGeom>
          <a:noFill/>
        </p:spPr>
        <p:txBody>
          <a:bodyPr wrap="square" lIns="18288" tIns="9144" rIns="18288" bIns="9144" anchor="t">
            <a:spAutoFit/>
          </a:bodyPr>
          <a:lstStyle/>
          <a:p>
            <a:pPr algn="ctr"/>
            <a:r>
              <a:rPr sz="1050" b="0" i="0">
                <a:solidFill>
                  <a:srgbClr val="707070"/>
                </a:solidFill>
                <a:latin typeface="Arial"/>
              </a:rPr>
              <a:t>WNS post-CTS</a:t>
            </a:r>
          </a:p>
        </p:txBody>
      </p:sp>
      <p:sp>
        <p:nvSpPr>
          <p:cNvPr id="21" name="Rounded Rectangle 20"/>
          <p:cNvSpPr/>
          <p:nvPr/>
        </p:nvSpPr>
        <p:spPr>
          <a:xfrm>
            <a:off x="7324344" y="4754880"/>
            <a:ext cx="2157984" cy="10515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397496" y="4864608"/>
            <a:ext cx="2011680" cy="566928"/>
          </a:xfrm>
          <a:prstGeom prst="rect">
            <a:avLst/>
          </a:prstGeom>
          <a:noFill/>
        </p:spPr>
        <p:txBody>
          <a:bodyPr wrap="square" lIns="18288" tIns="9144" rIns="18288" bIns="9144" anchor="t">
            <a:spAutoFit/>
          </a:bodyPr>
          <a:lstStyle/>
          <a:p>
            <a:pPr algn="ctr"/>
            <a:r>
              <a:rPr sz="3200" b="1" i="0">
                <a:solidFill>
                  <a:srgbClr val="621F8A"/>
                </a:solidFill>
                <a:latin typeface="Arial"/>
              </a:rPr>
              <a:t>5.61 ns</a:t>
            </a:r>
          </a:p>
        </p:txBody>
      </p:sp>
      <p:sp>
        <p:nvSpPr>
          <p:cNvPr id="23" name="TextBox 22"/>
          <p:cNvSpPr txBox="1"/>
          <p:nvPr/>
        </p:nvSpPr>
        <p:spPr>
          <a:xfrm>
            <a:off x="7397496" y="5413248"/>
            <a:ext cx="2011680" cy="457200"/>
          </a:xfrm>
          <a:prstGeom prst="rect">
            <a:avLst/>
          </a:prstGeom>
          <a:noFill/>
        </p:spPr>
        <p:txBody>
          <a:bodyPr wrap="square" lIns="18288" tIns="9144" rIns="18288" bIns="9144" anchor="t">
            <a:spAutoFit/>
          </a:bodyPr>
          <a:lstStyle/>
          <a:p>
            <a:pPr algn="ctr"/>
            <a:r>
              <a:rPr sz="1050" b="0" i="0">
                <a:solidFill>
                  <a:srgbClr val="707070"/>
                </a:solidFill>
                <a:latin typeface="Arial"/>
              </a:rPr>
              <a:t>WNS post-route</a:t>
            </a:r>
          </a:p>
        </p:txBody>
      </p:sp>
      <p:sp>
        <p:nvSpPr>
          <p:cNvPr id="24" name="Rounded Rectangle 23"/>
          <p:cNvSpPr/>
          <p:nvPr/>
        </p:nvSpPr>
        <p:spPr>
          <a:xfrm>
            <a:off x="9637776" y="4754880"/>
            <a:ext cx="2157984" cy="10515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9710928" y="4864608"/>
            <a:ext cx="2011680" cy="566928"/>
          </a:xfrm>
          <a:prstGeom prst="rect">
            <a:avLst/>
          </a:prstGeom>
          <a:noFill/>
        </p:spPr>
        <p:txBody>
          <a:bodyPr wrap="square" lIns="18288" tIns="9144" rIns="18288" bIns="9144" anchor="t">
            <a:spAutoFit/>
          </a:bodyPr>
          <a:lstStyle/>
          <a:p>
            <a:pPr algn="ctr"/>
            <a:r>
              <a:rPr sz="3200" b="1" i="0">
                <a:solidFill>
                  <a:srgbClr val="621F8A"/>
                </a:solidFill>
                <a:latin typeface="Arial"/>
              </a:rPr>
              <a:t>0</a:t>
            </a:r>
          </a:p>
        </p:txBody>
      </p:sp>
      <p:sp>
        <p:nvSpPr>
          <p:cNvPr id="26" name="TextBox 25"/>
          <p:cNvSpPr txBox="1"/>
          <p:nvPr/>
        </p:nvSpPr>
        <p:spPr>
          <a:xfrm>
            <a:off x="9710928" y="5413248"/>
            <a:ext cx="2011680" cy="457200"/>
          </a:xfrm>
          <a:prstGeom prst="rect">
            <a:avLst/>
          </a:prstGeom>
          <a:noFill/>
        </p:spPr>
        <p:txBody>
          <a:bodyPr wrap="square" lIns="18288" tIns="9144" rIns="18288" bIns="9144" anchor="t">
            <a:spAutoFit/>
          </a:bodyPr>
          <a:lstStyle/>
          <a:p>
            <a:pPr algn="ctr"/>
            <a:r>
              <a:rPr sz="1050" b="0" i="0">
                <a:solidFill>
                  <a:srgbClr val="707070"/>
                </a:solidFill>
                <a:latin typeface="Arial"/>
              </a:rPr>
              <a:t>violaciones de DRC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Signoff — DRC/LVS, StarRC y PrimeTime</a:t>
            </a:r>
          </a:p>
        </p:txBody>
      </p:sp>
      <p:sp>
        <p:nvSpPr>
          <p:cNvPr id="3" name="Text Placeholder 2"/>
          <p:cNvSpPr>
            <a:spLocks noGrp="1"/>
          </p:cNvSpPr>
          <p:nvPr>
            <p:ph type="body" idx="1"/>
          </p:nvPr>
        </p:nvSpPr>
        <p:spPr/>
        <p:txBody>
          <a:bodyPr/>
          <a:lstStyle/>
          <a:p>
            <a:r>
              <a:t>Extracción de parásitos y análisis estático de timing sobre el netlist final</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
        <p:nvSpPr>
          <p:cNvPr id="6" name="TextBox 5"/>
          <p:cNvSpPr txBox="1"/>
          <p:nvPr/>
        </p:nvSpPr>
        <p:spPr>
          <a:xfrm>
            <a:off x="384048" y="1207008"/>
            <a:ext cx="3703320" cy="274320"/>
          </a:xfrm>
          <a:prstGeom prst="rect">
            <a:avLst/>
          </a:prstGeom>
          <a:noFill/>
        </p:spPr>
        <p:txBody>
          <a:bodyPr wrap="square" lIns="18288" tIns="9144" rIns="18288" bIns="9144" anchor="t">
            <a:spAutoFit/>
          </a:bodyPr>
          <a:lstStyle/>
          <a:p>
            <a:pPr algn="l"/>
            <a:r>
              <a:rPr sz="1450" b="1" i="0">
                <a:solidFill>
                  <a:srgbClr val="621F8A"/>
                </a:solidFill>
                <a:latin typeface="Arial"/>
              </a:rPr>
              <a:t>StarRC — extracción RC</a:t>
            </a:r>
          </a:p>
        </p:txBody>
      </p:sp>
      <p:sp>
        <p:nvSpPr>
          <p:cNvPr id="7" name="TextBox 6"/>
          <p:cNvSpPr txBox="1"/>
          <p:nvPr/>
        </p:nvSpPr>
        <p:spPr>
          <a:xfrm>
            <a:off x="384048" y="1572768"/>
            <a:ext cx="3703320" cy="2286000"/>
          </a:xfrm>
          <a:prstGeom prst="rect">
            <a:avLst/>
          </a:prstGeom>
          <a:noFill/>
        </p:spPr>
        <p:txBody>
          <a:bodyPr wrap="square" lIns="18288" tIns="9144" rIns="18288" bIns="9144" anchor="t">
            <a:spAutoFit/>
          </a:bodyPr>
          <a:lstStyle/>
          <a:p>
            <a:pPr algn="l"/>
            <a:r>
              <a:rPr sz="1200" b="0" i="0">
                <a:solidFill>
                  <a:srgbClr val="333333"/>
                </a:solidFill>
                <a:latin typeface="Arial"/>
              </a:rPr>
              <a:t>•  Apunta al netlist y layout finales del signoff (GDS + DEF).</a:t>
            </a:r>
          </a:p>
          <a:p>
            <a:pPr algn="l"/>
            <a:endParaRPr sz="1200" b="0" i="0">
              <a:solidFill>
                <a:srgbClr val="333333"/>
              </a:solidFill>
              <a:latin typeface="Arial"/>
            </a:endParaRPr>
          </a:p>
          <a:p>
            <a:pPr algn="l"/>
            <a:r>
              <a:rPr sz="1200" b="0" i="0">
                <a:solidFill>
                  <a:srgbClr val="333333"/>
                </a:solidFill>
                <a:latin typeface="Arial"/>
              </a:rPr>
              <a:t>•  TCAD_GRD_FILE y mapping file del PDK Sky130 con rutas absolutas: así evité el error SX-3012 que me apareció en el laboratorio.</a:t>
            </a:r>
          </a:p>
          <a:p>
            <a:pPr algn="l"/>
            <a:endParaRPr sz="1200" b="0" i="0">
              <a:solidFill>
                <a:srgbClr val="333333"/>
              </a:solidFill>
              <a:latin typeface="Arial"/>
            </a:endParaRPr>
          </a:p>
          <a:p>
            <a:pPr algn="l"/>
            <a:r>
              <a:rPr sz="1200" b="0" i="0">
                <a:solidFill>
                  <a:srgbClr val="333333"/>
                </a:solidFill>
                <a:latin typeface="Arial"/>
              </a:rPr>
              <a:t>•  Dos corners de extracción definidos en el corners file: nominal a 25 °C y nominal_40 a 40 °C. StarRC genera un SPEF por corner.</a:t>
            </a:r>
          </a:p>
        </p:txBody>
      </p:sp>
      <p:sp>
        <p:nvSpPr>
          <p:cNvPr id="8" name="TextBox 7"/>
          <p:cNvSpPr txBox="1"/>
          <p:nvPr/>
        </p:nvSpPr>
        <p:spPr>
          <a:xfrm>
            <a:off x="384048" y="3931920"/>
            <a:ext cx="3703320" cy="274320"/>
          </a:xfrm>
          <a:prstGeom prst="rect">
            <a:avLst/>
          </a:prstGeom>
          <a:noFill/>
        </p:spPr>
        <p:txBody>
          <a:bodyPr wrap="square" lIns="18288" tIns="9144" rIns="18288" bIns="9144" anchor="t">
            <a:spAutoFit/>
          </a:bodyPr>
          <a:lstStyle/>
          <a:p>
            <a:pPr algn="l"/>
            <a:r>
              <a:rPr sz="1450" b="1" i="0">
                <a:solidFill>
                  <a:srgbClr val="621F8A"/>
                </a:solidFill>
                <a:latin typeface="Arial"/>
              </a:rPr>
              <a:t>PrimeTime — STA con parásitos</a:t>
            </a:r>
          </a:p>
        </p:txBody>
      </p:sp>
      <p:sp>
        <p:nvSpPr>
          <p:cNvPr id="9" name="TextBox 8"/>
          <p:cNvSpPr txBox="1"/>
          <p:nvPr/>
        </p:nvSpPr>
        <p:spPr>
          <a:xfrm>
            <a:off x="384048" y="4297680"/>
            <a:ext cx="3703320" cy="1828800"/>
          </a:xfrm>
          <a:prstGeom prst="rect">
            <a:avLst/>
          </a:prstGeom>
          <a:noFill/>
        </p:spPr>
        <p:txBody>
          <a:bodyPr wrap="square" lIns="18288" tIns="9144" rIns="18288" bIns="9144" anchor="t">
            <a:spAutoFit/>
          </a:bodyPr>
          <a:lstStyle/>
          <a:p>
            <a:pPr algn="l"/>
            <a:r>
              <a:rPr sz="1200" b="0" i="0">
                <a:solidFill>
                  <a:srgbClr val="333333"/>
                </a:solidFill>
                <a:latin typeface="Arial"/>
              </a:rPr>
              <a:t>•  Lee el Verilog final, la SDC y el SPEF con read_parasitics.</a:t>
            </a:r>
          </a:p>
          <a:p>
            <a:pPr algn="l"/>
            <a:endParaRPr sz="1200" b="0" i="0">
              <a:solidFill>
                <a:srgbClr val="333333"/>
              </a:solidFill>
              <a:latin typeface="Arial"/>
            </a:endParaRPr>
          </a:p>
          <a:p>
            <a:pPr algn="l"/>
            <a:r>
              <a:rPr sz="1200" b="0" i="0">
                <a:solidFill>
                  <a:srgbClr val="333333"/>
                </a:solidFill>
                <a:latin typeface="Arial"/>
              </a:rPr>
              <a:t>•  Genera reportes de setup, hold, constraints y analysis coverage.</a:t>
            </a:r>
          </a:p>
          <a:p>
            <a:pPr algn="l"/>
            <a:endParaRPr sz="1200" b="0" i="0">
              <a:solidFill>
                <a:srgbClr val="333333"/>
              </a:solidFill>
              <a:latin typeface="Arial"/>
            </a:endParaRPr>
          </a:p>
          <a:p>
            <a:pPr algn="l"/>
            <a:r>
              <a:rPr sz="1200" b="0" i="0">
                <a:solidFill>
                  <a:srgbClr val="333333"/>
                </a:solidFill>
                <a:latin typeface="Arial"/>
              </a:rPr>
              <a:t>•  Aquí aparecieron paths con slack negativo que en ICC2 no se veían: los parásitos reales cuestan.</a:t>
            </a:r>
          </a:p>
        </p:txBody>
      </p:sp>
      <p:pic>
        <p:nvPicPr>
          <p:cNvPr id="10" name="Picture 9" descr="image81.png"/>
          <p:cNvPicPr>
            <a:picLocks noChangeAspect="1"/>
          </p:cNvPicPr>
          <p:nvPr/>
        </p:nvPicPr>
        <p:blipFill>
          <a:blip r:embed="rId2"/>
          <a:stretch>
            <a:fillRect/>
          </a:stretch>
        </p:blipFill>
        <p:spPr>
          <a:xfrm>
            <a:off x="4343400" y="2041491"/>
            <a:ext cx="3977639" cy="2866457"/>
          </a:xfrm>
          <a:prstGeom prst="rect">
            <a:avLst/>
          </a:prstGeom>
          <a:ln w="9525">
            <a:solidFill>
              <a:srgbClr val="CCCCCC"/>
            </a:solidFill>
          </a:ln>
        </p:spPr>
      </p:pic>
      <p:sp>
        <p:nvSpPr>
          <p:cNvPr id="11" name="TextBox 10"/>
          <p:cNvSpPr txBox="1"/>
          <p:nvPr/>
        </p:nvSpPr>
        <p:spPr>
          <a:xfrm>
            <a:off x="4343399" y="4907948"/>
            <a:ext cx="3977639" cy="219456"/>
          </a:xfrm>
          <a:prstGeom prst="rect">
            <a:avLst/>
          </a:prstGeom>
          <a:noFill/>
        </p:spPr>
        <p:txBody>
          <a:bodyPr wrap="square" lIns="18288" tIns="9144" rIns="18288" bIns="9144" anchor="t">
            <a:spAutoFit/>
          </a:bodyPr>
          <a:lstStyle/>
          <a:p>
            <a:pPr algn="l"/>
            <a:r>
              <a:rPr sz="1000" b="0" i="1" dirty="0" err="1">
                <a:solidFill>
                  <a:srgbClr val="707070"/>
                </a:solidFill>
                <a:latin typeface="Arial"/>
              </a:rPr>
              <a:t>report_timing</a:t>
            </a:r>
            <a:r>
              <a:rPr sz="1000" b="0" i="1" dirty="0">
                <a:solidFill>
                  <a:srgbClr val="707070"/>
                </a:solidFill>
                <a:latin typeface="Arial"/>
              </a:rPr>
              <a:t> </a:t>
            </a:r>
            <a:r>
              <a:rPr sz="1000" b="0" i="1" dirty="0" err="1">
                <a:solidFill>
                  <a:srgbClr val="707070"/>
                </a:solidFill>
                <a:latin typeface="Arial"/>
              </a:rPr>
              <a:t>en</a:t>
            </a:r>
            <a:r>
              <a:rPr sz="1000" b="0" i="1" dirty="0">
                <a:solidFill>
                  <a:srgbClr val="707070"/>
                </a:solidFill>
                <a:latin typeface="Arial"/>
              </a:rPr>
              <a:t> </a:t>
            </a:r>
            <a:r>
              <a:rPr sz="1000" b="0" i="1" dirty="0" err="1">
                <a:solidFill>
                  <a:srgbClr val="707070"/>
                </a:solidFill>
                <a:latin typeface="Arial"/>
              </a:rPr>
              <a:t>PrimeTime</a:t>
            </a:r>
            <a:r>
              <a:rPr sz="1000" b="0" i="1" dirty="0">
                <a:solidFill>
                  <a:srgbClr val="707070"/>
                </a:solidFill>
                <a:latin typeface="Arial"/>
              </a:rPr>
              <a:t>: path </a:t>
            </a:r>
            <a:r>
              <a:rPr sz="1000" b="0" i="1" dirty="0" err="1">
                <a:solidFill>
                  <a:srgbClr val="707070"/>
                </a:solidFill>
                <a:latin typeface="Arial"/>
              </a:rPr>
              <a:t>crítico</a:t>
            </a:r>
            <a:r>
              <a:rPr sz="1000" b="0" i="1" dirty="0">
                <a:solidFill>
                  <a:srgbClr val="707070"/>
                </a:solidFill>
                <a:latin typeface="Arial"/>
              </a:rPr>
              <a:t> con SPEF </a:t>
            </a:r>
            <a:r>
              <a:rPr sz="1000" b="0" i="1" dirty="0" err="1">
                <a:solidFill>
                  <a:srgbClr val="707070"/>
                </a:solidFill>
                <a:latin typeface="Arial"/>
              </a:rPr>
              <a:t>cargado</a:t>
            </a:r>
            <a:endParaRPr sz="1000" b="0" i="1" dirty="0">
              <a:solidFill>
                <a:srgbClr val="707070"/>
              </a:solidFill>
              <a:latin typeface="Arial"/>
            </a:endParaRPr>
          </a:p>
        </p:txBody>
      </p:sp>
      <p:sp>
        <p:nvSpPr>
          <p:cNvPr id="12" name="Rounded Rectangle 11"/>
          <p:cNvSpPr/>
          <p:nvPr/>
        </p:nvSpPr>
        <p:spPr>
          <a:xfrm>
            <a:off x="8641080" y="1234440"/>
            <a:ext cx="3172968" cy="4160520"/>
          </a:xfrm>
          <a:prstGeom prst="roundRect">
            <a:avLst>
              <a:gd name="adj" fmla="val 5000"/>
            </a:avLst>
          </a:prstGeom>
          <a:solidFill>
            <a:srgbClr val="F3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869680" y="1417320"/>
            <a:ext cx="2743200" cy="274320"/>
          </a:xfrm>
          <a:prstGeom prst="rect">
            <a:avLst/>
          </a:prstGeom>
          <a:noFill/>
        </p:spPr>
        <p:txBody>
          <a:bodyPr wrap="square" lIns="18288" tIns="9144" rIns="18288" bIns="9144" anchor="t">
            <a:spAutoFit/>
          </a:bodyPr>
          <a:lstStyle/>
          <a:p>
            <a:pPr algn="l"/>
            <a:r>
              <a:rPr sz="1450" b="1" i="0">
                <a:solidFill>
                  <a:srgbClr val="621F8A"/>
                </a:solidFill>
                <a:latin typeface="Arial"/>
              </a:rPr>
              <a:t>Qué faltó y por qué</a:t>
            </a:r>
          </a:p>
        </p:txBody>
      </p:sp>
      <p:sp>
        <p:nvSpPr>
          <p:cNvPr id="14" name="TextBox 13"/>
          <p:cNvSpPr txBox="1"/>
          <p:nvPr/>
        </p:nvSpPr>
        <p:spPr>
          <a:xfrm>
            <a:off x="8869680" y="1792224"/>
            <a:ext cx="2715768" cy="3026982"/>
          </a:xfrm>
          <a:prstGeom prst="rect">
            <a:avLst/>
          </a:prstGeom>
          <a:noFill/>
        </p:spPr>
        <p:txBody>
          <a:bodyPr wrap="square" lIns="18288" tIns="9144" rIns="18288" bIns="9144" anchor="t">
            <a:spAutoFit/>
          </a:bodyPr>
          <a:lstStyle/>
          <a:p>
            <a:pPr algn="l"/>
            <a:r>
              <a:rPr sz="1150" b="0" i="0" dirty="0">
                <a:solidFill>
                  <a:srgbClr val="333333"/>
                </a:solidFill>
                <a:latin typeface="Arial"/>
              </a:rPr>
              <a:t>El paso </a:t>
            </a:r>
            <a:r>
              <a:rPr sz="1150" b="0" i="0" dirty="0" err="1">
                <a:solidFill>
                  <a:srgbClr val="333333"/>
                </a:solidFill>
                <a:latin typeface="Arial"/>
              </a:rPr>
              <a:t>siguiente</a:t>
            </a:r>
            <a:r>
              <a:rPr sz="1150" b="0" i="0" dirty="0">
                <a:solidFill>
                  <a:srgbClr val="333333"/>
                </a:solidFill>
                <a:latin typeface="Arial"/>
              </a:rPr>
              <a:t> era </a:t>
            </a:r>
            <a:r>
              <a:rPr sz="1150" b="0" i="0" dirty="0" err="1">
                <a:solidFill>
                  <a:srgbClr val="333333"/>
                </a:solidFill>
                <a:latin typeface="Arial"/>
              </a:rPr>
              <a:t>PrimeTime</a:t>
            </a:r>
            <a:r>
              <a:rPr sz="1150" b="0" i="0" dirty="0">
                <a:solidFill>
                  <a:srgbClr val="333333"/>
                </a:solidFill>
                <a:latin typeface="Arial"/>
              </a:rPr>
              <a:t> ECO (Prime Closure): </a:t>
            </a:r>
            <a:r>
              <a:rPr sz="1150" b="0" i="0" dirty="0" err="1">
                <a:solidFill>
                  <a:srgbClr val="333333"/>
                </a:solidFill>
                <a:latin typeface="Arial"/>
              </a:rPr>
              <a:t>cargar</a:t>
            </a:r>
            <a:r>
              <a:rPr sz="1150" b="0" i="0" dirty="0">
                <a:solidFill>
                  <a:srgbClr val="333333"/>
                </a:solidFill>
                <a:latin typeface="Arial"/>
              </a:rPr>
              <a:t> </a:t>
            </a:r>
            <a:r>
              <a:rPr sz="1150" b="0" i="0" dirty="0" err="1">
                <a:solidFill>
                  <a:srgbClr val="333333"/>
                </a:solidFill>
                <a:latin typeface="Arial"/>
              </a:rPr>
              <a:t>los</a:t>
            </a:r>
            <a:r>
              <a:rPr sz="1150" b="0" i="0" dirty="0">
                <a:solidFill>
                  <a:srgbClr val="333333"/>
                </a:solidFill>
                <a:latin typeface="Arial"/>
              </a:rPr>
              <a:t> dos </a:t>
            </a:r>
            <a:r>
              <a:rPr sz="1150" b="0" i="0" dirty="0" err="1">
                <a:solidFill>
                  <a:srgbClr val="333333"/>
                </a:solidFill>
                <a:latin typeface="Arial"/>
              </a:rPr>
              <a:t>escenarios</a:t>
            </a:r>
            <a:r>
              <a:rPr sz="1150" b="0" i="0" dirty="0">
                <a:solidFill>
                  <a:srgbClr val="333333"/>
                </a:solidFill>
                <a:latin typeface="Arial"/>
              </a:rPr>
              <a:t> con </a:t>
            </a:r>
            <a:r>
              <a:rPr sz="1150" b="0" i="0" dirty="0" err="1">
                <a:solidFill>
                  <a:srgbClr val="333333"/>
                </a:solidFill>
                <a:latin typeface="Arial"/>
              </a:rPr>
              <a:t>read_eco_session</a:t>
            </a:r>
            <a:r>
              <a:rPr sz="1150" b="0" i="0" dirty="0">
                <a:solidFill>
                  <a:srgbClr val="333333"/>
                </a:solidFill>
                <a:latin typeface="Arial"/>
              </a:rPr>
              <a:t>, </a:t>
            </a:r>
            <a:r>
              <a:rPr sz="1150" b="0" i="0" dirty="0" err="1">
                <a:solidFill>
                  <a:srgbClr val="333333"/>
                </a:solidFill>
                <a:latin typeface="Arial"/>
              </a:rPr>
              <a:t>medir</a:t>
            </a:r>
            <a:r>
              <a:rPr sz="1150" b="0" i="0" dirty="0">
                <a:solidFill>
                  <a:srgbClr val="333333"/>
                </a:solidFill>
                <a:latin typeface="Arial"/>
              </a:rPr>
              <a:t> WNS/TNS </a:t>
            </a:r>
            <a:r>
              <a:rPr sz="1150" b="0" i="0" dirty="0" err="1">
                <a:solidFill>
                  <a:srgbClr val="333333"/>
                </a:solidFill>
                <a:latin typeface="Arial"/>
              </a:rPr>
              <a:t>por</a:t>
            </a:r>
            <a:r>
              <a:rPr sz="1150" b="0" i="0" dirty="0">
                <a:solidFill>
                  <a:srgbClr val="333333"/>
                </a:solidFill>
                <a:latin typeface="Arial"/>
              </a:rPr>
              <a:t> corner, </a:t>
            </a:r>
            <a:r>
              <a:rPr sz="1150" b="0" i="0" dirty="0" err="1">
                <a:solidFill>
                  <a:srgbClr val="333333"/>
                </a:solidFill>
                <a:latin typeface="Arial"/>
              </a:rPr>
              <a:t>calcular</a:t>
            </a:r>
            <a:r>
              <a:rPr sz="1150" b="0" i="0" dirty="0">
                <a:solidFill>
                  <a:srgbClr val="333333"/>
                </a:solidFill>
                <a:latin typeface="Arial"/>
              </a:rPr>
              <a:t> </a:t>
            </a:r>
            <a:r>
              <a:rPr sz="1150" b="0" i="0" dirty="0" err="1">
                <a:solidFill>
                  <a:srgbClr val="333333"/>
                </a:solidFill>
                <a:latin typeface="Arial"/>
              </a:rPr>
              <a:t>los</a:t>
            </a:r>
            <a:r>
              <a:rPr sz="1150" b="0" i="0" dirty="0">
                <a:solidFill>
                  <a:srgbClr val="333333"/>
                </a:solidFill>
                <a:latin typeface="Arial"/>
              </a:rPr>
              <a:t> fixes y </a:t>
            </a:r>
            <a:r>
              <a:rPr sz="1150" b="0" i="0" dirty="0" err="1">
                <a:solidFill>
                  <a:srgbClr val="333333"/>
                </a:solidFill>
                <a:latin typeface="Arial"/>
              </a:rPr>
              <a:t>escribir</a:t>
            </a:r>
            <a:r>
              <a:rPr sz="1150" b="0" i="0" dirty="0">
                <a:solidFill>
                  <a:srgbClr val="333333"/>
                </a:solidFill>
                <a:latin typeface="Arial"/>
              </a:rPr>
              <a:t> el ECO con </a:t>
            </a:r>
            <a:r>
              <a:rPr sz="1150" b="0" i="0" dirty="0" err="1">
                <a:solidFill>
                  <a:srgbClr val="333333"/>
                </a:solidFill>
                <a:latin typeface="Arial"/>
              </a:rPr>
              <a:t>write_changes</a:t>
            </a:r>
            <a:r>
              <a:rPr sz="1150" b="0" i="0" dirty="0">
                <a:solidFill>
                  <a:srgbClr val="333333"/>
                </a:solidFill>
                <a:latin typeface="Arial"/>
              </a:rPr>
              <a:t> -format icc2tcl para </a:t>
            </a:r>
            <a:r>
              <a:rPr sz="1150" b="0" i="0" dirty="0" err="1">
                <a:solidFill>
                  <a:srgbClr val="333333"/>
                </a:solidFill>
                <a:latin typeface="Arial"/>
              </a:rPr>
              <a:t>aplicarlo</a:t>
            </a:r>
            <a:r>
              <a:rPr sz="1150" b="0" i="0" dirty="0">
                <a:solidFill>
                  <a:srgbClr val="333333"/>
                </a:solidFill>
                <a:latin typeface="Arial"/>
              </a:rPr>
              <a:t> </a:t>
            </a:r>
            <a:r>
              <a:rPr sz="1150" b="0" i="0" dirty="0" err="1">
                <a:solidFill>
                  <a:srgbClr val="333333"/>
                </a:solidFill>
                <a:latin typeface="Arial"/>
              </a:rPr>
              <a:t>en</a:t>
            </a:r>
            <a:r>
              <a:rPr sz="1150" b="0" i="0" dirty="0">
                <a:solidFill>
                  <a:srgbClr val="333333"/>
                </a:solidFill>
                <a:latin typeface="Arial"/>
              </a:rPr>
              <a:t> ICC2.</a:t>
            </a:r>
          </a:p>
          <a:p>
            <a:pPr algn="l"/>
            <a:endParaRPr sz="1150" b="0" i="0" dirty="0">
              <a:solidFill>
                <a:srgbClr val="333333"/>
              </a:solidFill>
              <a:latin typeface="Arial"/>
            </a:endParaRPr>
          </a:p>
          <a:p>
            <a:pPr algn="l"/>
            <a:r>
              <a:rPr sz="1150" b="0" i="0" dirty="0" err="1">
                <a:solidFill>
                  <a:srgbClr val="333333"/>
                </a:solidFill>
                <a:latin typeface="Arial"/>
              </a:rPr>
              <a:t>Dejé</a:t>
            </a:r>
            <a:r>
              <a:rPr sz="1150" b="0" i="0" dirty="0">
                <a:solidFill>
                  <a:srgbClr val="333333"/>
                </a:solidFill>
                <a:latin typeface="Arial"/>
              </a:rPr>
              <a:t> el script </a:t>
            </a:r>
            <a:r>
              <a:rPr sz="1150" b="0" i="0" dirty="0" err="1">
                <a:solidFill>
                  <a:srgbClr val="333333"/>
                </a:solidFill>
                <a:latin typeface="Arial"/>
              </a:rPr>
              <a:t>fix_all.tcl</a:t>
            </a:r>
            <a:r>
              <a:rPr sz="1150" b="0" i="0" dirty="0">
                <a:solidFill>
                  <a:srgbClr val="333333"/>
                </a:solidFill>
                <a:latin typeface="Arial"/>
              </a:rPr>
              <a:t> y run_pc.sh </a:t>
            </a:r>
            <a:r>
              <a:rPr sz="1150" b="0" i="0" dirty="0" err="1">
                <a:solidFill>
                  <a:srgbClr val="333333"/>
                </a:solidFill>
                <a:latin typeface="Arial"/>
              </a:rPr>
              <a:t>listos</a:t>
            </a:r>
            <a:r>
              <a:rPr sz="1150" b="0" i="0" dirty="0">
                <a:solidFill>
                  <a:srgbClr val="333333"/>
                </a:solidFill>
                <a:latin typeface="Arial"/>
              </a:rPr>
              <a:t> y </a:t>
            </a:r>
            <a:r>
              <a:rPr sz="1150" b="0" i="0" dirty="0" err="1">
                <a:solidFill>
                  <a:srgbClr val="333333"/>
                </a:solidFill>
                <a:latin typeface="Arial"/>
              </a:rPr>
              <a:t>probados</a:t>
            </a:r>
            <a:r>
              <a:rPr sz="1150" b="0" i="0" dirty="0">
                <a:solidFill>
                  <a:srgbClr val="333333"/>
                </a:solidFill>
                <a:latin typeface="Arial"/>
              </a:rPr>
              <a:t> hasta el punto de </a:t>
            </a:r>
            <a:r>
              <a:rPr sz="1150" b="0" i="0" dirty="0" err="1">
                <a:solidFill>
                  <a:srgbClr val="333333"/>
                </a:solidFill>
                <a:latin typeface="Arial"/>
              </a:rPr>
              <a:t>ejecución</a:t>
            </a:r>
            <a:r>
              <a:rPr sz="1150" b="0" i="0" dirty="0">
                <a:solidFill>
                  <a:srgbClr val="333333"/>
                </a:solidFill>
                <a:latin typeface="Arial"/>
              </a:rPr>
              <a:t>, </a:t>
            </a:r>
            <a:r>
              <a:rPr sz="1150" b="0" i="0" dirty="0" err="1">
                <a:solidFill>
                  <a:srgbClr val="333333"/>
                </a:solidFill>
                <a:latin typeface="Arial"/>
              </a:rPr>
              <a:t>pero</a:t>
            </a:r>
            <a:r>
              <a:rPr sz="1150" b="0" i="0" dirty="0">
                <a:solidFill>
                  <a:srgbClr val="333333"/>
                </a:solidFill>
                <a:latin typeface="Arial"/>
              </a:rPr>
              <a:t> no </a:t>
            </a:r>
            <a:r>
              <a:rPr sz="1150" b="0" i="0" dirty="0" err="1">
                <a:solidFill>
                  <a:srgbClr val="333333"/>
                </a:solidFill>
                <a:latin typeface="Arial"/>
              </a:rPr>
              <a:t>había</a:t>
            </a:r>
            <a:r>
              <a:rPr sz="1150" b="0" i="0" dirty="0">
                <a:solidFill>
                  <a:srgbClr val="333333"/>
                </a:solidFill>
                <a:latin typeface="Arial"/>
              </a:rPr>
              <a:t> </a:t>
            </a:r>
            <a:r>
              <a:rPr sz="1150" b="0" i="0" dirty="0" err="1">
                <a:solidFill>
                  <a:srgbClr val="333333"/>
                </a:solidFill>
                <a:latin typeface="Arial"/>
              </a:rPr>
              <a:t>licencia</a:t>
            </a:r>
            <a:r>
              <a:rPr sz="1150" b="0" i="0" dirty="0">
                <a:solidFill>
                  <a:srgbClr val="333333"/>
                </a:solidFill>
                <a:latin typeface="Arial"/>
              </a:rPr>
              <a:t> de ECO disponible </a:t>
            </a:r>
            <a:r>
              <a:rPr sz="1150" b="0" i="0" dirty="0" err="1">
                <a:solidFill>
                  <a:srgbClr val="333333"/>
                </a:solidFill>
                <a:latin typeface="Arial"/>
              </a:rPr>
              <a:t>en</a:t>
            </a:r>
            <a:r>
              <a:rPr sz="1150" b="0" i="0" dirty="0">
                <a:solidFill>
                  <a:srgbClr val="333333"/>
                </a:solidFill>
                <a:latin typeface="Arial"/>
              </a:rPr>
              <a:t> el </a:t>
            </a:r>
            <a:r>
              <a:rPr sz="1150" b="0" i="0" dirty="0" err="1">
                <a:solidFill>
                  <a:srgbClr val="333333"/>
                </a:solidFill>
                <a:latin typeface="Arial"/>
              </a:rPr>
              <a:t>laboratorio</a:t>
            </a:r>
            <a:r>
              <a:rPr sz="1150" b="0" i="0" dirty="0">
                <a:solidFill>
                  <a:srgbClr val="333333"/>
                </a:solidFill>
                <a:latin typeface="Arial"/>
              </a:rPr>
              <a:t>.</a:t>
            </a:r>
          </a:p>
          <a:p>
            <a:pPr algn="l"/>
            <a:endParaRPr sz="1150" b="0" i="0" dirty="0">
              <a:solidFill>
                <a:srgbClr val="333333"/>
              </a:solidFill>
              <a:latin typeface="Arial"/>
            </a:endParaRPr>
          </a:p>
          <a:p>
            <a:pPr algn="l"/>
            <a:r>
              <a:rPr sz="1150" b="0" i="0" dirty="0">
                <a:solidFill>
                  <a:srgbClr val="333333"/>
                </a:solidFill>
                <a:latin typeface="Arial"/>
              </a:rPr>
              <a:t>Es el </a:t>
            </a:r>
            <a:r>
              <a:rPr sz="1150" b="0" i="0" dirty="0" err="1">
                <a:solidFill>
                  <a:srgbClr val="333333"/>
                </a:solidFill>
                <a:latin typeface="Arial"/>
              </a:rPr>
              <a:t>único</a:t>
            </a:r>
            <a:r>
              <a:rPr sz="1150" b="0" i="0" dirty="0">
                <a:solidFill>
                  <a:srgbClr val="333333"/>
                </a:solidFill>
                <a:latin typeface="Arial"/>
              </a:rPr>
              <a:t> paso del </a:t>
            </a:r>
            <a:r>
              <a:rPr sz="1150" b="0" i="0" dirty="0" err="1">
                <a:solidFill>
                  <a:srgbClr val="333333"/>
                </a:solidFill>
                <a:latin typeface="Arial"/>
              </a:rPr>
              <a:t>flujo</a:t>
            </a:r>
            <a:r>
              <a:rPr sz="1150" b="0" i="0" dirty="0">
                <a:solidFill>
                  <a:srgbClr val="333333"/>
                </a:solidFill>
                <a:latin typeface="Arial"/>
              </a:rPr>
              <a:t> </a:t>
            </a:r>
            <a:r>
              <a:rPr sz="1150" b="0" i="0" dirty="0" err="1">
                <a:solidFill>
                  <a:srgbClr val="333333"/>
                </a:solidFill>
                <a:latin typeface="Arial"/>
              </a:rPr>
              <a:t>que</a:t>
            </a:r>
            <a:r>
              <a:rPr sz="1150" b="0" i="0" dirty="0">
                <a:solidFill>
                  <a:srgbClr val="333333"/>
                </a:solidFill>
                <a:latin typeface="Arial"/>
              </a:rPr>
              <a:t> </a:t>
            </a:r>
            <a:r>
              <a:rPr sz="1150" b="0" i="0" dirty="0" err="1">
                <a:solidFill>
                  <a:srgbClr val="333333"/>
                </a:solidFill>
                <a:latin typeface="Arial"/>
              </a:rPr>
              <a:t>quedó</a:t>
            </a:r>
            <a:r>
              <a:rPr sz="1150" b="0" i="0" dirty="0">
                <a:solidFill>
                  <a:srgbClr val="333333"/>
                </a:solidFill>
                <a:latin typeface="Arial"/>
              </a:rPr>
              <a:t> </a:t>
            </a:r>
            <a:r>
              <a:rPr sz="1150" b="0" i="0" dirty="0" err="1">
                <a:solidFill>
                  <a:srgbClr val="333333"/>
                </a:solidFill>
                <a:latin typeface="Arial"/>
              </a:rPr>
              <a:t>pendiente</a:t>
            </a:r>
            <a:r>
              <a:rPr sz="1150" b="0" i="0" dirty="0">
                <a:solidFill>
                  <a:srgbClr val="333333"/>
                </a:solidFill>
                <a:latin typeface="Arial"/>
              </a:rPr>
              <a:t> </a:t>
            </a:r>
            <a:r>
              <a:rPr sz="1150" b="0" i="0" dirty="0" err="1">
                <a:solidFill>
                  <a:srgbClr val="333333"/>
                </a:solidFill>
                <a:latin typeface="Arial"/>
              </a:rPr>
              <a:t>por</a:t>
            </a:r>
            <a:r>
              <a:rPr sz="1150" b="0" i="0" dirty="0">
                <a:solidFill>
                  <a:srgbClr val="333333"/>
                </a:solidFill>
                <a:latin typeface="Arial"/>
              </a:rPr>
              <a:t> </a:t>
            </a:r>
            <a:r>
              <a:rPr sz="1150" b="0" i="0" dirty="0" err="1">
                <a:solidFill>
                  <a:srgbClr val="333333"/>
                </a:solidFill>
                <a:latin typeface="Arial"/>
              </a:rPr>
              <a:t>razones</a:t>
            </a:r>
            <a:r>
              <a:rPr sz="1150" b="0" i="0" dirty="0">
                <a:solidFill>
                  <a:srgbClr val="333333"/>
                </a:solidFill>
                <a:latin typeface="Arial"/>
              </a:rPr>
              <a:t> de </a:t>
            </a:r>
            <a:r>
              <a:rPr sz="1150" b="0" i="0" dirty="0" err="1">
                <a:solidFill>
                  <a:srgbClr val="333333"/>
                </a:solidFill>
                <a:latin typeface="Arial"/>
              </a:rPr>
              <a:t>herramienta</a:t>
            </a:r>
            <a:r>
              <a:rPr sz="1150" b="0" i="0" dirty="0">
                <a:solidFill>
                  <a:srgbClr val="333333"/>
                </a:solidFill>
                <a:latin typeface="Arial"/>
              </a:rPr>
              <a:t>, no de </a:t>
            </a:r>
            <a:r>
              <a:rPr sz="1150" b="0" i="0" dirty="0" err="1">
                <a:solidFill>
                  <a:srgbClr val="333333"/>
                </a:solidFill>
                <a:latin typeface="Arial"/>
              </a:rPr>
              <a:t>diseño</a:t>
            </a:r>
            <a:r>
              <a:rPr sz="1150" b="0" i="0" dirty="0">
                <a:solidFill>
                  <a:srgbClr val="333333"/>
                </a:solidFill>
                <a:latin typeface="Arial"/>
              </a:rPr>
              <a:t>.</a:t>
            </a:r>
            <a:r>
              <a:rPr lang="es-MX" sz="1150" b="0" i="0" dirty="0">
                <a:solidFill>
                  <a:srgbClr val="333333"/>
                </a:solidFill>
                <a:latin typeface="Arial"/>
              </a:rPr>
              <a:t> ( y un poco de falta de comprensión de los temas de STARRC, PT y PC)</a:t>
            </a:r>
            <a:endParaRPr sz="1150" b="0" i="0" dirty="0">
              <a:solidFill>
                <a:srgbClr val="333333"/>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PPA Sweep</a:t>
            </a:r>
          </a:p>
        </p:txBody>
      </p:sp>
      <p:sp>
        <p:nvSpPr>
          <p:cNvPr id="3" name="Text Placeholder 2"/>
          <p:cNvSpPr>
            <a:spLocks noGrp="1"/>
          </p:cNvSpPr>
          <p:nvPr>
            <p:ph type="body" idx="1"/>
          </p:nvPr>
        </p:nvSpPr>
        <p:spPr/>
        <p:txBody>
          <a:bodyPr/>
          <a:lstStyle/>
          <a:p>
            <a:r>
              <a:t>Barrido de periodo de reloj de 20 ns a 8 ns sobre la variante gate_clock</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graphicFrame>
        <p:nvGraphicFramePr>
          <p:cNvPr id="6" name="Table 5"/>
          <p:cNvGraphicFramePr>
            <a:graphicFrameLocks noGrp="1"/>
          </p:cNvGraphicFramePr>
          <p:nvPr/>
        </p:nvGraphicFramePr>
        <p:xfrm>
          <a:off x="384048" y="1234440"/>
          <a:ext cx="5989320" cy="233934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388620">
                <a:tc>
                  <a:txBody>
                    <a:bodyPr/>
                    <a:lstStyle/>
                    <a:p>
                      <a:r>
                        <a:rPr sz="1000" b="1">
                          <a:latin typeface="Arial"/>
                        </a:rPr>
                        <a:t>Periodo</a:t>
                      </a:r>
                    </a:p>
                  </a:txBody>
                  <a:tcPr/>
                </a:tc>
                <a:tc>
                  <a:txBody>
                    <a:bodyPr/>
                    <a:lstStyle/>
                    <a:p>
                      <a:r>
                        <a:rPr sz="1000" b="1">
                          <a:latin typeface="Arial"/>
                        </a:rPr>
                        <a:t>F objetivo</a:t>
                      </a:r>
                    </a:p>
                    <a:p>
                      <a:r>
                        <a:rPr sz="1000" b="1">
                          <a:latin typeface="Arial"/>
                        </a:rPr>
                        <a:t>(MHz)</a:t>
                      </a:r>
                    </a:p>
                  </a:txBody>
                  <a:tcPr/>
                </a:tc>
                <a:tc>
                  <a:txBody>
                    <a:bodyPr/>
                    <a:lstStyle/>
                    <a:p>
                      <a:r>
                        <a:rPr sz="1000" b="1">
                          <a:latin typeface="Arial"/>
                        </a:rPr>
                        <a:t>F efectiva</a:t>
                      </a:r>
                    </a:p>
                    <a:p>
                      <a:r>
                        <a:rPr sz="1000" b="1">
                          <a:latin typeface="Arial"/>
                        </a:rPr>
                        <a:t>(MHz)</a:t>
                      </a:r>
                    </a:p>
                  </a:txBody>
                  <a:tcPr/>
                </a:tc>
                <a:tc>
                  <a:txBody>
                    <a:bodyPr/>
                    <a:lstStyle/>
                    <a:p>
                      <a:r>
                        <a:rPr sz="1000" b="1">
                          <a:latin typeface="Arial"/>
                        </a:rPr>
                        <a:t>WNS</a:t>
                      </a:r>
                    </a:p>
                    <a:p>
                      <a:r>
                        <a:rPr sz="1000" b="1">
                          <a:latin typeface="Arial"/>
                        </a:rPr>
                        <a:t>(ns)</a:t>
                      </a:r>
                    </a:p>
                  </a:txBody>
                  <a:tcPr/>
                </a:tc>
                <a:tc>
                  <a:txBody>
                    <a:bodyPr/>
                    <a:lstStyle/>
                    <a:p>
                      <a:r>
                        <a:rPr sz="1000" b="1">
                          <a:latin typeface="Arial"/>
                        </a:rPr>
                        <a:t>Area</a:t>
                      </a:r>
                    </a:p>
                  </a:txBody>
                  <a:tcPr/>
                </a:tc>
                <a:tc>
                  <a:txBody>
                    <a:bodyPr/>
                    <a:lstStyle/>
                    <a:p>
                      <a:r>
                        <a:rPr sz="1000" b="1">
                          <a:latin typeface="Arial"/>
                        </a:rPr>
                        <a:t>Potencia</a:t>
                      </a:r>
                    </a:p>
                    <a:p>
                      <a:r>
                        <a:rPr sz="1000" b="1">
                          <a:latin typeface="Arial"/>
                        </a:rPr>
                        <a:t>(mW)</a:t>
                      </a:r>
                    </a:p>
                  </a:txBody>
                  <a:tcPr/>
                </a:tc>
                <a:extLst>
                  <a:ext uri="{0D108BD9-81ED-4DB2-BD59-A6C34878D82A}">
                    <a16:rowId xmlns:a16="http://schemas.microsoft.com/office/drawing/2014/main" val="10000"/>
                  </a:ext>
                </a:extLst>
              </a:tr>
              <a:tr h="388620">
                <a:tc>
                  <a:txBody>
                    <a:bodyPr/>
                    <a:lstStyle/>
                    <a:p>
                      <a:pPr algn="l"/>
                      <a:r>
                        <a:rPr sz="1100">
                          <a:latin typeface="Arial"/>
                        </a:rPr>
                        <a:t>20 ns</a:t>
                      </a:r>
                    </a:p>
                  </a:txBody>
                  <a:tcPr/>
                </a:tc>
                <a:tc>
                  <a:txBody>
                    <a:bodyPr/>
                    <a:lstStyle/>
                    <a:p>
                      <a:pPr algn="r"/>
                      <a:r>
                        <a:rPr sz="1100">
                          <a:latin typeface="Arial"/>
                        </a:rPr>
                        <a:t>50.0</a:t>
                      </a:r>
                    </a:p>
                  </a:txBody>
                  <a:tcPr/>
                </a:tc>
                <a:tc>
                  <a:txBody>
                    <a:bodyPr/>
                    <a:lstStyle/>
                    <a:p>
                      <a:pPr algn="r"/>
                      <a:r>
                        <a:rPr sz="1100">
                          <a:latin typeface="Arial"/>
                        </a:rPr>
                        <a:t>79.0</a:t>
                      </a:r>
                    </a:p>
                  </a:txBody>
                  <a:tcPr/>
                </a:tc>
                <a:tc>
                  <a:txBody>
                    <a:bodyPr/>
                    <a:lstStyle/>
                    <a:p>
                      <a:pPr algn="r"/>
                      <a:r>
                        <a:rPr sz="1100">
                          <a:latin typeface="Arial"/>
                        </a:rPr>
                        <a:t>7.35</a:t>
                      </a:r>
                    </a:p>
                  </a:txBody>
                  <a:tcPr/>
                </a:tc>
                <a:tc>
                  <a:txBody>
                    <a:bodyPr/>
                    <a:lstStyle/>
                    <a:p>
                      <a:pPr algn="r"/>
                      <a:r>
                        <a:rPr sz="1100">
                          <a:latin typeface="Arial"/>
                        </a:rPr>
                        <a:t>267,493</a:t>
                      </a:r>
                    </a:p>
                  </a:txBody>
                  <a:tcPr/>
                </a:tc>
                <a:tc>
                  <a:txBody>
                    <a:bodyPr/>
                    <a:lstStyle/>
                    <a:p>
                      <a:pPr algn="r"/>
                      <a:r>
                        <a:rPr sz="1100">
                          <a:latin typeface="Arial"/>
                        </a:rPr>
                        <a:t>3.9961</a:t>
                      </a:r>
                    </a:p>
                  </a:txBody>
                  <a:tcPr/>
                </a:tc>
                <a:extLst>
                  <a:ext uri="{0D108BD9-81ED-4DB2-BD59-A6C34878D82A}">
                    <a16:rowId xmlns:a16="http://schemas.microsoft.com/office/drawing/2014/main" val="10001"/>
                  </a:ext>
                </a:extLst>
              </a:tr>
              <a:tr h="388620">
                <a:tc>
                  <a:txBody>
                    <a:bodyPr/>
                    <a:lstStyle/>
                    <a:p>
                      <a:pPr algn="l"/>
                      <a:r>
                        <a:rPr sz="1100">
                          <a:latin typeface="Arial"/>
                        </a:rPr>
                        <a:t>15 ns</a:t>
                      </a:r>
                    </a:p>
                  </a:txBody>
                  <a:tcPr/>
                </a:tc>
                <a:tc>
                  <a:txBody>
                    <a:bodyPr/>
                    <a:lstStyle/>
                    <a:p>
                      <a:pPr algn="r"/>
                      <a:r>
                        <a:rPr sz="1100">
                          <a:latin typeface="Arial"/>
                        </a:rPr>
                        <a:t>66.6</a:t>
                      </a:r>
                    </a:p>
                  </a:txBody>
                  <a:tcPr/>
                </a:tc>
                <a:tc>
                  <a:txBody>
                    <a:bodyPr/>
                    <a:lstStyle/>
                    <a:p>
                      <a:pPr algn="r"/>
                      <a:r>
                        <a:rPr sz="1100">
                          <a:latin typeface="Arial"/>
                        </a:rPr>
                        <a:t>103.7</a:t>
                      </a:r>
                    </a:p>
                  </a:txBody>
                  <a:tcPr/>
                </a:tc>
                <a:tc>
                  <a:txBody>
                    <a:bodyPr/>
                    <a:lstStyle/>
                    <a:p>
                      <a:pPr algn="r"/>
                      <a:r>
                        <a:rPr sz="1100">
                          <a:latin typeface="Arial"/>
                        </a:rPr>
                        <a:t>5.36</a:t>
                      </a:r>
                    </a:p>
                  </a:txBody>
                  <a:tcPr/>
                </a:tc>
                <a:tc>
                  <a:txBody>
                    <a:bodyPr/>
                    <a:lstStyle/>
                    <a:p>
                      <a:pPr algn="r"/>
                      <a:r>
                        <a:rPr sz="1100">
                          <a:latin typeface="Arial"/>
                        </a:rPr>
                        <a:t>267,380</a:t>
                      </a:r>
                    </a:p>
                  </a:txBody>
                  <a:tcPr/>
                </a:tc>
                <a:tc>
                  <a:txBody>
                    <a:bodyPr/>
                    <a:lstStyle/>
                    <a:p>
                      <a:pPr algn="r"/>
                      <a:r>
                        <a:rPr sz="1100">
                          <a:latin typeface="Arial"/>
                        </a:rPr>
                        <a:t>4.4172</a:t>
                      </a:r>
                    </a:p>
                  </a:txBody>
                  <a:tcPr/>
                </a:tc>
                <a:extLst>
                  <a:ext uri="{0D108BD9-81ED-4DB2-BD59-A6C34878D82A}">
                    <a16:rowId xmlns:a16="http://schemas.microsoft.com/office/drawing/2014/main" val="10002"/>
                  </a:ext>
                </a:extLst>
              </a:tr>
              <a:tr h="388620">
                <a:tc>
                  <a:txBody>
                    <a:bodyPr/>
                    <a:lstStyle/>
                    <a:p>
                      <a:pPr algn="l"/>
                      <a:r>
                        <a:rPr sz="1100">
                          <a:latin typeface="Arial"/>
                        </a:rPr>
                        <a:t>12 ns</a:t>
                      </a:r>
                    </a:p>
                  </a:txBody>
                  <a:tcPr/>
                </a:tc>
                <a:tc>
                  <a:txBody>
                    <a:bodyPr/>
                    <a:lstStyle/>
                    <a:p>
                      <a:pPr algn="r"/>
                      <a:r>
                        <a:rPr sz="1100">
                          <a:latin typeface="Arial"/>
                        </a:rPr>
                        <a:t>83.3</a:t>
                      </a:r>
                    </a:p>
                  </a:txBody>
                  <a:tcPr/>
                </a:tc>
                <a:tc>
                  <a:txBody>
                    <a:bodyPr/>
                    <a:lstStyle/>
                    <a:p>
                      <a:pPr algn="r"/>
                      <a:r>
                        <a:rPr sz="1100">
                          <a:latin typeface="Arial"/>
                        </a:rPr>
                        <a:t>127.5</a:t>
                      </a:r>
                    </a:p>
                  </a:txBody>
                  <a:tcPr/>
                </a:tc>
                <a:tc>
                  <a:txBody>
                    <a:bodyPr/>
                    <a:lstStyle/>
                    <a:p>
                      <a:pPr algn="r"/>
                      <a:r>
                        <a:rPr sz="1100">
                          <a:latin typeface="Arial"/>
                        </a:rPr>
                        <a:t>4.16</a:t>
                      </a:r>
                    </a:p>
                  </a:txBody>
                  <a:tcPr/>
                </a:tc>
                <a:tc>
                  <a:txBody>
                    <a:bodyPr/>
                    <a:lstStyle/>
                    <a:p>
                      <a:pPr algn="r"/>
                      <a:r>
                        <a:rPr sz="1100">
                          <a:latin typeface="Arial"/>
                        </a:rPr>
                        <a:t>267,373</a:t>
                      </a:r>
                    </a:p>
                  </a:txBody>
                  <a:tcPr/>
                </a:tc>
                <a:tc>
                  <a:txBody>
                    <a:bodyPr/>
                    <a:lstStyle/>
                    <a:p>
                      <a:pPr algn="r"/>
                      <a:r>
                        <a:rPr sz="1100">
                          <a:latin typeface="Arial"/>
                        </a:rPr>
                        <a:t>4.8507</a:t>
                      </a:r>
                    </a:p>
                  </a:txBody>
                  <a:tcPr/>
                </a:tc>
                <a:extLst>
                  <a:ext uri="{0D108BD9-81ED-4DB2-BD59-A6C34878D82A}">
                    <a16:rowId xmlns:a16="http://schemas.microsoft.com/office/drawing/2014/main" val="10003"/>
                  </a:ext>
                </a:extLst>
              </a:tr>
              <a:tr h="388620">
                <a:tc>
                  <a:txBody>
                    <a:bodyPr/>
                    <a:lstStyle/>
                    <a:p>
                      <a:pPr algn="l"/>
                      <a:r>
                        <a:rPr sz="1100">
                          <a:latin typeface="Arial"/>
                        </a:rPr>
                        <a:t>10 ns</a:t>
                      </a:r>
                    </a:p>
                  </a:txBody>
                  <a:tcPr/>
                </a:tc>
                <a:tc>
                  <a:txBody>
                    <a:bodyPr/>
                    <a:lstStyle/>
                    <a:p>
                      <a:pPr algn="r"/>
                      <a:r>
                        <a:rPr sz="1100">
                          <a:latin typeface="Arial"/>
                        </a:rPr>
                        <a:t>100.0</a:t>
                      </a:r>
                    </a:p>
                  </a:txBody>
                  <a:tcPr/>
                </a:tc>
                <a:tc>
                  <a:txBody>
                    <a:bodyPr/>
                    <a:lstStyle/>
                    <a:p>
                      <a:pPr algn="r"/>
                      <a:r>
                        <a:rPr sz="1100">
                          <a:latin typeface="Arial"/>
                        </a:rPr>
                        <a:t>152.2</a:t>
                      </a:r>
                    </a:p>
                  </a:txBody>
                  <a:tcPr/>
                </a:tc>
                <a:tc>
                  <a:txBody>
                    <a:bodyPr/>
                    <a:lstStyle/>
                    <a:p>
                      <a:pPr algn="r"/>
                      <a:r>
                        <a:rPr sz="1100">
                          <a:latin typeface="Arial"/>
                        </a:rPr>
                        <a:t>3.43</a:t>
                      </a:r>
                    </a:p>
                  </a:txBody>
                  <a:tcPr/>
                </a:tc>
                <a:tc>
                  <a:txBody>
                    <a:bodyPr/>
                    <a:lstStyle/>
                    <a:p>
                      <a:pPr algn="r"/>
                      <a:r>
                        <a:rPr sz="1100">
                          <a:latin typeface="Arial"/>
                        </a:rPr>
                        <a:t>267,373</a:t>
                      </a:r>
                    </a:p>
                  </a:txBody>
                  <a:tcPr/>
                </a:tc>
                <a:tc>
                  <a:txBody>
                    <a:bodyPr/>
                    <a:lstStyle/>
                    <a:p>
                      <a:pPr algn="r"/>
                      <a:r>
                        <a:rPr sz="1100">
                          <a:latin typeface="Arial"/>
                        </a:rPr>
                        <a:t>5.2843</a:t>
                      </a:r>
                    </a:p>
                  </a:txBody>
                  <a:tcPr/>
                </a:tc>
                <a:extLst>
                  <a:ext uri="{0D108BD9-81ED-4DB2-BD59-A6C34878D82A}">
                    <a16:rowId xmlns:a16="http://schemas.microsoft.com/office/drawing/2014/main" val="10004"/>
                  </a:ext>
                </a:extLst>
              </a:tr>
              <a:tr h="388620">
                <a:tc>
                  <a:txBody>
                    <a:bodyPr/>
                    <a:lstStyle/>
                    <a:p>
                      <a:pPr algn="l"/>
                      <a:r>
                        <a:rPr sz="1100">
                          <a:latin typeface="Arial"/>
                        </a:rPr>
                        <a:t>8 ns</a:t>
                      </a:r>
                    </a:p>
                  </a:txBody>
                  <a:tcPr/>
                </a:tc>
                <a:tc>
                  <a:txBody>
                    <a:bodyPr/>
                    <a:lstStyle/>
                    <a:p>
                      <a:pPr algn="r"/>
                      <a:r>
                        <a:rPr sz="1100">
                          <a:latin typeface="Arial"/>
                        </a:rPr>
                        <a:t>125.0</a:t>
                      </a:r>
                    </a:p>
                  </a:txBody>
                  <a:tcPr/>
                </a:tc>
                <a:tc>
                  <a:txBody>
                    <a:bodyPr/>
                    <a:lstStyle/>
                    <a:p>
                      <a:pPr algn="r"/>
                      <a:r>
                        <a:rPr sz="1100">
                          <a:latin typeface="Arial"/>
                        </a:rPr>
                        <a:t>186.5</a:t>
                      </a:r>
                    </a:p>
                  </a:txBody>
                  <a:tcPr/>
                </a:tc>
                <a:tc>
                  <a:txBody>
                    <a:bodyPr/>
                    <a:lstStyle/>
                    <a:p>
                      <a:pPr algn="r"/>
                      <a:r>
                        <a:rPr sz="1100">
                          <a:latin typeface="Arial"/>
                        </a:rPr>
                        <a:t>2.64</a:t>
                      </a:r>
                    </a:p>
                  </a:txBody>
                  <a:tcPr/>
                </a:tc>
                <a:tc>
                  <a:txBody>
                    <a:bodyPr/>
                    <a:lstStyle/>
                    <a:p>
                      <a:pPr algn="r"/>
                      <a:r>
                        <a:rPr sz="1100">
                          <a:latin typeface="Arial"/>
                        </a:rPr>
                        <a:t>265,629</a:t>
                      </a:r>
                    </a:p>
                  </a:txBody>
                  <a:tcPr/>
                </a:tc>
                <a:tc>
                  <a:txBody>
                    <a:bodyPr/>
                    <a:lstStyle/>
                    <a:p>
                      <a:pPr algn="r"/>
                      <a:r>
                        <a:rPr sz="1100">
                          <a:latin typeface="Arial"/>
                        </a:rPr>
                        <a:t>5.9354</a:t>
                      </a:r>
                    </a:p>
                  </a:txBody>
                  <a:tcPr/>
                </a:tc>
                <a:extLst>
                  <a:ext uri="{0D108BD9-81ED-4DB2-BD59-A6C34878D82A}">
                    <a16:rowId xmlns:a16="http://schemas.microsoft.com/office/drawing/2014/main" val="10005"/>
                  </a:ext>
                </a:extLst>
              </a:tr>
            </a:tbl>
          </a:graphicData>
        </a:graphic>
      </p:graphicFrame>
      <p:sp>
        <p:nvSpPr>
          <p:cNvPr id="7" name="TextBox 6"/>
          <p:cNvSpPr txBox="1"/>
          <p:nvPr/>
        </p:nvSpPr>
        <p:spPr>
          <a:xfrm>
            <a:off x="384048" y="3749039"/>
            <a:ext cx="5989320" cy="274320"/>
          </a:xfrm>
          <a:prstGeom prst="rect">
            <a:avLst/>
          </a:prstGeom>
          <a:noFill/>
        </p:spPr>
        <p:txBody>
          <a:bodyPr wrap="square" lIns="18288" tIns="9144" rIns="18288" bIns="9144" anchor="t">
            <a:spAutoFit/>
          </a:bodyPr>
          <a:lstStyle/>
          <a:p>
            <a:pPr algn="l"/>
            <a:r>
              <a:rPr sz="1500" b="1" i="0" dirty="0" err="1">
                <a:solidFill>
                  <a:srgbClr val="621F8A"/>
                </a:solidFill>
                <a:latin typeface="Arial"/>
              </a:rPr>
              <a:t>Expectativa</a:t>
            </a:r>
            <a:r>
              <a:rPr sz="1500" b="1" i="0" dirty="0">
                <a:solidFill>
                  <a:srgbClr val="621F8A"/>
                </a:solidFill>
                <a:latin typeface="Arial"/>
              </a:rPr>
              <a:t> vs. </a:t>
            </a:r>
            <a:r>
              <a:rPr sz="1500" b="1" i="0" dirty="0" err="1">
                <a:solidFill>
                  <a:srgbClr val="621F8A"/>
                </a:solidFill>
                <a:latin typeface="Arial"/>
              </a:rPr>
              <a:t>resultado</a:t>
            </a:r>
            <a:endParaRPr sz="1500" b="1" i="0" dirty="0">
              <a:solidFill>
                <a:srgbClr val="621F8A"/>
              </a:solidFill>
              <a:latin typeface="Arial"/>
            </a:endParaRPr>
          </a:p>
        </p:txBody>
      </p:sp>
      <p:sp>
        <p:nvSpPr>
          <p:cNvPr id="8" name="TextBox 7"/>
          <p:cNvSpPr txBox="1"/>
          <p:nvPr/>
        </p:nvSpPr>
        <p:spPr>
          <a:xfrm>
            <a:off x="384048" y="4114800"/>
            <a:ext cx="5989320" cy="1557349"/>
          </a:xfrm>
          <a:prstGeom prst="rect">
            <a:avLst/>
          </a:prstGeom>
          <a:noFill/>
        </p:spPr>
        <p:txBody>
          <a:bodyPr wrap="square" lIns="18288" tIns="9144" rIns="18288" bIns="9144" anchor="t">
            <a:spAutoFit/>
          </a:bodyPr>
          <a:lstStyle/>
          <a:p>
            <a:pPr algn="l"/>
            <a:r>
              <a:rPr sz="1250" b="0" i="0" dirty="0">
                <a:solidFill>
                  <a:srgbClr val="333333"/>
                </a:solidFill>
                <a:latin typeface="Arial"/>
              </a:rPr>
              <a:t>•  </a:t>
            </a:r>
            <a:r>
              <a:rPr sz="1250" b="0" i="0" dirty="0" err="1">
                <a:solidFill>
                  <a:srgbClr val="333333"/>
                </a:solidFill>
                <a:latin typeface="Arial"/>
              </a:rPr>
              <a:t>Esperaba</a:t>
            </a:r>
            <a:r>
              <a:rPr sz="1250" b="0" i="0" dirty="0">
                <a:solidFill>
                  <a:srgbClr val="333333"/>
                </a:solidFill>
                <a:latin typeface="Arial"/>
              </a:rPr>
              <a:t> </a:t>
            </a:r>
            <a:r>
              <a:rPr sz="1250" b="0" i="0" dirty="0" err="1">
                <a:solidFill>
                  <a:srgbClr val="333333"/>
                </a:solidFill>
                <a:latin typeface="Arial"/>
              </a:rPr>
              <a:t>que</a:t>
            </a:r>
            <a:r>
              <a:rPr sz="1250" b="0" i="0" dirty="0">
                <a:solidFill>
                  <a:srgbClr val="333333"/>
                </a:solidFill>
                <a:latin typeface="Arial"/>
              </a:rPr>
              <a:t> area </a:t>
            </a:r>
            <a:r>
              <a:rPr sz="1250" b="0" i="0" dirty="0" err="1">
                <a:solidFill>
                  <a:srgbClr val="333333"/>
                </a:solidFill>
                <a:latin typeface="Arial"/>
              </a:rPr>
              <a:t>subiera</a:t>
            </a:r>
            <a:r>
              <a:rPr sz="1250" b="0" i="0" dirty="0">
                <a:solidFill>
                  <a:srgbClr val="333333"/>
                </a:solidFill>
                <a:latin typeface="Arial"/>
              </a:rPr>
              <a:t> al </a:t>
            </a:r>
            <a:r>
              <a:rPr lang="es-MX" sz="1250" b="0" i="0" dirty="0">
                <a:solidFill>
                  <a:srgbClr val="333333"/>
                </a:solidFill>
                <a:latin typeface="Arial"/>
              </a:rPr>
              <a:t>disminuir el periodo </a:t>
            </a:r>
            <a:endParaRPr sz="1250" b="0" i="0" dirty="0">
              <a:solidFill>
                <a:srgbClr val="333333"/>
              </a:solidFill>
              <a:latin typeface="Arial"/>
            </a:endParaRPr>
          </a:p>
          <a:p>
            <a:pPr algn="l"/>
            <a:endParaRPr sz="1250" b="0" i="0" dirty="0">
              <a:solidFill>
                <a:srgbClr val="333333"/>
              </a:solidFill>
              <a:latin typeface="Arial"/>
            </a:endParaRPr>
          </a:p>
          <a:p>
            <a:pPr algn="l"/>
            <a:r>
              <a:rPr sz="1250" b="0" i="0" dirty="0">
                <a:solidFill>
                  <a:srgbClr val="333333"/>
                </a:solidFill>
                <a:latin typeface="Arial"/>
              </a:rPr>
              <a:t>•  </a:t>
            </a:r>
            <a:r>
              <a:rPr sz="1250" b="0" i="0" dirty="0" err="1">
                <a:solidFill>
                  <a:srgbClr val="333333"/>
                </a:solidFill>
                <a:latin typeface="Arial"/>
              </a:rPr>
              <a:t>Esperaba</a:t>
            </a:r>
            <a:r>
              <a:rPr sz="1250" b="0" i="0" dirty="0">
                <a:solidFill>
                  <a:srgbClr val="333333"/>
                </a:solidFill>
                <a:latin typeface="Arial"/>
              </a:rPr>
              <a:t> </a:t>
            </a:r>
            <a:r>
              <a:rPr sz="1250" b="0" i="0" dirty="0" err="1">
                <a:solidFill>
                  <a:srgbClr val="333333"/>
                </a:solidFill>
                <a:latin typeface="Arial"/>
              </a:rPr>
              <a:t>que</a:t>
            </a:r>
            <a:r>
              <a:rPr sz="1250" b="0" i="0" dirty="0">
                <a:solidFill>
                  <a:srgbClr val="333333"/>
                </a:solidFill>
                <a:latin typeface="Arial"/>
              </a:rPr>
              <a:t> la </a:t>
            </a:r>
            <a:r>
              <a:rPr sz="1250" b="0" i="0" dirty="0" err="1">
                <a:solidFill>
                  <a:srgbClr val="333333"/>
                </a:solidFill>
                <a:latin typeface="Arial"/>
              </a:rPr>
              <a:t>potencia</a:t>
            </a:r>
            <a:r>
              <a:rPr sz="1250" b="0" i="0" dirty="0">
                <a:solidFill>
                  <a:srgbClr val="333333"/>
                </a:solidFill>
                <a:latin typeface="Arial"/>
              </a:rPr>
              <a:t> </a:t>
            </a:r>
            <a:r>
              <a:rPr sz="1250" b="0" i="0" dirty="0" err="1">
                <a:solidFill>
                  <a:srgbClr val="333333"/>
                </a:solidFill>
                <a:latin typeface="Arial"/>
              </a:rPr>
              <a:t>subiera</a:t>
            </a:r>
            <a:r>
              <a:rPr sz="1250" b="0" i="0" dirty="0">
                <a:solidFill>
                  <a:srgbClr val="333333"/>
                </a:solidFill>
                <a:latin typeface="Arial"/>
              </a:rPr>
              <a:t> de forma lineal con la </a:t>
            </a:r>
            <a:r>
              <a:rPr sz="1250" b="0" i="0" dirty="0" err="1">
                <a:solidFill>
                  <a:srgbClr val="333333"/>
                </a:solidFill>
                <a:latin typeface="Arial"/>
              </a:rPr>
              <a:t>frecuencia</a:t>
            </a:r>
            <a:r>
              <a:rPr lang="es-MX" sz="1250" dirty="0">
                <a:solidFill>
                  <a:srgbClr val="333333"/>
                </a:solidFill>
              </a:rPr>
              <a:t>, e</a:t>
            </a:r>
            <a:r>
              <a:rPr sz="1250" b="0" i="0" dirty="0">
                <a:solidFill>
                  <a:srgbClr val="333333"/>
                </a:solidFill>
                <a:latin typeface="Arial"/>
              </a:rPr>
              <a:t>l clock gating </a:t>
            </a:r>
            <a:r>
              <a:rPr lang="es-MX" sz="1250" b="0" i="0" dirty="0">
                <a:solidFill>
                  <a:srgbClr val="333333"/>
                </a:solidFill>
                <a:latin typeface="Arial"/>
              </a:rPr>
              <a:t>ayuda</a:t>
            </a:r>
            <a:r>
              <a:rPr sz="1250" b="0" i="0" dirty="0">
                <a:solidFill>
                  <a:srgbClr val="333333"/>
                </a:solidFill>
                <a:latin typeface="Arial"/>
              </a:rPr>
              <a:t> </a:t>
            </a:r>
            <a:r>
              <a:rPr lang="es-MX" sz="1250" b="0" i="0" dirty="0">
                <a:solidFill>
                  <a:srgbClr val="333333"/>
                </a:solidFill>
                <a:latin typeface="Arial"/>
              </a:rPr>
              <a:t>a que se mantenga baja (supongo?)</a:t>
            </a:r>
            <a:endParaRPr sz="1250" b="0" i="0" dirty="0">
              <a:solidFill>
                <a:srgbClr val="333333"/>
              </a:solidFill>
              <a:latin typeface="Arial"/>
            </a:endParaRPr>
          </a:p>
          <a:p>
            <a:pPr algn="l"/>
            <a:endParaRPr sz="1250" b="0" i="0" dirty="0">
              <a:solidFill>
                <a:srgbClr val="333333"/>
              </a:solidFill>
              <a:latin typeface="Arial"/>
            </a:endParaRPr>
          </a:p>
          <a:p>
            <a:pPr algn="l"/>
            <a:r>
              <a:rPr sz="1250" b="0" i="0" dirty="0">
                <a:solidFill>
                  <a:srgbClr val="333333"/>
                </a:solidFill>
                <a:latin typeface="Arial"/>
              </a:rPr>
              <a:t>•  El WNS</a:t>
            </a:r>
            <a:r>
              <a:rPr lang="es-MX" sz="1250" b="0" i="0" dirty="0">
                <a:solidFill>
                  <a:srgbClr val="333333"/>
                </a:solidFill>
                <a:latin typeface="Arial"/>
              </a:rPr>
              <a:t>  (Worst Negative Slack)</a:t>
            </a:r>
            <a:r>
              <a:rPr sz="1250" b="0" i="0" dirty="0">
                <a:solidFill>
                  <a:srgbClr val="333333"/>
                </a:solidFill>
                <a:latin typeface="Arial"/>
              </a:rPr>
              <a:t> </a:t>
            </a:r>
            <a:r>
              <a:rPr sz="1250" b="0" i="0" dirty="0" err="1">
                <a:solidFill>
                  <a:srgbClr val="333333"/>
                </a:solidFill>
                <a:latin typeface="Arial"/>
              </a:rPr>
              <a:t>positivo</a:t>
            </a:r>
            <a:r>
              <a:rPr sz="1250" b="0" i="0" dirty="0">
                <a:solidFill>
                  <a:srgbClr val="333333"/>
                </a:solidFill>
                <a:latin typeface="Arial"/>
              </a:rPr>
              <a:t> </a:t>
            </a:r>
            <a:r>
              <a:rPr sz="1250" b="0" i="0" dirty="0" err="1">
                <a:solidFill>
                  <a:srgbClr val="333333"/>
                </a:solidFill>
                <a:latin typeface="Arial"/>
              </a:rPr>
              <a:t>en</a:t>
            </a:r>
            <a:r>
              <a:rPr sz="1250" b="0" i="0" dirty="0">
                <a:solidFill>
                  <a:srgbClr val="333333"/>
                </a:solidFill>
                <a:latin typeface="Arial"/>
              </a:rPr>
              <a:t> </a:t>
            </a:r>
            <a:r>
              <a:rPr sz="1250" b="0" i="0" dirty="0" err="1">
                <a:solidFill>
                  <a:srgbClr val="333333"/>
                </a:solidFill>
                <a:latin typeface="Arial"/>
              </a:rPr>
              <a:t>los</a:t>
            </a:r>
            <a:r>
              <a:rPr sz="1250" b="0" i="0" dirty="0">
                <a:solidFill>
                  <a:srgbClr val="333333"/>
                </a:solidFill>
                <a:latin typeface="Arial"/>
              </a:rPr>
              <a:t> </a:t>
            </a:r>
            <a:r>
              <a:rPr sz="1250" b="0" i="0" dirty="0" err="1">
                <a:solidFill>
                  <a:srgbClr val="333333"/>
                </a:solidFill>
                <a:latin typeface="Arial"/>
              </a:rPr>
              <a:t>cinco</a:t>
            </a:r>
            <a:r>
              <a:rPr sz="1250" b="0" i="0" dirty="0">
                <a:solidFill>
                  <a:srgbClr val="333333"/>
                </a:solidFill>
                <a:latin typeface="Arial"/>
              </a:rPr>
              <a:t> puntos </a:t>
            </a:r>
            <a:r>
              <a:rPr sz="1250" b="0" i="0" dirty="0" err="1">
                <a:solidFill>
                  <a:srgbClr val="333333"/>
                </a:solidFill>
                <a:latin typeface="Arial"/>
              </a:rPr>
              <a:t>confirma</a:t>
            </a:r>
            <a:r>
              <a:rPr sz="1250" b="0" i="0" dirty="0">
                <a:solidFill>
                  <a:srgbClr val="333333"/>
                </a:solidFill>
                <a:latin typeface="Arial"/>
              </a:rPr>
              <a:t> </a:t>
            </a:r>
            <a:r>
              <a:rPr sz="1250" b="0" i="0" dirty="0" err="1">
                <a:solidFill>
                  <a:srgbClr val="333333"/>
                </a:solidFill>
                <a:latin typeface="Arial"/>
              </a:rPr>
              <a:t>que</a:t>
            </a:r>
            <a:r>
              <a:rPr sz="1250" b="0" i="0" dirty="0">
                <a:solidFill>
                  <a:srgbClr val="333333"/>
                </a:solidFill>
                <a:latin typeface="Arial"/>
              </a:rPr>
              <a:t> </a:t>
            </a:r>
            <a:r>
              <a:rPr sz="1250" b="0" i="0" dirty="0" err="1">
                <a:solidFill>
                  <a:srgbClr val="333333"/>
                </a:solidFill>
                <a:latin typeface="Arial"/>
              </a:rPr>
              <a:t>incluso</a:t>
            </a:r>
            <a:r>
              <a:rPr sz="1250" b="0" i="0" dirty="0">
                <a:solidFill>
                  <a:srgbClr val="333333"/>
                </a:solidFill>
                <a:latin typeface="Arial"/>
              </a:rPr>
              <a:t> a 125 MHz</a:t>
            </a:r>
          </a:p>
          <a:p>
            <a:pPr algn="l"/>
            <a:endParaRPr sz="1250" b="0" i="0" dirty="0">
              <a:solidFill>
                <a:srgbClr val="333333"/>
              </a:solidFill>
              <a:latin typeface="Arial"/>
            </a:endParaRPr>
          </a:p>
        </p:txBody>
      </p:sp>
      <p:pic>
        <p:nvPicPr>
          <p:cNvPr id="9" name="Picture 8" descr="image68.png"/>
          <p:cNvPicPr>
            <a:picLocks noChangeAspect="1"/>
          </p:cNvPicPr>
          <p:nvPr/>
        </p:nvPicPr>
        <p:blipFill>
          <a:blip r:embed="rId2"/>
          <a:stretch>
            <a:fillRect/>
          </a:stretch>
        </p:blipFill>
        <p:spPr>
          <a:xfrm>
            <a:off x="6629400" y="1237029"/>
            <a:ext cx="4050792" cy="1531970"/>
          </a:xfrm>
          <a:prstGeom prst="rect">
            <a:avLst/>
          </a:prstGeom>
          <a:ln w="9525">
            <a:solidFill>
              <a:srgbClr val="CCCCCC"/>
            </a:solidFill>
          </a:ln>
        </p:spPr>
      </p:pic>
      <p:sp>
        <p:nvSpPr>
          <p:cNvPr id="10" name="TextBox 9"/>
          <p:cNvSpPr txBox="1"/>
          <p:nvPr/>
        </p:nvSpPr>
        <p:spPr>
          <a:xfrm>
            <a:off x="6629400" y="2768999"/>
            <a:ext cx="5184648" cy="219456"/>
          </a:xfrm>
          <a:prstGeom prst="rect">
            <a:avLst/>
          </a:prstGeom>
          <a:noFill/>
        </p:spPr>
        <p:txBody>
          <a:bodyPr wrap="square" lIns="18288" tIns="9144" rIns="18288" bIns="9144" anchor="t">
            <a:spAutoFit/>
          </a:bodyPr>
          <a:lstStyle/>
          <a:p>
            <a:pPr algn="l"/>
            <a:r>
              <a:rPr sz="1000" b="0" i="1" dirty="0">
                <a:solidFill>
                  <a:srgbClr val="707070"/>
                </a:solidFill>
                <a:latin typeface="Arial"/>
              </a:rPr>
              <a:t>ppa_sweep.sh — un solo script </a:t>
            </a:r>
            <a:r>
              <a:rPr sz="1000" b="0" i="1" dirty="0" err="1">
                <a:solidFill>
                  <a:srgbClr val="707070"/>
                </a:solidFill>
                <a:latin typeface="Arial"/>
              </a:rPr>
              <a:t>itera</a:t>
            </a:r>
            <a:r>
              <a:rPr sz="1000" b="0" i="1" dirty="0">
                <a:solidFill>
                  <a:srgbClr val="707070"/>
                </a:solidFill>
                <a:latin typeface="Arial"/>
              </a:rPr>
              <a:t> </a:t>
            </a:r>
            <a:r>
              <a:rPr sz="1000" b="0" i="1" dirty="0" err="1">
                <a:solidFill>
                  <a:srgbClr val="707070"/>
                </a:solidFill>
                <a:latin typeface="Arial"/>
              </a:rPr>
              <a:t>los</a:t>
            </a:r>
            <a:r>
              <a:rPr sz="1000" b="0" i="1" dirty="0">
                <a:solidFill>
                  <a:srgbClr val="707070"/>
                </a:solidFill>
                <a:latin typeface="Arial"/>
              </a:rPr>
              <a:t> </a:t>
            </a:r>
            <a:r>
              <a:rPr sz="1000" b="0" i="1" dirty="0" err="1">
                <a:solidFill>
                  <a:srgbClr val="707070"/>
                </a:solidFill>
                <a:latin typeface="Arial"/>
              </a:rPr>
              <a:t>cinco</a:t>
            </a:r>
            <a:r>
              <a:rPr sz="1000" b="0" i="1" dirty="0">
                <a:solidFill>
                  <a:srgbClr val="707070"/>
                </a:solidFill>
                <a:latin typeface="Arial"/>
              </a:rPr>
              <a:t> </a:t>
            </a:r>
            <a:r>
              <a:rPr sz="1000" b="0" i="1" dirty="0" err="1">
                <a:solidFill>
                  <a:srgbClr val="707070"/>
                </a:solidFill>
                <a:latin typeface="Arial"/>
              </a:rPr>
              <a:t>periodos</a:t>
            </a:r>
            <a:endParaRPr sz="1000" b="0" i="1" dirty="0">
              <a:solidFill>
                <a:srgbClr val="707070"/>
              </a:solidFill>
              <a:latin typeface="Arial"/>
            </a:endParaRPr>
          </a:p>
        </p:txBody>
      </p:sp>
      <p:pic>
        <p:nvPicPr>
          <p:cNvPr id="11" name="Picture 10" descr="image113.png"/>
          <p:cNvPicPr>
            <a:picLocks noChangeAspect="1"/>
          </p:cNvPicPr>
          <p:nvPr/>
        </p:nvPicPr>
        <p:blipFill>
          <a:blip r:embed="rId3"/>
          <a:stretch>
            <a:fillRect/>
          </a:stretch>
        </p:blipFill>
        <p:spPr>
          <a:xfrm>
            <a:off x="6629400" y="2959419"/>
            <a:ext cx="5111496" cy="3160609"/>
          </a:xfrm>
          <a:prstGeom prst="rect">
            <a:avLst/>
          </a:prstGeom>
          <a:ln w="9525">
            <a:solidFill>
              <a:srgbClr val="CCCCCC"/>
            </a:solidFill>
          </a:ln>
        </p:spPr>
      </p:pic>
      <p:sp>
        <p:nvSpPr>
          <p:cNvPr id="12" name="TextBox 11"/>
          <p:cNvSpPr txBox="1"/>
          <p:nvPr/>
        </p:nvSpPr>
        <p:spPr>
          <a:xfrm>
            <a:off x="6623304" y="6120028"/>
            <a:ext cx="5184648" cy="219456"/>
          </a:xfrm>
          <a:prstGeom prst="rect">
            <a:avLst/>
          </a:prstGeom>
          <a:noFill/>
        </p:spPr>
        <p:txBody>
          <a:bodyPr wrap="square" lIns="18288" tIns="9144" rIns="18288" bIns="9144" anchor="t">
            <a:spAutoFit/>
          </a:bodyPr>
          <a:lstStyle/>
          <a:p>
            <a:pPr algn="l"/>
            <a:r>
              <a:rPr sz="1000" b="0" i="1" dirty="0" err="1">
                <a:solidFill>
                  <a:srgbClr val="707070"/>
                </a:solidFill>
                <a:latin typeface="Arial"/>
              </a:rPr>
              <a:t>Frecuencia</a:t>
            </a:r>
            <a:r>
              <a:rPr sz="1000" b="0" i="1" dirty="0">
                <a:solidFill>
                  <a:srgbClr val="707070"/>
                </a:solidFill>
                <a:latin typeface="Arial"/>
              </a:rPr>
              <a:t> </a:t>
            </a:r>
            <a:r>
              <a:rPr sz="1000" b="0" i="1" dirty="0" err="1">
                <a:solidFill>
                  <a:srgbClr val="707070"/>
                </a:solidFill>
                <a:latin typeface="Arial"/>
              </a:rPr>
              <a:t>objetivo</a:t>
            </a:r>
            <a:r>
              <a:rPr sz="1000" b="0" i="1" dirty="0">
                <a:solidFill>
                  <a:srgbClr val="707070"/>
                </a:solidFill>
                <a:latin typeface="Arial"/>
              </a:rPr>
              <a:t> vs. </a:t>
            </a:r>
            <a:r>
              <a:rPr sz="1000" b="0" i="1" dirty="0" err="1">
                <a:solidFill>
                  <a:srgbClr val="707070"/>
                </a:solidFill>
                <a:latin typeface="Arial"/>
              </a:rPr>
              <a:t>frecuencia</a:t>
            </a:r>
            <a:r>
              <a:rPr sz="1000" b="0" i="1" dirty="0">
                <a:solidFill>
                  <a:srgbClr val="707070"/>
                </a:solidFill>
                <a:latin typeface="Arial"/>
              </a:rPr>
              <a:t> real </a:t>
            </a:r>
            <a:r>
              <a:rPr sz="1000" b="0" i="1" dirty="0" err="1">
                <a:solidFill>
                  <a:srgbClr val="707070"/>
                </a:solidFill>
                <a:latin typeface="Arial"/>
              </a:rPr>
              <a:t>alcanzada</a:t>
            </a:r>
            <a:endParaRPr sz="1000" b="0" i="1" dirty="0">
              <a:solidFill>
                <a:srgbClr val="707070"/>
              </a:solidFill>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Corrección de PDK</a:t>
            </a:r>
          </a:p>
        </p:txBody>
      </p:sp>
      <p:sp>
        <p:nvSpPr>
          <p:cNvPr id="3" name="Text Placeholder 2"/>
          <p:cNvSpPr>
            <a:spLocks noGrp="1"/>
          </p:cNvSpPr>
          <p:nvPr>
            <p:ph type="body" idx="1"/>
          </p:nvPr>
        </p:nvSpPr>
        <p:spPr/>
        <p:txBody>
          <a:bodyPr/>
          <a:lstStyle/>
          <a:p>
            <a:r>
              <a:t>Migración a una versión actualizada de Sky130 y re-ejecución del flujo completo</a:t>
            </a:r>
          </a:p>
        </p:txBody>
      </p:sp>
      <p:sp>
        <p:nvSpPr>
          <p:cNvPr id="4" name="TextBox 3"/>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Corrección</a:t>
            </a:r>
            <a:r>
              <a:rPr dirty="0"/>
              <a:t> de PDK — </a:t>
            </a:r>
            <a:r>
              <a:rPr dirty="0" err="1"/>
              <a:t>migración</a:t>
            </a:r>
            <a:endParaRPr dirty="0"/>
          </a:p>
        </p:txBody>
      </p:sp>
      <p:sp>
        <p:nvSpPr>
          <p:cNvPr id="3" name="Text Placeholder 2"/>
          <p:cNvSpPr>
            <a:spLocks noGrp="1"/>
          </p:cNvSpPr>
          <p:nvPr>
            <p:ph type="body" idx="1"/>
          </p:nvPr>
        </p:nvSpPr>
        <p:spPr/>
        <p:txBody>
          <a:bodyPr/>
          <a:lstStyle/>
          <a:p>
            <a:r>
              <a:rPr dirty="0" err="1"/>
              <a:t>Mismo</a:t>
            </a:r>
            <a:r>
              <a:rPr dirty="0"/>
              <a:t> RTL, </a:t>
            </a:r>
            <a:r>
              <a:rPr dirty="0" err="1"/>
              <a:t>mismo</a:t>
            </a:r>
            <a:r>
              <a:rPr dirty="0"/>
              <a:t> </a:t>
            </a:r>
            <a:r>
              <a:rPr dirty="0" err="1"/>
              <a:t>diseño</a:t>
            </a:r>
            <a:r>
              <a:rPr dirty="0"/>
              <a:t>, PDK </a:t>
            </a:r>
            <a:r>
              <a:rPr dirty="0" err="1"/>
              <a:t>nuev</a:t>
            </a:r>
            <a:r>
              <a:rPr lang="es-MX" dirty="0"/>
              <a:t>o</a:t>
            </a:r>
            <a:endParaRPr dirty="0"/>
          </a:p>
        </p:txBody>
      </p:sp>
      <p:sp>
        <p:nvSpPr>
          <p:cNvPr id="4" name="Text Placeholder 3"/>
          <p:cNvSpPr>
            <a:spLocks noGrp="1"/>
          </p:cNvSpPr>
          <p:nvPr>
            <p:ph type="body" idx="2"/>
          </p:nvPr>
        </p:nvSpPr>
        <p:spPr>
          <a:xfrm>
            <a:off x="384048" y="1216152"/>
            <a:ext cx="5760720" cy="4297680"/>
          </a:xfrm>
        </p:spPr>
        <p:txBody>
          <a:bodyPr wrap="square"/>
          <a:lstStyle/>
          <a:p>
            <a:r>
              <a:rPr sz="1350" b="1" dirty="0"/>
              <a:t>Por </a:t>
            </a:r>
            <a:r>
              <a:rPr sz="1350" b="1" dirty="0" err="1"/>
              <a:t>qué</a:t>
            </a:r>
            <a:r>
              <a:rPr sz="1350" b="1" dirty="0"/>
              <a:t> </a:t>
            </a:r>
            <a:r>
              <a:rPr sz="1350" b="1" dirty="0" err="1"/>
              <a:t>cambi</a:t>
            </a:r>
            <a:r>
              <a:rPr lang="es-MX" sz="1350" b="1" dirty="0"/>
              <a:t>o el </a:t>
            </a:r>
            <a:r>
              <a:rPr sz="1350" b="1" dirty="0"/>
              <a:t>PDK</a:t>
            </a:r>
          </a:p>
          <a:p>
            <a:pPr lvl="1"/>
            <a:r>
              <a:rPr sz="1150" b="0" dirty="0"/>
              <a:t>El PDK original </a:t>
            </a:r>
            <a:r>
              <a:rPr sz="1150" b="0" dirty="0" err="1"/>
              <a:t>arrastraba</a:t>
            </a:r>
            <a:r>
              <a:rPr sz="1150" b="0" dirty="0"/>
              <a:t> </a:t>
            </a:r>
            <a:r>
              <a:rPr sz="1150" b="0" dirty="0" err="1"/>
              <a:t>errores</a:t>
            </a:r>
            <a:r>
              <a:rPr sz="1150" b="0" dirty="0"/>
              <a:t> </a:t>
            </a:r>
            <a:r>
              <a:rPr lang="es-MX" sz="1150" b="0" dirty="0"/>
              <a:t>muy sensibles como la falta de voltaje y </a:t>
            </a:r>
            <a:r>
              <a:rPr lang="es-MX" sz="1150" b="0" dirty="0" err="1"/>
              <a:t>gnd</a:t>
            </a:r>
            <a:r>
              <a:rPr lang="es-MX" sz="1150" b="0" dirty="0"/>
              <a:t> </a:t>
            </a:r>
            <a:endParaRPr sz="1150" b="0" dirty="0"/>
          </a:p>
          <a:p>
            <a:pPr lvl="1"/>
            <a:r>
              <a:rPr sz="1150" b="0" dirty="0"/>
              <a:t>Se </a:t>
            </a:r>
            <a:r>
              <a:rPr lang="es-MX" sz="1150" b="0" dirty="0"/>
              <a:t>nos dio </a:t>
            </a:r>
            <a:r>
              <a:rPr sz="1150" b="0" dirty="0" err="1"/>
              <a:t>una</a:t>
            </a:r>
            <a:r>
              <a:rPr sz="1150" b="0" dirty="0"/>
              <a:t> </a:t>
            </a:r>
            <a:r>
              <a:rPr sz="1150" b="0" dirty="0" err="1"/>
              <a:t>versión</a:t>
            </a:r>
            <a:r>
              <a:rPr sz="1150" b="0" dirty="0"/>
              <a:t> </a:t>
            </a:r>
            <a:r>
              <a:rPr sz="1150" b="0" dirty="0" err="1"/>
              <a:t>actualizada</a:t>
            </a:r>
            <a:r>
              <a:rPr sz="1150" b="0" dirty="0"/>
              <a:t> del PDK Sky130, </a:t>
            </a:r>
            <a:r>
              <a:rPr sz="1150" b="0" dirty="0" err="1"/>
              <a:t>así</a:t>
            </a:r>
            <a:r>
              <a:rPr sz="1150" b="0" dirty="0"/>
              <a:t> </a:t>
            </a:r>
            <a:r>
              <a:rPr sz="1150" b="0" dirty="0" err="1"/>
              <a:t>que</a:t>
            </a:r>
            <a:r>
              <a:rPr sz="1150" b="0" dirty="0"/>
              <a:t> </a:t>
            </a:r>
            <a:r>
              <a:rPr sz="1150" b="0" dirty="0" err="1"/>
              <a:t>rehice</a:t>
            </a:r>
            <a:r>
              <a:rPr sz="1150" b="0" dirty="0"/>
              <a:t> el </a:t>
            </a:r>
            <a:r>
              <a:rPr sz="1150" b="0" dirty="0" err="1"/>
              <a:t>flujo</a:t>
            </a:r>
            <a:r>
              <a:rPr sz="1150" b="0" dirty="0"/>
              <a:t> </a:t>
            </a:r>
            <a:r>
              <a:rPr sz="1150" b="0" dirty="0" err="1"/>
              <a:t>desde</a:t>
            </a:r>
            <a:r>
              <a:rPr sz="1150" b="0" dirty="0"/>
              <a:t> cero con </a:t>
            </a:r>
            <a:r>
              <a:rPr sz="1150" b="0" dirty="0" err="1"/>
              <a:t>ella</a:t>
            </a:r>
            <a:r>
              <a:rPr sz="1150" b="0" dirty="0"/>
              <a:t>.</a:t>
            </a:r>
          </a:p>
          <a:p>
            <a:r>
              <a:rPr sz="1350" b="1" dirty="0" err="1"/>
              <a:t>Cómo</a:t>
            </a:r>
            <a:r>
              <a:rPr sz="1350" b="1" dirty="0"/>
              <a:t> </a:t>
            </a:r>
            <a:r>
              <a:rPr sz="1350" b="1" dirty="0" err="1"/>
              <a:t>preparé</a:t>
            </a:r>
            <a:r>
              <a:rPr sz="1350" b="1" dirty="0"/>
              <a:t> el </a:t>
            </a:r>
            <a:r>
              <a:rPr sz="1350" b="1" dirty="0" err="1"/>
              <a:t>entorno</a:t>
            </a:r>
            <a:endParaRPr sz="1350" b="1" dirty="0"/>
          </a:p>
          <a:p>
            <a:pPr lvl="1"/>
            <a:r>
              <a:rPr sz="1150" b="0" dirty="0" err="1"/>
              <a:t>Partí</a:t>
            </a:r>
            <a:r>
              <a:rPr sz="1150" b="0" dirty="0"/>
              <a:t> de la </a:t>
            </a:r>
            <a:r>
              <a:rPr sz="1150" b="0" dirty="0" err="1"/>
              <a:t>plantilla</a:t>
            </a:r>
            <a:r>
              <a:rPr sz="1150" b="0" dirty="0"/>
              <a:t> del </a:t>
            </a:r>
            <a:r>
              <a:rPr sz="1150" b="0" dirty="0" err="1"/>
              <a:t>curso</a:t>
            </a:r>
            <a:r>
              <a:rPr sz="1150" b="0" dirty="0"/>
              <a:t> (04_full_cpu_project) y </a:t>
            </a:r>
            <a:r>
              <a:rPr sz="1150" b="0" dirty="0" err="1"/>
              <a:t>guardé</a:t>
            </a:r>
            <a:r>
              <a:rPr sz="1150" b="0" dirty="0"/>
              <a:t> </a:t>
            </a:r>
            <a:r>
              <a:rPr sz="1150" b="0" dirty="0" err="1"/>
              <a:t>su</a:t>
            </a:r>
            <a:r>
              <a:rPr sz="1150" b="0" dirty="0"/>
              <a:t> RTL de </a:t>
            </a:r>
            <a:r>
              <a:rPr sz="1150" b="0" dirty="0" err="1"/>
              <a:t>referencia</a:t>
            </a:r>
            <a:r>
              <a:rPr sz="1150" b="0" dirty="0"/>
              <a:t> </a:t>
            </a:r>
            <a:r>
              <a:rPr sz="1150" b="0" dirty="0" err="1"/>
              <a:t>en</a:t>
            </a:r>
            <a:r>
              <a:rPr sz="1150" b="0" dirty="0"/>
              <a:t> _</a:t>
            </a:r>
            <a:r>
              <a:rPr sz="1150" b="0" dirty="0" err="1"/>
              <a:t>generic_reference</a:t>
            </a:r>
            <a:r>
              <a:rPr sz="1150" b="0" dirty="0"/>
              <a:t> </a:t>
            </a:r>
            <a:r>
              <a:rPr lang="es-MX" sz="1150" b="0" dirty="0"/>
              <a:t>como un </a:t>
            </a:r>
            <a:r>
              <a:rPr lang="es-MX" sz="1150" b="0" dirty="0" err="1"/>
              <a:t>backup</a:t>
            </a:r>
            <a:r>
              <a:rPr sz="1150" b="0" dirty="0"/>
              <a:t>.</a:t>
            </a:r>
          </a:p>
          <a:p>
            <a:pPr lvl="1"/>
            <a:r>
              <a:rPr sz="1150" b="0" dirty="0" err="1"/>
              <a:t>Copié</a:t>
            </a:r>
            <a:r>
              <a:rPr sz="1150" b="0" dirty="0"/>
              <a:t> mis 10 </a:t>
            </a:r>
            <a:r>
              <a:rPr sz="1150" b="0" dirty="0" err="1"/>
              <a:t>módulos</a:t>
            </a:r>
            <a:r>
              <a:rPr sz="1150" b="0" dirty="0"/>
              <a:t> Verilog a </a:t>
            </a:r>
            <a:r>
              <a:rPr sz="1150" b="0" dirty="0" err="1"/>
              <a:t>rtl</a:t>
            </a:r>
            <a:r>
              <a:rPr sz="1150" b="0" dirty="0"/>
              <a:t>/ y mis testbenches a sim/.</a:t>
            </a:r>
          </a:p>
          <a:p>
            <a:pPr lvl="1"/>
            <a:r>
              <a:rPr sz="1150" b="0" dirty="0" err="1"/>
              <a:t>Adapté</a:t>
            </a:r>
            <a:r>
              <a:rPr sz="1150" b="0" dirty="0"/>
              <a:t> </a:t>
            </a:r>
            <a:r>
              <a:rPr sz="1150" b="0" dirty="0" err="1"/>
              <a:t>dc.tcl</a:t>
            </a:r>
            <a:r>
              <a:rPr sz="1150" b="0" dirty="0"/>
              <a:t> y </a:t>
            </a:r>
            <a:r>
              <a:rPr sz="1150" b="0" dirty="0" err="1"/>
              <a:t>signal_io.constraints</a:t>
            </a:r>
            <a:r>
              <a:rPr sz="1150" b="0" dirty="0"/>
              <a:t>, </a:t>
            </a:r>
            <a:r>
              <a:rPr sz="1150" b="0" dirty="0" err="1"/>
              <a:t>que</a:t>
            </a:r>
            <a:r>
              <a:rPr sz="1150" b="0" dirty="0"/>
              <a:t> </a:t>
            </a:r>
            <a:r>
              <a:rPr sz="1150" b="0" dirty="0" err="1"/>
              <a:t>estaban</a:t>
            </a:r>
            <a:r>
              <a:rPr sz="1150" b="0" dirty="0"/>
              <a:t> </a:t>
            </a:r>
            <a:r>
              <a:rPr sz="1150" b="0" dirty="0" err="1"/>
              <a:t>escritos</a:t>
            </a:r>
            <a:r>
              <a:rPr sz="1150" b="0" dirty="0"/>
              <a:t> para el CPU de la </a:t>
            </a:r>
            <a:r>
              <a:rPr sz="1150" b="0" dirty="0" err="1"/>
              <a:t>plantilla</a:t>
            </a:r>
            <a:r>
              <a:rPr sz="1150" b="0" dirty="0"/>
              <a:t>, para </a:t>
            </a:r>
            <a:r>
              <a:rPr sz="1150" b="0" dirty="0" err="1"/>
              <a:t>que</a:t>
            </a:r>
            <a:r>
              <a:rPr sz="1150" b="0" dirty="0"/>
              <a:t> </a:t>
            </a:r>
            <a:r>
              <a:rPr sz="1150" b="0" dirty="0" err="1"/>
              <a:t>apuntaran</a:t>
            </a:r>
            <a:r>
              <a:rPr sz="1150" b="0" dirty="0"/>
              <a:t> a microrv8_system.</a:t>
            </a:r>
          </a:p>
          <a:p>
            <a:pPr lvl="1"/>
            <a:r>
              <a:rPr sz="1150" b="0" dirty="0" err="1"/>
              <a:t>Guardé</a:t>
            </a:r>
            <a:r>
              <a:rPr sz="1150" b="0" dirty="0"/>
              <a:t> backups .</a:t>
            </a:r>
            <a:r>
              <a:rPr sz="1150" b="0" dirty="0" err="1"/>
              <a:t>generic_backup</a:t>
            </a:r>
            <a:r>
              <a:rPr sz="1150" b="0" dirty="0"/>
              <a:t> de </a:t>
            </a:r>
            <a:r>
              <a:rPr sz="1150" b="0" dirty="0" err="1"/>
              <a:t>cada</a:t>
            </a:r>
            <a:r>
              <a:rPr sz="1150" b="0" dirty="0"/>
              <a:t> script </a:t>
            </a:r>
            <a:r>
              <a:rPr sz="1150" b="0" dirty="0" err="1"/>
              <a:t>modificado</a:t>
            </a:r>
            <a:r>
              <a:rPr sz="1150" b="0" dirty="0"/>
              <a:t>.</a:t>
            </a:r>
          </a:p>
          <a:p>
            <a:r>
              <a:rPr sz="1350" b="1" dirty="0"/>
              <a:t>Lo primero </a:t>
            </a:r>
            <a:r>
              <a:rPr sz="1350" b="1" dirty="0" err="1"/>
              <a:t>que</a:t>
            </a:r>
            <a:r>
              <a:rPr sz="1350" b="1" dirty="0"/>
              <a:t> </a:t>
            </a:r>
            <a:r>
              <a:rPr sz="1350" b="1" dirty="0" err="1"/>
              <a:t>verifiqué</a:t>
            </a:r>
            <a:endParaRPr sz="1350" b="1" dirty="0"/>
          </a:p>
          <a:p>
            <a:pPr lvl="1"/>
            <a:r>
              <a:rPr sz="1150" b="0" dirty="0" err="1"/>
              <a:t>Recompilar</a:t>
            </a:r>
            <a:r>
              <a:rPr sz="1150" b="0" dirty="0"/>
              <a:t> con VCS y </a:t>
            </a:r>
            <a:r>
              <a:rPr sz="1150" b="0" dirty="0" err="1"/>
              <a:t>volver</a:t>
            </a:r>
            <a:r>
              <a:rPr sz="1150" b="0" dirty="0"/>
              <a:t> a </a:t>
            </a:r>
            <a:r>
              <a:rPr sz="1150" b="0" dirty="0" err="1"/>
              <a:t>abrir</a:t>
            </a:r>
            <a:r>
              <a:rPr sz="1150" b="0" dirty="0"/>
              <a:t> la waveform </a:t>
            </a:r>
            <a:r>
              <a:rPr sz="1150" b="0" dirty="0" err="1"/>
              <a:t>en</a:t>
            </a:r>
            <a:r>
              <a:rPr sz="1150" b="0" dirty="0"/>
              <a:t> Verdi: </a:t>
            </a:r>
            <a:r>
              <a:rPr sz="1150" b="0" dirty="0" err="1"/>
              <a:t>si</a:t>
            </a:r>
            <a:r>
              <a:rPr sz="1150" b="0" dirty="0"/>
              <a:t> el RTL no </a:t>
            </a:r>
            <a:r>
              <a:rPr sz="1150" b="0" dirty="0" err="1"/>
              <a:t>simula</a:t>
            </a:r>
            <a:r>
              <a:rPr sz="1150" b="0" dirty="0"/>
              <a:t> </a:t>
            </a:r>
            <a:r>
              <a:rPr sz="1150" b="0" dirty="0" err="1"/>
              <a:t>igual</a:t>
            </a:r>
            <a:r>
              <a:rPr sz="1150" b="0" dirty="0"/>
              <a:t>, no </a:t>
            </a:r>
            <a:r>
              <a:rPr sz="1150" b="0" dirty="0" err="1"/>
              <a:t>tiene</a:t>
            </a:r>
            <a:r>
              <a:rPr sz="1150" b="0" dirty="0"/>
              <a:t> </a:t>
            </a:r>
            <a:r>
              <a:rPr sz="1150" b="0" dirty="0" err="1"/>
              <a:t>sentido</a:t>
            </a:r>
            <a:r>
              <a:rPr sz="1150" b="0" dirty="0"/>
              <a:t> </a:t>
            </a:r>
            <a:r>
              <a:rPr sz="1150" b="0" dirty="0" err="1"/>
              <a:t>seguir</a:t>
            </a:r>
            <a:r>
              <a:rPr sz="1150" b="0" dirty="0"/>
              <a:t> </a:t>
            </a:r>
            <a:r>
              <a:rPr lang="es-MX" sz="1150" b="0" dirty="0"/>
              <a:t>por que algo raro o malo había pasado </a:t>
            </a:r>
            <a:endParaRPr sz="1150" b="0" dirty="0"/>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
        <p:nvSpPr>
          <p:cNvPr id="6" name="Rounded Rectangle 5"/>
          <p:cNvSpPr/>
          <p:nvPr/>
        </p:nvSpPr>
        <p:spPr>
          <a:xfrm>
            <a:off x="384048" y="5623560"/>
            <a:ext cx="5760720" cy="777240"/>
          </a:xfrm>
          <a:prstGeom prst="roundRect">
            <a:avLst>
              <a:gd name="adj" fmla="val 5000"/>
            </a:avLst>
          </a:prstGeom>
          <a:solidFill>
            <a:srgbClr val="F3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58368" y="5815584"/>
            <a:ext cx="5212080" cy="403187"/>
          </a:xfrm>
          <a:prstGeom prst="rect">
            <a:avLst/>
          </a:prstGeom>
          <a:noFill/>
        </p:spPr>
        <p:txBody>
          <a:bodyPr wrap="square" lIns="18288" tIns="9144" rIns="18288" bIns="9144" anchor="t">
            <a:spAutoFit/>
          </a:bodyPr>
          <a:lstStyle/>
          <a:p>
            <a:pPr algn="l"/>
            <a:r>
              <a:rPr sz="1250" b="0" i="0" dirty="0">
                <a:solidFill>
                  <a:srgbClr val="333333"/>
                </a:solidFill>
                <a:latin typeface="Arial"/>
              </a:rPr>
              <a:t>Lo bueno de </a:t>
            </a:r>
            <a:r>
              <a:rPr sz="1250" b="0" i="0" dirty="0" err="1">
                <a:solidFill>
                  <a:srgbClr val="333333"/>
                </a:solidFill>
                <a:latin typeface="Arial"/>
              </a:rPr>
              <a:t>haber</a:t>
            </a:r>
            <a:r>
              <a:rPr sz="1250" b="0" i="0" dirty="0">
                <a:solidFill>
                  <a:srgbClr val="333333"/>
                </a:solidFill>
                <a:latin typeface="Arial"/>
              </a:rPr>
              <a:t> </a:t>
            </a:r>
            <a:r>
              <a:rPr sz="1250" b="0" i="0" dirty="0" err="1">
                <a:solidFill>
                  <a:srgbClr val="333333"/>
                </a:solidFill>
                <a:latin typeface="Arial"/>
              </a:rPr>
              <a:t>escrito</a:t>
            </a:r>
            <a:r>
              <a:rPr sz="1250" b="0" i="0" dirty="0">
                <a:solidFill>
                  <a:srgbClr val="333333"/>
                </a:solidFill>
                <a:latin typeface="Arial"/>
              </a:rPr>
              <a:t> scripts </a:t>
            </a:r>
            <a:r>
              <a:rPr sz="1250" b="0" i="0" dirty="0" err="1">
                <a:solidFill>
                  <a:srgbClr val="333333"/>
                </a:solidFill>
                <a:latin typeface="Arial"/>
              </a:rPr>
              <a:t>en</a:t>
            </a:r>
            <a:r>
              <a:rPr sz="1250" b="0" i="0" dirty="0">
                <a:solidFill>
                  <a:srgbClr val="333333"/>
                </a:solidFill>
                <a:latin typeface="Arial"/>
              </a:rPr>
              <a:t> </a:t>
            </a:r>
            <a:r>
              <a:rPr sz="1250" b="0" i="0" dirty="0" err="1">
                <a:solidFill>
                  <a:srgbClr val="333333"/>
                </a:solidFill>
                <a:latin typeface="Arial"/>
              </a:rPr>
              <a:t>vez</a:t>
            </a:r>
            <a:r>
              <a:rPr sz="1250" b="0" i="0" dirty="0">
                <a:solidFill>
                  <a:srgbClr val="333333"/>
                </a:solidFill>
                <a:latin typeface="Arial"/>
              </a:rPr>
              <a:t> de </a:t>
            </a:r>
            <a:r>
              <a:rPr sz="1250" b="0" i="0" dirty="0" err="1">
                <a:solidFill>
                  <a:srgbClr val="333333"/>
                </a:solidFill>
                <a:latin typeface="Arial"/>
              </a:rPr>
              <a:t>trabajar</a:t>
            </a:r>
            <a:r>
              <a:rPr sz="1250" b="0" i="0" dirty="0">
                <a:solidFill>
                  <a:srgbClr val="333333"/>
                </a:solidFill>
                <a:latin typeface="Arial"/>
              </a:rPr>
              <a:t> a mano: </a:t>
            </a:r>
            <a:r>
              <a:rPr lang="es-MX" sz="1250" dirty="0">
                <a:solidFill>
                  <a:srgbClr val="333333"/>
                </a:solidFill>
              </a:rPr>
              <a:t>cambiar</a:t>
            </a:r>
            <a:r>
              <a:rPr sz="1250" b="0" i="0" dirty="0">
                <a:solidFill>
                  <a:srgbClr val="333333"/>
                </a:solidFill>
                <a:latin typeface="Arial"/>
              </a:rPr>
              <a:t> de PDK </a:t>
            </a:r>
            <a:r>
              <a:rPr sz="1250" b="0" i="0" dirty="0" err="1">
                <a:solidFill>
                  <a:srgbClr val="333333"/>
                </a:solidFill>
                <a:latin typeface="Arial"/>
              </a:rPr>
              <a:t>fue</a:t>
            </a:r>
            <a:r>
              <a:rPr sz="1250" b="0" i="0" dirty="0">
                <a:solidFill>
                  <a:srgbClr val="333333"/>
                </a:solidFill>
                <a:latin typeface="Arial"/>
              </a:rPr>
              <a:t> </a:t>
            </a:r>
            <a:r>
              <a:rPr sz="1250" b="0" i="0" dirty="0" err="1">
                <a:solidFill>
                  <a:srgbClr val="333333"/>
                </a:solidFill>
                <a:latin typeface="Arial"/>
              </a:rPr>
              <a:t>cambiar</a:t>
            </a:r>
            <a:r>
              <a:rPr sz="1250" b="0" i="0" dirty="0">
                <a:solidFill>
                  <a:srgbClr val="333333"/>
                </a:solidFill>
                <a:latin typeface="Arial"/>
              </a:rPr>
              <a:t> </a:t>
            </a:r>
            <a:r>
              <a:rPr sz="1250" b="0" i="0" dirty="0" err="1">
                <a:solidFill>
                  <a:srgbClr val="333333"/>
                </a:solidFill>
                <a:latin typeface="Arial"/>
              </a:rPr>
              <a:t>rutas</a:t>
            </a:r>
            <a:r>
              <a:rPr sz="1250" b="0" i="0" dirty="0">
                <a:solidFill>
                  <a:srgbClr val="333333"/>
                </a:solidFill>
                <a:latin typeface="Arial"/>
              </a:rPr>
              <a:t> y </a:t>
            </a:r>
            <a:r>
              <a:rPr sz="1250" b="0" i="0" dirty="0" err="1">
                <a:solidFill>
                  <a:srgbClr val="333333"/>
                </a:solidFill>
                <a:latin typeface="Arial"/>
              </a:rPr>
              <a:t>volver</a:t>
            </a:r>
            <a:r>
              <a:rPr sz="1250" b="0" i="0" dirty="0">
                <a:solidFill>
                  <a:srgbClr val="333333"/>
                </a:solidFill>
                <a:latin typeface="Arial"/>
              </a:rPr>
              <a:t> a </a:t>
            </a:r>
            <a:r>
              <a:rPr sz="1250" b="0" i="0" dirty="0" err="1">
                <a:solidFill>
                  <a:srgbClr val="333333"/>
                </a:solidFill>
                <a:latin typeface="Arial"/>
              </a:rPr>
              <a:t>lanzar</a:t>
            </a:r>
            <a:r>
              <a:rPr sz="1250" b="0" i="0" dirty="0">
                <a:solidFill>
                  <a:srgbClr val="333333"/>
                </a:solidFill>
                <a:latin typeface="Arial"/>
              </a:rPr>
              <a:t>, no </a:t>
            </a:r>
            <a:r>
              <a:rPr sz="1250" b="0" i="0" dirty="0" err="1">
                <a:solidFill>
                  <a:srgbClr val="333333"/>
                </a:solidFill>
                <a:latin typeface="Arial"/>
              </a:rPr>
              <a:t>rehacer</a:t>
            </a:r>
            <a:r>
              <a:rPr sz="1250" b="0" i="0" dirty="0">
                <a:solidFill>
                  <a:srgbClr val="333333"/>
                </a:solidFill>
                <a:latin typeface="Arial"/>
              </a:rPr>
              <a:t> el </a:t>
            </a:r>
            <a:r>
              <a:rPr sz="1250" b="0" i="0" dirty="0" err="1">
                <a:solidFill>
                  <a:srgbClr val="333333"/>
                </a:solidFill>
                <a:latin typeface="Arial"/>
              </a:rPr>
              <a:t>flujo</a:t>
            </a:r>
            <a:r>
              <a:rPr sz="1250" b="0" i="0" dirty="0">
                <a:solidFill>
                  <a:srgbClr val="333333"/>
                </a:solidFill>
                <a:latin typeface="Arial"/>
              </a:rPr>
              <a:t>.</a:t>
            </a:r>
          </a:p>
        </p:txBody>
      </p:sp>
      <p:pic>
        <p:nvPicPr>
          <p:cNvPr id="8" name="Picture 7" descr="image241.png"/>
          <p:cNvPicPr>
            <a:picLocks noChangeAspect="1"/>
          </p:cNvPicPr>
          <p:nvPr/>
        </p:nvPicPr>
        <p:blipFill>
          <a:blip r:embed="rId2"/>
          <a:stretch>
            <a:fillRect/>
          </a:stretch>
        </p:blipFill>
        <p:spPr>
          <a:xfrm>
            <a:off x="6355080" y="1604144"/>
            <a:ext cx="5458968" cy="1455150"/>
          </a:xfrm>
          <a:prstGeom prst="rect">
            <a:avLst/>
          </a:prstGeom>
          <a:ln w="9525">
            <a:solidFill>
              <a:srgbClr val="CCCCCC"/>
            </a:solidFill>
          </a:ln>
        </p:spPr>
      </p:pic>
      <p:sp>
        <p:nvSpPr>
          <p:cNvPr id="9" name="TextBox 8"/>
          <p:cNvSpPr txBox="1"/>
          <p:nvPr/>
        </p:nvSpPr>
        <p:spPr>
          <a:xfrm>
            <a:off x="6355080" y="5449824"/>
            <a:ext cx="5458968" cy="219456"/>
          </a:xfrm>
          <a:prstGeom prst="rect">
            <a:avLst/>
          </a:prstGeom>
          <a:noFill/>
        </p:spPr>
        <p:txBody>
          <a:bodyPr wrap="square" lIns="18288" tIns="9144" rIns="18288" bIns="9144" anchor="t">
            <a:spAutoFit/>
          </a:bodyPr>
          <a:lstStyle/>
          <a:p>
            <a:pPr algn="l"/>
            <a:r>
              <a:rPr sz="1000" b="0" i="1" dirty="0">
                <a:solidFill>
                  <a:srgbClr val="707070"/>
                </a:solidFill>
                <a:latin typeface="Arial"/>
              </a:rPr>
              <a:t>La </a:t>
            </a:r>
            <a:r>
              <a:rPr sz="1000" b="0" i="1" dirty="0" err="1">
                <a:solidFill>
                  <a:srgbClr val="707070"/>
                </a:solidFill>
                <a:latin typeface="Arial"/>
              </a:rPr>
              <a:t>simulación</a:t>
            </a:r>
            <a:r>
              <a:rPr sz="1000" b="0" i="1" dirty="0">
                <a:solidFill>
                  <a:srgbClr val="707070"/>
                </a:solidFill>
                <a:latin typeface="Arial"/>
              </a:rPr>
              <a:t> del </a:t>
            </a:r>
            <a:r>
              <a:rPr sz="1000" b="0" i="1" dirty="0" err="1">
                <a:solidFill>
                  <a:srgbClr val="707070"/>
                </a:solidFill>
                <a:latin typeface="Arial"/>
              </a:rPr>
              <a:t>sistema</a:t>
            </a:r>
            <a:r>
              <a:rPr sz="1000" b="0" i="1" dirty="0">
                <a:solidFill>
                  <a:srgbClr val="707070"/>
                </a:solidFill>
                <a:latin typeface="Arial"/>
              </a:rPr>
              <a:t> </a:t>
            </a:r>
            <a:r>
              <a:rPr sz="1000" b="0" i="1" dirty="0" err="1">
                <a:solidFill>
                  <a:srgbClr val="707070"/>
                </a:solidFill>
                <a:latin typeface="Arial"/>
              </a:rPr>
              <a:t>completo</a:t>
            </a:r>
            <a:r>
              <a:rPr sz="1000" b="0" i="1" dirty="0">
                <a:solidFill>
                  <a:srgbClr val="707070"/>
                </a:solidFill>
                <a:latin typeface="Arial"/>
              </a:rPr>
              <a:t> </a:t>
            </a:r>
            <a:r>
              <a:rPr sz="1000" b="0" i="1" dirty="0" err="1">
                <a:solidFill>
                  <a:srgbClr val="707070"/>
                </a:solidFill>
                <a:latin typeface="Arial"/>
              </a:rPr>
              <a:t>vuelve</a:t>
            </a:r>
            <a:r>
              <a:rPr sz="1000" b="0" i="1" dirty="0">
                <a:solidFill>
                  <a:srgbClr val="707070"/>
                </a:solidFill>
                <a:latin typeface="Arial"/>
              </a:rPr>
              <a:t> a </a:t>
            </a:r>
            <a:r>
              <a:rPr sz="1000" b="0" i="1" dirty="0" err="1">
                <a:solidFill>
                  <a:srgbClr val="707070"/>
                </a:solidFill>
                <a:latin typeface="Arial"/>
              </a:rPr>
              <a:t>correr</a:t>
            </a:r>
            <a:r>
              <a:rPr sz="1000" b="0" i="1" dirty="0">
                <a:solidFill>
                  <a:srgbClr val="707070"/>
                </a:solidFill>
                <a:latin typeface="Arial"/>
              </a:rPr>
              <a:t> </a:t>
            </a:r>
            <a:r>
              <a:rPr sz="1000" b="0" i="1" dirty="0" err="1">
                <a:solidFill>
                  <a:srgbClr val="707070"/>
                </a:solidFill>
                <a:latin typeface="Arial"/>
              </a:rPr>
              <a:t>en</a:t>
            </a:r>
            <a:r>
              <a:rPr sz="1000" b="0" i="1" dirty="0">
                <a:solidFill>
                  <a:srgbClr val="707070"/>
                </a:solidFill>
                <a:latin typeface="Arial"/>
              </a:rPr>
              <a:t> el </a:t>
            </a:r>
            <a:r>
              <a:rPr sz="1000" b="0" i="1" dirty="0" err="1">
                <a:solidFill>
                  <a:srgbClr val="707070"/>
                </a:solidFill>
                <a:latin typeface="Arial"/>
              </a:rPr>
              <a:t>entorno</a:t>
            </a:r>
            <a:r>
              <a:rPr sz="1000" b="0" i="1" dirty="0">
                <a:solidFill>
                  <a:srgbClr val="707070"/>
                </a:solidFill>
                <a:latin typeface="Arial"/>
              </a:rPr>
              <a:t> nuevo</a:t>
            </a:r>
          </a:p>
        </p:txBody>
      </p:sp>
      <p:pic>
        <p:nvPicPr>
          <p:cNvPr id="11" name="Imagen 10">
            <a:extLst>
              <a:ext uri="{FF2B5EF4-FFF2-40B4-BE49-F238E27FC236}">
                <a16:creationId xmlns:a16="http://schemas.microsoft.com/office/drawing/2014/main" id="{CC62EAE5-8B75-7F34-AEB5-62B33D6B9FA7}"/>
              </a:ext>
            </a:extLst>
          </p:cNvPr>
          <p:cNvPicPr>
            <a:picLocks noChangeAspect="1"/>
          </p:cNvPicPr>
          <p:nvPr/>
        </p:nvPicPr>
        <p:blipFill>
          <a:blip r:embed="rId3"/>
          <a:stretch>
            <a:fillRect/>
          </a:stretch>
        </p:blipFill>
        <p:spPr>
          <a:xfrm>
            <a:off x="6355080" y="3786960"/>
            <a:ext cx="5148073" cy="1596256"/>
          </a:xfrm>
          <a:prstGeom prst="rect">
            <a:avLst/>
          </a:prstGeom>
        </p:spPr>
      </p:pic>
      <p:sp>
        <p:nvSpPr>
          <p:cNvPr id="13" name="TextBox 8">
            <a:extLst>
              <a:ext uri="{FF2B5EF4-FFF2-40B4-BE49-F238E27FC236}">
                <a16:creationId xmlns:a16="http://schemas.microsoft.com/office/drawing/2014/main" id="{2276CA5C-F3F3-6AA7-657B-246415C8B9BD}"/>
              </a:ext>
            </a:extLst>
          </p:cNvPr>
          <p:cNvSpPr txBox="1"/>
          <p:nvPr/>
        </p:nvSpPr>
        <p:spPr>
          <a:xfrm>
            <a:off x="6348984" y="3145536"/>
            <a:ext cx="5458968" cy="172355"/>
          </a:xfrm>
          <a:prstGeom prst="rect">
            <a:avLst/>
          </a:prstGeom>
          <a:noFill/>
        </p:spPr>
        <p:txBody>
          <a:bodyPr wrap="square" lIns="18288" tIns="9144" rIns="18288" bIns="9144" anchor="t">
            <a:spAutoFit/>
          </a:bodyPr>
          <a:lstStyle/>
          <a:p>
            <a:pPr algn="l"/>
            <a:r>
              <a:rPr lang="es-MX" sz="1000" i="1" dirty="0" err="1">
                <a:solidFill>
                  <a:srgbClr val="707070"/>
                </a:solidFill>
              </a:rPr>
              <a:t>Waveform</a:t>
            </a:r>
            <a:endParaRPr sz="1000" b="0" i="1" dirty="0">
              <a:solidFill>
                <a:srgbClr val="707070"/>
              </a:solidFill>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Corrección de PDK — síntesis y layout</a:t>
            </a:r>
          </a:p>
        </p:txBody>
      </p:sp>
      <p:sp>
        <p:nvSpPr>
          <p:cNvPr id="3" name="Text Placeholder 2"/>
          <p:cNvSpPr>
            <a:spLocks noGrp="1"/>
          </p:cNvSpPr>
          <p:nvPr>
            <p:ph type="body" idx="1"/>
          </p:nvPr>
        </p:nvSpPr>
        <p:spPr/>
        <p:txBody>
          <a:bodyPr/>
          <a:lstStyle/>
          <a:p>
            <a:r>
              <a:t>Design Compiler e IC Compiler II corriendo el mismo diseño sobre el PDK actualizado</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pic>
        <p:nvPicPr>
          <p:cNvPr id="6" name="Picture 5" descr="image190.png"/>
          <p:cNvPicPr>
            <a:picLocks noChangeAspect="1"/>
          </p:cNvPicPr>
          <p:nvPr/>
        </p:nvPicPr>
        <p:blipFill>
          <a:blip r:embed="rId2"/>
          <a:stretch>
            <a:fillRect/>
          </a:stretch>
        </p:blipFill>
        <p:spPr>
          <a:xfrm>
            <a:off x="377952" y="1352491"/>
            <a:ext cx="3526536" cy="3942864"/>
          </a:xfrm>
          <a:prstGeom prst="rect">
            <a:avLst/>
          </a:prstGeom>
          <a:ln w="9525">
            <a:solidFill>
              <a:srgbClr val="CCCCCC"/>
            </a:solidFill>
          </a:ln>
        </p:spPr>
      </p:pic>
      <p:sp>
        <p:nvSpPr>
          <p:cNvPr id="7" name="TextBox 6"/>
          <p:cNvSpPr txBox="1"/>
          <p:nvPr/>
        </p:nvSpPr>
        <p:spPr>
          <a:xfrm>
            <a:off x="384047" y="5363768"/>
            <a:ext cx="4754880" cy="219456"/>
          </a:xfrm>
          <a:prstGeom prst="rect">
            <a:avLst/>
          </a:prstGeom>
          <a:noFill/>
        </p:spPr>
        <p:txBody>
          <a:bodyPr wrap="square" lIns="18288" tIns="9144" rIns="18288" bIns="9144" anchor="t">
            <a:spAutoFit/>
          </a:bodyPr>
          <a:lstStyle/>
          <a:p>
            <a:pPr algn="l"/>
            <a:r>
              <a:rPr sz="1000" b="0" i="1" dirty="0" err="1">
                <a:solidFill>
                  <a:srgbClr val="707070"/>
                </a:solidFill>
                <a:latin typeface="Arial"/>
              </a:rPr>
              <a:t>report_qor</a:t>
            </a:r>
            <a:r>
              <a:rPr sz="1000" b="0" i="1" dirty="0">
                <a:solidFill>
                  <a:srgbClr val="707070"/>
                </a:solidFill>
                <a:latin typeface="Arial"/>
              </a:rPr>
              <a:t> </a:t>
            </a:r>
            <a:r>
              <a:rPr sz="1000" b="0" i="1" dirty="0" err="1">
                <a:solidFill>
                  <a:srgbClr val="707070"/>
                </a:solidFill>
                <a:latin typeface="Arial"/>
              </a:rPr>
              <a:t>por</a:t>
            </a:r>
            <a:r>
              <a:rPr sz="1000" b="0" i="1" dirty="0">
                <a:solidFill>
                  <a:srgbClr val="707070"/>
                </a:solidFill>
                <a:latin typeface="Arial"/>
              </a:rPr>
              <a:t> timing path group </a:t>
            </a:r>
            <a:r>
              <a:rPr sz="1000" b="0" i="1" dirty="0" err="1">
                <a:solidFill>
                  <a:srgbClr val="707070"/>
                </a:solidFill>
                <a:latin typeface="Arial"/>
              </a:rPr>
              <a:t>tras</a:t>
            </a:r>
            <a:r>
              <a:rPr sz="1000" b="0" i="1" dirty="0">
                <a:solidFill>
                  <a:srgbClr val="707070"/>
                </a:solidFill>
                <a:latin typeface="Arial"/>
              </a:rPr>
              <a:t> </a:t>
            </a:r>
            <a:r>
              <a:rPr sz="1000" b="0" i="1" dirty="0" err="1">
                <a:solidFill>
                  <a:srgbClr val="707070"/>
                </a:solidFill>
                <a:latin typeface="Arial"/>
              </a:rPr>
              <a:t>compile_inc</a:t>
            </a:r>
            <a:endParaRPr sz="1000" b="0" i="1" dirty="0">
              <a:solidFill>
                <a:srgbClr val="707070"/>
              </a:solidFill>
              <a:latin typeface="Arial"/>
            </a:endParaRPr>
          </a:p>
        </p:txBody>
      </p:sp>
      <p:pic>
        <p:nvPicPr>
          <p:cNvPr id="10" name="Picture 9" descr="image69.png"/>
          <p:cNvPicPr>
            <a:picLocks noChangeAspect="1"/>
          </p:cNvPicPr>
          <p:nvPr/>
        </p:nvPicPr>
        <p:blipFill>
          <a:blip r:embed="rId3"/>
          <a:stretch>
            <a:fillRect/>
          </a:stretch>
        </p:blipFill>
        <p:spPr>
          <a:xfrm>
            <a:off x="4215383" y="1352490"/>
            <a:ext cx="3998755" cy="3942863"/>
          </a:xfrm>
          <a:prstGeom prst="rect">
            <a:avLst/>
          </a:prstGeom>
          <a:ln w="9525">
            <a:solidFill>
              <a:srgbClr val="CCCCCC"/>
            </a:solidFill>
          </a:ln>
        </p:spPr>
      </p:pic>
      <p:sp>
        <p:nvSpPr>
          <p:cNvPr id="11" name="TextBox 10"/>
          <p:cNvSpPr txBox="1"/>
          <p:nvPr/>
        </p:nvSpPr>
        <p:spPr>
          <a:xfrm>
            <a:off x="4215383" y="5387438"/>
            <a:ext cx="3154680" cy="219456"/>
          </a:xfrm>
          <a:prstGeom prst="rect">
            <a:avLst/>
          </a:prstGeom>
          <a:noFill/>
        </p:spPr>
        <p:txBody>
          <a:bodyPr wrap="square" lIns="18288" tIns="9144" rIns="18288" bIns="9144" anchor="t">
            <a:spAutoFit/>
          </a:bodyPr>
          <a:lstStyle/>
          <a:p>
            <a:pPr algn="l"/>
            <a:r>
              <a:rPr sz="1000" b="0" i="1" dirty="0">
                <a:solidFill>
                  <a:srgbClr val="707070"/>
                </a:solidFill>
                <a:latin typeface="Arial"/>
              </a:rPr>
              <a:t>Layout final: </a:t>
            </a:r>
            <a:r>
              <a:rPr sz="1000" b="0" i="1" dirty="0" err="1">
                <a:solidFill>
                  <a:srgbClr val="707070"/>
                </a:solidFill>
                <a:latin typeface="Arial"/>
              </a:rPr>
              <a:t>bloque</a:t>
            </a:r>
            <a:r>
              <a:rPr sz="1000" b="0" i="1" dirty="0">
                <a:solidFill>
                  <a:srgbClr val="707070"/>
                </a:solidFill>
                <a:latin typeface="Arial"/>
              </a:rPr>
              <a:t> </a:t>
            </a:r>
            <a:r>
              <a:rPr sz="1000" b="0" i="1" dirty="0" err="1">
                <a:solidFill>
                  <a:srgbClr val="707070"/>
                </a:solidFill>
                <a:latin typeface="Arial"/>
              </a:rPr>
              <a:t>chip_finish</a:t>
            </a:r>
            <a:r>
              <a:rPr sz="1000" b="0" i="1" dirty="0">
                <a:solidFill>
                  <a:srgbClr val="707070"/>
                </a:solidFill>
                <a:latin typeface="Arial"/>
              </a:rPr>
              <a:t> </a:t>
            </a:r>
            <a:r>
              <a:rPr sz="1000" b="0" i="1" dirty="0" err="1">
                <a:solidFill>
                  <a:srgbClr val="707070"/>
                </a:solidFill>
                <a:latin typeface="Arial"/>
              </a:rPr>
              <a:t>en</a:t>
            </a:r>
            <a:r>
              <a:rPr sz="1000" b="0" i="1" dirty="0">
                <a:solidFill>
                  <a:srgbClr val="707070"/>
                </a:solidFill>
                <a:latin typeface="Arial"/>
              </a:rPr>
              <a:t> ICC2</a:t>
            </a:r>
          </a:p>
        </p:txBody>
      </p:sp>
      <p:pic>
        <p:nvPicPr>
          <p:cNvPr id="12" name="Picture 11" descr="image94.png"/>
          <p:cNvPicPr>
            <a:picLocks noChangeAspect="1"/>
          </p:cNvPicPr>
          <p:nvPr/>
        </p:nvPicPr>
        <p:blipFill>
          <a:blip r:embed="rId4"/>
          <a:stretch>
            <a:fillRect/>
          </a:stretch>
        </p:blipFill>
        <p:spPr>
          <a:xfrm>
            <a:off x="8348472" y="1875661"/>
            <a:ext cx="3670198" cy="2952561"/>
          </a:xfrm>
          <a:prstGeom prst="rect">
            <a:avLst/>
          </a:prstGeom>
          <a:ln w="9525">
            <a:solidFill>
              <a:srgbClr val="CCCCCC"/>
            </a:solidFill>
          </a:ln>
        </p:spPr>
      </p:pic>
      <p:sp>
        <p:nvSpPr>
          <p:cNvPr id="13" name="TextBox 12"/>
          <p:cNvSpPr txBox="1"/>
          <p:nvPr/>
        </p:nvSpPr>
        <p:spPr>
          <a:xfrm>
            <a:off x="8348472" y="4828222"/>
            <a:ext cx="3670198" cy="326243"/>
          </a:xfrm>
          <a:prstGeom prst="rect">
            <a:avLst/>
          </a:prstGeom>
          <a:noFill/>
        </p:spPr>
        <p:txBody>
          <a:bodyPr wrap="square" lIns="18288" tIns="9144" rIns="18288" bIns="9144" anchor="t">
            <a:spAutoFit/>
          </a:bodyPr>
          <a:lstStyle/>
          <a:p>
            <a:pPr algn="l"/>
            <a:r>
              <a:rPr sz="1000" b="0" i="1" dirty="0" err="1">
                <a:solidFill>
                  <a:srgbClr val="707070"/>
                </a:solidFill>
                <a:latin typeface="Arial"/>
              </a:rPr>
              <a:t>Jerarquía</a:t>
            </a:r>
            <a:r>
              <a:rPr sz="1000" b="0" i="1" dirty="0">
                <a:solidFill>
                  <a:srgbClr val="707070"/>
                </a:solidFill>
                <a:latin typeface="Arial"/>
              </a:rPr>
              <a:t>: 50,458 </a:t>
            </a:r>
            <a:r>
              <a:rPr sz="1000" b="0" i="1" dirty="0" err="1">
                <a:solidFill>
                  <a:srgbClr val="707070"/>
                </a:solidFill>
                <a:latin typeface="Arial"/>
              </a:rPr>
              <a:t>celdas</a:t>
            </a:r>
            <a:r>
              <a:rPr sz="1000" b="0" i="1" dirty="0">
                <a:solidFill>
                  <a:srgbClr val="707070"/>
                </a:solidFill>
                <a:latin typeface="Arial"/>
              </a:rPr>
              <a:t> std, util 0.185, </a:t>
            </a:r>
            <a:r>
              <a:rPr sz="1000" b="0" i="1" dirty="0" err="1">
                <a:solidFill>
                  <a:srgbClr val="707070"/>
                </a:solidFill>
                <a:latin typeface="Arial"/>
              </a:rPr>
              <a:t>imem</a:t>
            </a:r>
            <a:r>
              <a:rPr sz="1000" b="0" i="1" dirty="0">
                <a:solidFill>
                  <a:srgbClr val="707070"/>
                </a:solidFill>
                <a:latin typeface="Arial"/>
              </a:rPr>
              <a:t> y </a:t>
            </a:r>
            <a:r>
              <a:rPr sz="1000" b="0" i="1" dirty="0" err="1">
                <a:solidFill>
                  <a:srgbClr val="707070"/>
                </a:solidFill>
                <a:latin typeface="Arial"/>
              </a:rPr>
              <a:t>dmem</a:t>
            </a:r>
            <a:r>
              <a:rPr sz="1000" b="0" i="1" dirty="0">
                <a:solidFill>
                  <a:srgbClr val="707070"/>
                </a:solidFill>
                <a:latin typeface="Arial"/>
              </a:rPr>
              <a:t> </a:t>
            </a:r>
            <a:r>
              <a:rPr sz="1000" b="0" i="1" dirty="0" err="1">
                <a:solidFill>
                  <a:srgbClr val="707070"/>
                </a:solidFill>
                <a:latin typeface="Arial"/>
              </a:rPr>
              <a:t>dominando</a:t>
            </a:r>
            <a:r>
              <a:rPr sz="1000" b="0" i="1" dirty="0">
                <a:solidFill>
                  <a:srgbClr val="707070"/>
                </a:solidFill>
                <a:latin typeface="Arial"/>
              </a:rPr>
              <a:t> el area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Corrección de PDK — análisis del layout</a:t>
            </a:r>
          </a:p>
        </p:txBody>
      </p:sp>
      <p:sp>
        <p:nvSpPr>
          <p:cNvPr id="3" name="Text Placeholder 2"/>
          <p:cNvSpPr>
            <a:spLocks noGrp="1"/>
          </p:cNvSpPr>
          <p:nvPr>
            <p:ph type="body" idx="1"/>
          </p:nvPr>
        </p:nvSpPr>
        <p:spPr/>
        <p:txBody>
          <a:bodyPr/>
          <a:lstStyle/>
          <a:p>
            <a:r>
              <a:t>Congestión, densidad de celdas y esquemático desde la GUI de IC Compiler II</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pic>
        <p:nvPicPr>
          <p:cNvPr id="6" name="Picture 5" descr="image157.png"/>
          <p:cNvPicPr>
            <a:picLocks noChangeAspect="1"/>
          </p:cNvPicPr>
          <p:nvPr/>
        </p:nvPicPr>
        <p:blipFill>
          <a:blip r:embed="rId2"/>
          <a:stretch>
            <a:fillRect/>
          </a:stretch>
        </p:blipFill>
        <p:spPr>
          <a:xfrm>
            <a:off x="381000" y="1109516"/>
            <a:ext cx="5334000" cy="3608023"/>
          </a:xfrm>
          <a:prstGeom prst="rect">
            <a:avLst/>
          </a:prstGeom>
          <a:ln w="9525">
            <a:solidFill>
              <a:srgbClr val="CCCCCC"/>
            </a:solidFill>
          </a:ln>
        </p:spPr>
      </p:pic>
      <p:sp>
        <p:nvSpPr>
          <p:cNvPr id="7" name="TextBox 6"/>
          <p:cNvSpPr txBox="1"/>
          <p:nvPr/>
        </p:nvSpPr>
        <p:spPr>
          <a:xfrm>
            <a:off x="1588008" y="4744371"/>
            <a:ext cx="3703320" cy="219456"/>
          </a:xfrm>
          <a:prstGeom prst="rect">
            <a:avLst/>
          </a:prstGeom>
          <a:noFill/>
        </p:spPr>
        <p:txBody>
          <a:bodyPr wrap="square" lIns="18288" tIns="9144" rIns="18288" bIns="9144" anchor="t">
            <a:spAutoFit/>
          </a:bodyPr>
          <a:lstStyle/>
          <a:p>
            <a:pPr algn="l"/>
            <a:r>
              <a:rPr sz="1000" b="0" i="1" dirty="0">
                <a:solidFill>
                  <a:srgbClr val="707070"/>
                </a:solidFill>
                <a:latin typeface="Arial"/>
              </a:rPr>
              <a:t>Global route congestion </a:t>
            </a:r>
            <a:r>
              <a:rPr sz="1000" b="0" i="1" dirty="0" err="1">
                <a:solidFill>
                  <a:srgbClr val="707070"/>
                </a:solidFill>
                <a:latin typeface="Arial"/>
              </a:rPr>
              <a:t>sobre</a:t>
            </a:r>
            <a:r>
              <a:rPr sz="1000" b="0" i="1" dirty="0">
                <a:solidFill>
                  <a:srgbClr val="707070"/>
                </a:solidFill>
                <a:latin typeface="Arial"/>
              </a:rPr>
              <a:t> </a:t>
            </a:r>
            <a:r>
              <a:rPr sz="1000" b="0" i="1" dirty="0" err="1">
                <a:solidFill>
                  <a:srgbClr val="707070"/>
                </a:solidFill>
                <a:latin typeface="Arial"/>
              </a:rPr>
              <a:t>chip_finish</a:t>
            </a:r>
            <a:endParaRPr sz="1000" b="0" i="1" dirty="0">
              <a:solidFill>
                <a:srgbClr val="707070"/>
              </a:solidFill>
              <a:latin typeface="Arial"/>
            </a:endParaRPr>
          </a:p>
        </p:txBody>
      </p:sp>
      <p:pic>
        <p:nvPicPr>
          <p:cNvPr id="8" name="Picture 7" descr="image38.png"/>
          <p:cNvPicPr>
            <a:picLocks noChangeAspect="1"/>
          </p:cNvPicPr>
          <p:nvPr/>
        </p:nvPicPr>
        <p:blipFill>
          <a:blip r:embed="rId3"/>
          <a:stretch>
            <a:fillRect/>
          </a:stretch>
        </p:blipFill>
        <p:spPr>
          <a:xfrm>
            <a:off x="5959392" y="1109516"/>
            <a:ext cx="5627580" cy="3607423"/>
          </a:xfrm>
          <a:prstGeom prst="rect">
            <a:avLst/>
          </a:prstGeom>
          <a:ln w="9525">
            <a:solidFill>
              <a:srgbClr val="CCCCCC"/>
            </a:solidFill>
          </a:ln>
        </p:spPr>
      </p:pic>
      <p:sp>
        <p:nvSpPr>
          <p:cNvPr id="9" name="TextBox 8"/>
          <p:cNvSpPr txBox="1"/>
          <p:nvPr/>
        </p:nvSpPr>
        <p:spPr>
          <a:xfrm>
            <a:off x="7196328" y="4744371"/>
            <a:ext cx="3703320" cy="219456"/>
          </a:xfrm>
          <a:prstGeom prst="rect">
            <a:avLst/>
          </a:prstGeom>
          <a:noFill/>
        </p:spPr>
        <p:txBody>
          <a:bodyPr wrap="square" lIns="18288" tIns="9144" rIns="18288" bIns="9144" anchor="t">
            <a:spAutoFit/>
          </a:bodyPr>
          <a:lstStyle/>
          <a:p>
            <a:pPr algn="l"/>
            <a:r>
              <a:rPr sz="1000" b="0" i="1" dirty="0">
                <a:solidFill>
                  <a:srgbClr val="707070"/>
                </a:solidFill>
                <a:latin typeface="Arial"/>
              </a:rPr>
              <a:t>Cell density: el core se </a:t>
            </a:r>
            <a:r>
              <a:rPr sz="1000" b="0" i="1" dirty="0" err="1">
                <a:solidFill>
                  <a:srgbClr val="707070"/>
                </a:solidFill>
                <a:latin typeface="Arial"/>
              </a:rPr>
              <a:t>concentra</a:t>
            </a:r>
            <a:r>
              <a:rPr sz="1000" b="0" i="1" dirty="0">
                <a:solidFill>
                  <a:srgbClr val="707070"/>
                </a:solidFill>
                <a:latin typeface="Arial"/>
              </a:rPr>
              <a:t> </a:t>
            </a:r>
            <a:r>
              <a:rPr sz="1000" b="0" i="1" dirty="0" err="1">
                <a:solidFill>
                  <a:srgbClr val="707070"/>
                </a:solidFill>
                <a:latin typeface="Arial"/>
              </a:rPr>
              <a:t>en</a:t>
            </a:r>
            <a:r>
              <a:rPr sz="1000" b="0" i="1" dirty="0">
                <a:solidFill>
                  <a:srgbClr val="707070"/>
                </a:solidFill>
                <a:latin typeface="Arial"/>
              </a:rPr>
              <a:t> el </a:t>
            </a:r>
            <a:r>
              <a:rPr sz="1000" b="0" i="1" dirty="0" err="1">
                <a:solidFill>
                  <a:srgbClr val="707070"/>
                </a:solidFill>
                <a:latin typeface="Arial"/>
              </a:rPr>
              <a:t>centro</a:t>
            </a:r>
            <a:r>
              <a:rPr sz="1000" b="0" i="1" dirty="0">
                <a:solidFill>
                  <a:srgbClr val="707070"/>
                </a:solidFill>
                <a:latin typeface="Arial"/>
              </a:rPr>
              <a:t> del die</a:t>
            </a:r>
          </a:p>
        </p:txBody>
      </p:sp>
      <p:sp>
        <p:nvSpPr>
          <p:cNvPr id="12" name="Rounded Rectangle 11"/>
          <p:cNvSpPr/>
          <p:nvPr/>
        </p:nvSpPr>
        <p:spPr>
          <a:xfrm>
            <a:off x="381000" y="5559552"/>
            <a:ext cx="11430000" cy="9601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55320" y="5719572"/>
            <a:ext cx="10881360" cy="572464"/>
          </a:xfrm>
          <a:prstGeom prst="rect">
            <a:avLst/>
          </a:prstGeom>
          <a:noFill/>
        </p:spPr>
        <p:txBody>
          <a:bodyPr wrap="square" lIns="18288" tIns="9144" rIns="18288" bIns="9144" anchor="t">
            <a:spAutoFit/>
          </a:bodyPr>
          <a:lstStyle/>
          <a:p>
            <a:pPr algn="l"/>
            <a:r>
              <a:rPr sz="1200" b="0" i="0" dirty="0">
                <a:solidFill>
                  <a:srgbClr val="333333"/>
                </a:solidFill>
                <a:latin typeface="Arial"/>
              </a:rPr>
              <a:t>La </a:t>
            </a:r>
            <a:r>
              <a:rPr sz="1200" b="0" i="0" dirty="0" err="1">
                <a:solidFill>
                  <a:srgbClr val="333333"/>
                </a:solidFill>
                <a:latin typeface="Arial"/>
              </a:rPr>
              <a:t>utilización</a:t>
            </a:r>
            <a:r>
              <a:rPr sz="1200" b="0" i="0" dirty="0">
                <a:solidFill>
                  <a:srgbClr val="333333"/>
                </a:solidFill>
                <a:latin typeface="Arial"/>
              </a:rPr>
              <a:t> del core </a:t>
            </a:r>
            <a:r>
              <a:rPr sz="1200" b="0" i="0" dirty="0" err="1">
                <a:solidFill>
                  <a:srgbClr val="333333"/>
                </a:solidFill>
                <a:latin typeface="Arial"/>
              </a:rPr>
              <a:t>queda</a:t>
            </a:r>
            <a:r>
              <a:rPr sz="1200" b="0" i="0" dirty="0">
                <a:solidFill>
                  <a:srgbClr val="333333"/>
                </a:solidFill>
                <a:latin typeface="Arial"/>
              </a:rPr>
              <a:t> </a:t>
            </a:r>
            <a:r>
              <a:rPr sz="1200" b="0" i="0" dirty="0" err="1">
                <a:solidFill>
                  <a:srgbClr val="333333"/>
                </a:solidFill>
                <a:latin typeface="Arial"/>
              </a:rPr>
              <a:t>en</a:t>
            </a:r>
            <a:r>
              <a:rPr sz="1200" b="0" i="0" dirty="0">
                <a:solidFill>
                  <a:srgbClr val="333333"/>
                </a:solidFill>
                <a:latin typeface="Arial"/>
              </a:rPr>
              <a:t> 0.185, </a:t>
            </a:r>
            <a:r>
              <a:rPr sz="1200" b="0" i="0" dirty="0" err="1">
                <a:solidFill>
                  <a:srgbClr val="333333"/>
                </a:solidFill>
                <a:latin typeface="Arial"/>
              </a:rPr>
              <a:t>bastante</a:t>
            </a:r>
            <a:r>
              <a:rPr sz="1200" b="0" i="0" dirty="0">
                <a:solidFill>
                  <a:srgbClr val="333333"/>
                </a:solidFill>
                <a:latin typeface="Arial"/>
              </a:rPr>
              <a:t> baja, y </a:t>
            </a:r>
            <a:r>
              <a:rPr sz="1200" b="0" i="0" dirty="0" err="1">
                <a:solidFill>
                  <a:srgbClr val="333333"/>
                </a:solidFill>
                <a:latin typeface="Arial"/>
              </a:rPr>
              <a:t>eso</a:t>
            </a:r>
            <a:r>
              <a:rPr sz="1200" b="0" i="0" dirty="0">
                <a:solidFill>
                  <a:srgbClr val="333333"/>
                </a:solidFill>
                <a:latin typeface="Arial"/>
              </a:rPr>
              <a:t> se </a:t>
            </a:r>
            <a:r>
              <a:rPr sz="1200" b="0" i="0" dirty="0" err="1">
                <a:solidFill>
                  <a:srgbClr val="333333"/>
                </a:solidFill>
                <a:latin typeface="Arial"/>
              </a:rPr>
              <a:t>ve</a:t>
            </a:r>
            <a:r>
              <a:rPr sz="1200" b="0" i="0" dirty="0">
                <a:solidFill>
                  <a:srgbClr val="333333"/>
                </a:solidFill>
                <a:latin typeface="Arial"/>
              </a:rPr>
              <a:t> </a:t>
            </a:r>
            <a:r>
              <a:rPr sz="1200" b="0" i="0" dirty="0" err="1">
                <a:solidFill>
                  <a:srgbClr val="333333"/>
                </a:solidFill>
                <a:latin typeface="Arial"/>
              </a:rPr>
              <a:t>directamente</a:t>
            </a:r>
            <a:r>
              <a:rPr sz="1200" b="0" i="0" dirty="0">
                <a:solidFill>
                  <a:srgbClr val="333333"/>
                </a:solidFill>
                <a:latin typeface="Arial"/>
              </a:rPr>
              <a:t> </a:t>
            </a:r>
            <a:r>
              <a:rPr sz="1200" b="0" i="0" dirty="0" err="1">
                <a:solidFill>
                  <a:srgbClr val="333333"/>
                </a:solidFill>
                <a:latin typeface="Arial"/>
              </a:rPr>
              <a:t>en</a:t>
            </a:r>
            <a:r>
              <a:rPr sz="1200" b="0" i="0" dirty="0">
                <a:solidFill>
                  <a:srgbClr val="333333"/>
                </a:solidFill>
                <a:latin typeface="Arial"/>
              </a:rPr>
              <a:t> el </a:t>
            </a:r>
            <a:r>
              <a:rPr sz="1200" b="0" i="0" dirty="0" err="1">
                <a:solidFill>
                  <a:srgbClr val="333333"/>
                </a:solidFill>
                <a:latin typeface="Arial"/>
              </a:rPr>
              <a:t>mapa</a:t>
            </a:r>
            <a:r>
              <a:rPr sz="1200" b="0" i="0" dirty="0">
                <a:solidFill>
                  <a:srgbClr val="333333"/>
                </a:solidFill>
                <a:latin typeface="Arial"/>
              </a:rPr>
              <a:t> de </a:t>
            </a:r>
            <a:r>
              <a:rPr sz="1200" b="0" i="0" dirty="0" err="1">
                <a:solidFill>
                  <a:srgbClr val="333333"/>
                </a:solidFill>
                <a:latin typeface="Arial"/>
              </a:rPr>
              <a:t>densidad</a:t>
            </a:r>
            <a:r>
              <a:rPr sz="1200" b="0" i="0" dirty="0">
                <a:solidFill>
                  <a:srgbClr val="333333"/>
                </a:solidFill>
                <a:latin typeface="Arial"/>
              </a:rPr>
              <a:t>: hay </a:t>
            </a:r>
            <a:r>
              <a:rPr sz="1200" b="0" i="0" dirty="0" err="1">
                <a:solidFill>
                  <a:srgbClr val="333333"/>
                </a:solidFill>
                <a:latin typeface="Arial"/>
              </a:rPr>
              <a:t>mucho</a:t>
            </a:r>
            <a:r>
              <a:rPr sz="1200" b="0" i="0" dirty="0">
                <a:solidFill>
                  <a:srgbClr val="333333"/>
                </a:solidFill>
                <a:latin typeface="Arial"/>
              </a:rPr>
              <a:t> </a:t>
            </a:r>
            <a:r>
              <a:rPr sz="1200" b="0" i="0" dirty="0" err="1">
                <a:solidFill>
                  <a:srgbClr val="333333"/>
                </a:solidFill>
                <a:latin typeface="Arial"/>
              </a:rPr>
              <a:t>espacio</a:t>
            </a:r>
            <a:r>
              <a:rPr sz="1200" b="0" i="0" dirty="0">
                <a:solidFill>
                  <a:srgbClr val="333333"/>
                </a:solidFill>
                <a:latin typeface="Arial"/>
              </a:rPr>
              <a:t> libre </a:t>
            </a:r>
            <a:r>
              <a:rPr sz="1200" b="0" i="0" dirty="0" err="1">
                <a:solidFill>
                  <a:srgbClr val="333333"/>
                </a:solidFill>
                <a:latin typeface="Arial"/>
              </a:rPr>
              <a:t>alrededor</a:t>
            </a:r>
            <a:r>
              <a:rPr sz="1200" b="0" i="0" dirty="0">
                <a:solidFill>
                  <a:srgbClr val="333333"/>
                </a:solidFill>
                <a:latin typeface="Arial"/>
              </a:rPr>
              <a:t> del </a:t>
            </a:r>
            <a:r>
              <a:rPr sz="1200" b="0" i="0" dirty="0" err="1">
                <a:solidFill>
                  <a:srgbClr val="333333"/>
                </a:solidFill>
                <a:latin typeface="Arial"/>
              </a:rPr>
              <a:t>bloque</a:t>
            </a:r>
            <a:r>
              <a:rPr sz="1200" b="0" i="0" dirty="0">
                <a:solidFill>
                  <a:srgbClr val="333333"/>
                </a:solidFill>
                <a:latin typeface="Arial"/>
              </a:rPr>
              <a:t>. Es lo </a:t>
            </a:r>
            <a:r>
              <a:rPr sz="1200" b="0" i="0" dirty="0" err="1">
                <a:solidFill>
                  <a:srgbClr val="333333"/>
                </a:solidFill>
                <a:latin typeface="Arial"/>
              </a:rPr>
              <a:t>esperable</a:t>
            </a:r>
            <a:r>
              <a:rPr sz="1200" b="0" i="0" dirty="0">
                <a:solidFill>
                  <a:srgbClr val="333333"/>
                </a:solidFill>
                <a:latin typeface="Arial"/>
              </a:rPr>
              <a:t> </a:t>
            </a:r>
            <a:r>
              <a:rPr sz="1200" b="0" i="0" dirty="0" err="1">
                <a:solidFill>
                  <a:srgbClr val="333333"/>
                </a:solidFill>
                <a:latin typeface="Arial"/>
              </a:rPr>
              <a:t>en</a:t>
            </a:r>
            <a:r>
              <a:rPr sz="1200" b="0" i="0" dirty="0">
                <a:solidFill>
                  <a:srgbClr val="333333"/>
                </a:solidFill>
                <a:latin typeface="Arial"/>
              </a:rPr>
              <a:t> un </a:t>
            </a:r>
            <a:r>
              <a:rPr sz="1200" b="0" i="0" dirty="0" err="1">
                <a:solidFill>
                  <a:srgbClr val="333333"/>
                </a:solidFill>
                <a:latin typeface="Arial"/>
              </a:rPr>
              <a:t>diseño</a:t>
            </a:r>
            <a:r>
              <a:rPr sz="1200" b="0" i="0" dirty="0">
                <a:solidFill>
                  <a:srgbClr val="333333"/>
                </a:solidFill>
                <a:latin typeface="Arial"/>
              </a:rPr>
              <a:t> </a:t>
            </a:r>
            <a:r>
              <a:rPr sz="1200" b="0" i="0" dirty="0" err="1">
                <a:solidFill>
                  <a:srgbClr val="333333"/>
                </a:solidFill>
                <a:latin typeface="Arial"/>
              </a:rPr>
              <a:t>dominado</a:t>
            </a:r>
            <a:r>
              <a:rPr sz="1200" b="0" i="0" dirty="0">
                <a:solidFill>
                  <a:srgbClr val="333333"/>
                </a:solidFill>
                <a:latin typeface="Arial"/>
              </a:rPr>
              <a:t> </a:t>
            </a:r>
            <a:r>
              <a:rPr sz="1200" b="0" i="0" dirty="0" err="1">
                <a:solidFill>
                  <a:srgbClr val="333333"/>
                </a:solidFill>
                <a:latin typeface="Arial"/>
              </a:rPr>
              <a:t>por</a:t>
            </a:r>
            <a:r>
              <a:rPr sz="1200" b="0" i="0" dirty="0">
                <a:solidFill>
                  <a:srgbClr val="333333"/>
                </a:solidFill>
                <a:latin typeface="Arial"/>
              </a:rPr>
              <a:t> </a:t>
            </a:r>
            <a:r>
              <a:rPr sz="1200" b="0" i="0" dirty="0" err="1">
                <a:solidFill>
                  <a:srgbClr val="333333"/>
                </a:solidFill>
                <a:latin typeface="Arial"/>
              </a:rPr>
              <a:t>memorias</a:t>
            </a:r>
            <a:r>
              <a:rPr sz="1200" b="0" i="0" dirty="0">
                <a:solidFill>
                  <a:srgbClr val="333333"/>
                </a:solidFill>
                <a:latin typeface="Arial"/>
              </a:rPr>
              <a:t> (</a:t>
            </a:r>
            <a:r>
              <a:rPr sz="1200" b="0" i="0" dirty="0" err="1">
                <a:solidFill>
                  <a:srgbClr val="333333"/>
                </a:solidFill>
                <a:latin typeface="Arial"/>
              </a:rPr>
              <a:t>imem</a:t>
            </a:r>
            <a:r>
              <a:rPr sz="1200" b="0" i="0" dirty="0">
                <a:solidFill>
                  <a:srgbClr val="333333"/>
                </a:solidFill>
                <a:latin typeface="Arial"/>
              </a:rPr>
              <a:t> </a:t>
            </a:r>
            <a:r>
              <a:rPr sz="1200" b="0" i="0" dirty="0" err="1">
                <a:solidFill>
                  <a:srgbClr val="333333"/>
                </a:solidFill>
                <a:latin typeface="Arial"/>
              </a:rPr>
              <a:t>aporta</a:t>
            </a:r>
            <a:r>
              <a:rPr sz="1200" b="0" i="0" dirty="0">
                <a:solidFill>
                  <a:srgbClr val="333333"/>
                </a:solidFill>
                <a:latin typeface="Arial"/>
              </a:rPr>
              <a:t> 15,073 </a:t>
            </a:r>
            <a:r>
              <a:rPr sz="1200" b="0" i="0" dirty="0" err="1">
                <a:solidFill>
                  <a:srgbClr val="333333"/>
                </a:solidFill>
                <a:latin typeface="Arial"/>
              </a:rPr>
              <a:t>celdas</a:t>
            </a:r>
            <a:r>
              <a:rPr sz="1200" b="0" i="0" dirty="0">
                <a:solidFill>
                  <a:srgbClr val="333333"/>
                </a:solidFill>
                <a:latin typeface="Arial"/>
              </a:rPr>
              <a:t> de las 50,458 </a:t>
            </a:r>
            <a:r>
              <a:rPr sz="1200" b="0" i="0" dirty="0" err="1">
                <a:solidFill>
                  <a:srgbClr val="333333"/>
                </a:solidFill>
                <a:latin typeface="Arial"/>
              </a:rPr>
              <a:t>totales</a:t>
            </a:r>
            <a:r>
              <a:rPr sz="1200" b="0" i="0" dirty="0">
                <a:solidFill>
                  <a:srgbClr val="333333"/>
                </a:solidFill>
                <a:latin typeface="Arial"/>
              </a:rPr>
              <a:t>) y </a:t>
            </a:r>
            <a:r>
              <a:rPr sz="1200" b="0" i="0" dirty="0" err="1">
                <a:solidFill>
                  <a:srgbClr val="333333"/>
                </a:solidFill>
                <a:latin typeface="Arial"/>
              </a:rPr>
              <a:t>explica</a:t>
            </a:r>
            <a:r>
              <a:rPr sz="1200" b="0" i="0" dirty="0">
                <a:solidFill>
                  <a:srgbClr val="333333"/>
                </a:solidFill>
                <a:latin typeface="Arial"/>
              </a:rPr>
              <a:t> </a:t>
            </a:r>
            <a:r>
              <a:rPr sz="1200" b="0" i="0" dirty="0" err="1">
                <a:solidFill>
                  <a:srgbClr val="333333"/>
                </a:solidFill>
                <a:latin typeface="Arial"/>
              </a:rPr>
              <a:t>por</a:t>
            </a:r>
            <a:r>
              <a:rPr sz="1200" b="0" i="0" dirty="0">
                <a:solidFill>
                  <a:srgbClr val="333333"/>
                </a:solidFill>
                <a:latin typeface="Arial"/>
              </a:rPr>
              <a:t> </a:t>
            </a:r>
            <a:r>
              <a:rPr sz="1200" b="0" i="0" dirty="0" err="1">
                <a:solidFill>
                  <a:srgbClr val="333333"/>
                </a:solidFill>
                <a:latin typeface="Arial"/>
              </a:rPr>
              <a:t>qué</a:t>
            </a:r>
            <a:r>
              <a:rPr sz="1200" b="0" i="0" dirty="0">
                <a:solidFill>
                  <a:srgbClr val="333333"/>
                </a:solidFill>
                <a:latin typeface="Arial"/>
              </a:rPr>
              <a:t> la </a:t>
            </a:r>
            <a:r>
              <a:rPr sz="1200" b="0" i="0" dirty="0" err="1">
                <a:solidFill>
                  <a:srgbClr val="333333"/>
                </a:solidFill>
                <a:latin typeface="Arial"/>
              </a:rPr>
              <a:t>congestión</a:t>
            </a:r>
            <a:r>
              <a:rPr sz="1200" b="0" i="0" dirty="0">
                <a:solidFill>
                  <a:srgbClr val="333333"/>
                </a:solidFill>
                <a:latin typeface="Arial"/>
              </a:rPr>
              <a:t> </a:t>
            </a:r>
            <a:r>
              <a:rPr sz="1200" b="0" i="0" dirty="0" err="1">
                <a:solidFill>
                  <a:srgbClr val="333333"/>
                </a:solidFill>
                <a:latin typeface="Arial"/>
              </a:rPr>
              <a:t>nunca</a:t>
            </a:r>
            <a:r>
              <a:rPr sz="1200" b="0" i="0" dirty="0">
                <a:solidFill>
                  <a:srgbClr val="333333"/>
                </a:solidFill>
                <a:latin typeface="Arial"/>
              </a:rPr>
              <a:t> </a:t>
            </a:r>
            <a:r>
              <a:rPr sz="1200" b="0" i="0" dirty="0" err="1">
                <a:solidFill>
                  <a:srgbClr val="333333"/>
                </a:solidFill>
                <a:latin typeface="Arial"/>
              </a:rPr>
              <a:t>fue</a:t>
            </a:r>
            <a:r>
              <a:rPr sz="1200" b="0" i="0" dirty="0">
                <a:solidFill>
                  <a:srgbClr val="333333"/>
                </a:solidFill>
                <a:latin typeface="Arial"/>
              </a:rPr>
              <a:t> un </a:t>
            </a:r>
            <a:r>
              <a:rPr sz="1200" b="0" i="0" dirty="0" err="1">
                <a:solidFill>
                  <a:srgbClr val="333333"/>
                </a:solidFill>
                <a:latin typeface="Arial"/>
              </a:rPr>
              <a:t>problema</a:t>
            </a:r>
            <a:r>
              <a:rPr sz="1200" b="0" i="0" dirty="0">
                <a:solidFill>
                  <a:srgbClr val="333333"/>
                </a:solidFill>
                <a:latin typeface="Arial"/>
              </a:rPr>
              <a:t> real </a:t>
            </a:r>
            <a:r>
              <a:rPr sz="1200" b="0" i="0" dirty="0" err="1">
                <a:solidFill>
                  <a:srgbClr val="333333"/>
                </a:solidFill>
                <a:latin typeface="Arial"/>
              </a:rPr>
              <a:t>en</a:t>
            </a:r>
            <a:r>
              <a:rPr sz="1200" b="0" i="0" dirty="0">
                <a:solidFill>
                  <a:srgbClr val="333333"/>
                </a:solidFill>
                <a:latin typeface="Arial"/>
              </a:rPr>
              <a:t> </a:t>
            </a:r>
            <a:r>
              <a:rPr sz="1200" b="0" i="0" dirty="0" err="1">
                <a:solidFill>
                  <a:srgbClr val="333333"/>
                </a:solidFill>
                <a:latin typeface="Arial"/>
              </a:rPr>
              <a:t>este</a:t>
            </a:r>
            <a:r>
              <a:rPr sz="1200" b="0" i="0" dirty="0">
                <a:solidFill>
                  <a:srgbClr val="333333"/>
                </a:solidFill>
                <a:latin typeface="Arial"/>
              </a:rPr>
              <a:t> </a:t>
            </a:r>
            <a:r>
              <a:rPr sz="1200" b="0" i="0" dirty="0" err="1">
                <a:solidFill>
                  <a:srgbClr val="333333"/>
                </a:solidFill>
                <a:latin typeface="Arial"/>
              </a:rPr>
              <a:t>flujo</a:t>
            </a:r>
            <a:r>
              <a:rPr sz="1200" b="0" i="0" dirty="0">
                <a:solidFill>
                  <a:srgbClr val="333333"/>
                </a:solidFill>
                <a:latin typeface="Arial"/>
              </a:rPr>
              <a:t>. </a:t>
            </a:r>
            <a:r>
              <a:rPr sz="1200" b="1" i="0" dirty="0">
                <a:solidFill>
                  <a:srgbClr val="333333"/>
                </a:solidFill>
                <a:latin typeface="Arial"/>
              </a:rPr>
              <a:t>El error browser de ICC2 no </a:t>
            </a:r>
            <a:r>
              <a:rPr sz="1200" b="1" i="0" dirty="0" err="1">
                <a:solidFill>
                  <a:srgbClr val="333333"/>
                </a:solidFill>
                <a:latin typeface="Arial"/>
              </a:rPr>
              <a:t>reporta</a:t>
            </a:r>
            <a:r>
              <a:rPr sz="1200" b="1" i="0" dirty="0">
                <a:solidFill>
                  <a:srgbClr val="333333"/>
                </a:solidFill>
                <a:latin typeface="Arial"/>
              </a:rPr>
              <a:t> </a:t>
            </a:r>
            <a:r>
              <a:rPr sz="1200" b="1" i="0" dirty="0" err="1">
                <a:solidFill>
                  <a:srgbClr val="333333"/>
                </a:solidFill>
                <a:latin typeface="Arial"/>
              </a:rPr>
              <a:t>violaciones</a:t>
            </a:r>
            <a:r>
              <a:rPr sz="1200" b="1" i="0" dirty="0">
                <a:solidFill>
                  <a:srgbClr val="333333"/>
                </a:solidFill>
                <a:latin typeface="Arial"/>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Corrección</a:t>
            </a:r>
            <a:r>
              <a:rPr dirty="0"/>
              <a:t> de PDK — PPA y </a:t>
            </a:r>
            <a:r>
              <a:rPr dirty="0" err="1"/>
              <a:t>convergencia</a:t>
            </a:r>
            <a:r>
              <a:rPr dirty="0"/>
              <a:t> de timing</a:t>
            </a:r>
          </a:p>
        </p:txBody>
      </p:sp>
      <p:sp>
        <p:nvSpPr>
          <p:cNvPr id="3" name="Text Placeholder 2"/>
          <p:cNvSpPr>
            <a:spLocks noGrp="1"/>
          </p:cNvSpPr>
          <p:nvPr>
            <p:ph type="body" idx="1"/>
          </p:nvPr>
        </p:nvSpPr>
        <p:spPr/>
        <p:txBody>
          <a:bodyPr/>
          <a:lstStyle/>
          <a:p>
            <a:r>
              <a:t>Dos exploraciones de PPA a partir de un SAIF generado con fsdb2saif</a:t>
            </a:r>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pic>
        <p:nvPicPr>
          <p:cNvPr id="6" name="Picture 5" descr="image96.png"/>
          <p:cNvPicPr>
            <a:picLocks noChangeAspect="1"/>
          </p:cNvPicPr>
          <p:nvPr/>
        </p:nvPicPr>
        <p:blipFill>
          <a:blip r:embed="rId2"/>
          <a:stretch>
            <a:fillRect/>
          </a:stretch>
        </p:blipFill>
        <p:spPr>
          <a:xfrm>
            <a:off x="377952" y="2084832"/>
            <a:ext cx="5333614" cy="2880360"/>
          </a:xfrm>
          <a:prstGeom prst="rect">
            <a:avLst/>
          </a:prstGeom>
          <a:ln w="9525">
            <a:solidFill>
              <a:srgbClr val="CCCCCC"/>
            </a:solidFill>
          </a:ln>
        </p:spPr>
      </p:pic>
      <p:sp>
        <p:nvSpPr>
          <p:cNvPr id="7" name="TextBox 6"/>
          <p:cNvSpPr txBox="1"/>
          <p:nvPr/>
        </p:nvSpPr>
        <p:spPr>
          <a:xfrm>
            <a:off x="377952" y="4965192"/>
            <a:ext cx="3288792" cy="172355"/>
          </a:xfrm>
          <a:prstGeom prst="rect">
            <a:avLst/>
          </a:prstGeom>
          <a:noFill/>
        </p:spPr>
        <p:txBody>
          <a:bodyPr wrap="square" lIns="18288" tIns="9144" rIns="18288" bIns="9144" anchor="t">
            <a:spAutoFit/>
          </a:bodyPr>
          <a:lstStyle/>
          <a:p>
            <a:pPr algn="l"/>
            <a:r>
              <a:rPr sz="1000" b="0" i="1" dirty="0">
                <a:solidFill>
                  <a:srgbClr val="707070"/>
                </a:solidFill>
                <a:latin typeface="Arial"/>
              </a:rPr>
              <a:t>Worst slack </a:t>
            </a:r>
            <a:r>
              <a:rPr sz="1000" b="0" i="1" dirty="0" err="1">
                <a:solidFill>
                  <a:srgbClr val="707070"/>
                </a:solidFill>
                <a:latin typeface="Arial"/>
              </a:rPr>
              <a:t>en</a:t>
            </a:r>
            <a:r>
              <a:rPr sz="1000" b="0" i="1" dirty="0">
                <a:solidFill>
                  <a:srgbClr val="707070"/>
                </a:solidFill>
                <a:latin typeface="Arial"/>
              </a:rPr>
              <a:t> </a:t>
            </a:r>
            <a:r>
              <a:rPr sz="1000" b="0" i="1" dirty="0" err="1">
                <a:solidFill>
                  <a:srgbClr val="707070"/>
                </a:solidFill>
                <a:latin typeface="Arial"/>
              </a:rPr>
              <a:t>cada</a:t>
            </a:r>
            <a:r>
              <a:rPr sz="1000" b="0" i="1" dirty="0">
                <a:solidFill>
                  <a:srgbClr val="707070"/>
                </a:solidFill>
                <a:latin typeface="Arial"/>
              </a:rPr>
              <a:t> </a:t>
            </a:r>
            <a:r>
              <a:rPr sz="1000" b="0" i="1" dirty="0" err="1">
                <a:solidFill>
                  <a:srgbClr val="707070"/>
                </a:solidFill>
                <a:latin typeface="Arial"/>
              </a:rPr>
              <a:t>etapa</a:t>
            </a:r>
            <a:r>
              <a:rPr sz="1000" b="0" i="1" dirty="0">
                <a:solidFill>
                  <a:srgbClr val="707070"/>
                </a:solidFill>
                <a:latin typeface="Arial"/>
              </a:rPr>
              <a:t> del </a:t>
            </a:r>
            <a:r>
              <a:rPr sz="1000" b="0" i="1" dirty="0" err="1">
                <a:solidFill>
                  <a:srgbClr val="707070"/>
                </a:solidFill>
                <a:latin typeface="Arial"/>
              </a:rPr>
              <a:t>flujo</a:t>
            </a:r>
            <a:r>
              <a:rPr sz="1000" b="0" i="1" dirty="0">
                <a:solidFill>
                  <a:srgbClr val="707070"/>
                </a:solidFill>
                <a:latin typeface="Arial"/>
              </a:rPr>
              <a:t>, </a:t>
            </a:r>
            <a:r>
              <a:rPr sz="1000" b="0" i="1" dirty="0" err="1">
                <a:solidFill>
                  <a:srgbClr val="707070"/>
                </a:solidFill>
                <a:latin typeface="Arial"/>
              </a:rPr>
              <a:t>periodo</a:t>
            </a:r>
            <a:r>
              <a:rPr sz="1000" b="0" i="1" dirty="0">
                <a:solidFill>
                  <a:srgbClr val="707070"/>
                </a:solidFill>
                <a:latin typeface="Arial"/>
              </a:rPr>
              <a:t> de 20 ns</a:t>
            </a:r>
          </a:p>
        </p:txBody>
      </p:sp>
      <p:pic>
        <p:nvPicPr>
          <p:cNvPr id="8" name="Picture 7" descr="image137.png"/>
          <p:cNvPicPr>
            <a:picLocks noChangeAspect="1"/>
          </p:cNvPicPr>
          <p:nvPr/>
        </p:nvPicPr>
        <p:blipFill>
          <a:blip r:embed="rId3"/>
          <a:stretch>
            <a:fillRect/>
          </a:stretch>
        </p:blipFill>
        <p:spPr>
          <a:xfrm>
            <a:off x="5851160" y="2578929"/>
            <a:ext cx="5959839" cy="2386263"/>
          </a:xfrm>
          <a:prstGeom prst="rect">
            <a:avLst/>
          </a:prstGeom>
          <a:ln w="9525">
            <a:solidFill>
              <a:srgbClr val="CCCCCC"/>
            </a:solidFill>
          </a:ln>
        </p:spPr>
      </p:pic>
      <p:sp>
        <p:nvSpPr>
          <p:cNvPr id="9" name="TextBox 8"/>
          <p:cNvSpPr txBox="1"/>
          <p:nvPr/>
        </p:nvSpPr>
        <p:spPr>
          <a:xfrm>
            <a:off x="6187439" y="4965192"/>
            <a:ext cx="5623560" cy="219456"/>
          </a:xfrm>
          <a:prstGeom prst="rect">
            <a:avLst/>
          </a:prstGeom>
          <a:noFill/>
        </p:spPr>
        <p:txBody>
          <a:bodyPr wrap="square" lIns="18288" tIns="9144" rIns="18288" bIns="9144" anchor="t">
            <a:spAutoFit/>
          </a:bodyPr>
          <a:lstStyle/>
          <a:p>
            <a:pPr algn="l"/>
            <a:r>
              <a:rPr sz="1000" b="0" i="1" dirty="0">
                <a:solidFill>
                  <a:srgbClr val="707070"/>
                </a:solidFill>
                <a:latin typeface="Arial"/>
              </a:rPr>
              <a:t>Power vs. performance y </a:t>
            </a:r>
            <a:r>
              <a:rPr sz="1000" b="0" i="1" dirty="0" err="1">
                <a:solidFill>
                  <a:srgbClr val="707070"/>
                </a:solidFill>
                <a:latin typeface="Arial"/>
              </a:rPr>
              <a:t>eficiencia</a:t>
            </a:r>
            <a:r>
              <a:rPr sz="1000" b="0" i="1" dirty="0">
                <a:solidFill>
                  <a:srgbClr val="707070"/>
                </a:solidFill>
                <a:latin typeface="Arial"/>
              </a:rPr>
              <a:t> de las </a:t>
            </a:r>
            <a:r>
              <a:rPr sz="1000" b="0" i="1" dirty="0" err="1">
                <a:solidFill>
                  <a:srgbClr val="707070"/>
                </a:solidFill>
                <a:latin typeface="Arial"/>
              </a:rPr>
              <a:t>tres</a:t>
            </a:r>
            <a:r>
              <a:rPr sz="1000" b="0" i="1" dirty="0">
                <a:solidFill>
                  <a:srgbClr val="707070"/>
                </a:solidFill>
                <a:latin typeface="Arial"/>
              </a:rPr>
              <a:t> corridas</a:t>
            </a:r>
          </a:p>
        </p:txBody>
      </p:sp>
      <p:sp>
        <p:nvSpPr>
          <p:cNvPr id="10" name="TextBox 9"/>
          <p:cNvSpPr txBox="1"/>
          <p:nvPr/>
        </p:nvSpPr>
        <p:spPr>
          <a:xfrm>
            <a:off x="377952" y="1560821"/>
            <a:ext cx="2249424" cy="241605"/>
          </a:xfrm>
          <a:prstGeom prst="rect">
            <a:avLst/>
          </a:prstGeom>
          <a:noFill/>
        </p:spPr>
        <p:txBody>
          <a:bodyPr wrap="square" lIns="18288" tIns="9144" rIns="18288" bIns="9144" anchor="t">
            <a:spAutoFit/>
          </a:bodyPr>
          <a:lstStyle/>
          <a:p>
            <a:pPr algn="l"/>
            <a:r>
              <a:rPr sz="1450" b="1" i="0" dirty="0" err="1">
                <a:solidFill>
                  <a:srgbClr val="621F8A"/>
                </a:solidFill>
                <a:latin typeface="Arial"/>
              </a:rPr>
              <a:t>Convergencia</a:t>
            </a:r>
            <a:r>
              <a:rPr sz="1450" b="1" i="0" dirty="0">
                <a:solidFill>
                  <a:srgbClr val="621F8A"/>
                </a:solidFill>
                <a:latin typeface="Arial"/>
              </a:rPr>
              <a:t> de timing</a:t>
            </a:r>
          </a:p>
        </p:txBody>
      </p:sp>
      <p:sp>
        <p:nvSpPr>
          <p:cNvPr id="12" name="TextBox 11"/>
          <p:cNvSpPr txBox="1"/>
          <p:nvPr/>
        </p:nvSpPr>
        <p:spPr>
          <a:xfrm>
            <a:off x="6187439" y="1681624"/>
            <a:ext cx="4151376" cy="241605"/>
          </a:xfrm>
          <a:prstGeom prst="rect">
            <a:avLst/>
          </a:prstGeom>
          <a:noFill/>
        </p:spPr>
        <p:txBody>
          <a:bodyPr wrap="square" lIns="18288" tIns="9144" rIns="18288" bIns="9144" anchor="t">
            <a:spAutoFit/>
          </a:bodyPr>
          <a:lstStyle/>
          <a:p>
            <a:pPr algn="l"/>
            <a:r>
              <a:rPr sz="1450" b="1" i="0" dirty="0" err="1">
                <a:solidFill>
                  <a:srgbClr val="621F8A"/>
                </a:solidFill>
                <a:latin typeface="Arial"/>
              </a:rPr>
              <a:t>Expectativa</a:t>
            </a:r>
            <a:r>
              <a:rPr sz="1450" b="1" i="0" dirty="0">
                <a:solidFill>
                  <a:srgbClr val="621F8A"/>
                </a:solidFill>
                <a:latin typeface="Arial"/>
              </a:rPr>
              <a:t> vs. </a:t>
            </a:r>
            <a:r>
              <a:rPr sz="1450" b="1" i="0" dirty="0" err="1">
                <a:solidFill>
                  <a:srgbClr val="621F8A"/>
                </a:solidFill>
                <a:latin typeface="Arial"/>
              </a:rPr>
              <a:t>resultado</a:t>
            </a:r>
            <a:r>
              <a:rPr sz="1450" b="1" i="0" dirty="0">
                <a:solidFill>
                  <a:srgbClr val="621F8A"/>
                </a:solidFill>
                <a:latin typeface="Arial"/>
              </a:rPr>
              <a:t> </a:t>
            </a:r>
            <a:r>
              <a:rPr sz="1450" b="1" i="0" dirty="0" err="1">
                <a:solidFill>
                  <a:srgbClr val="621F8A"/>
                </a:solidFill>
                <a:latin typeface="Arial"/>
              </a:rPr>
              <a:t>en</a:t>
            </a:r>
            <a:r>
              <a:rPr sz="1450" b="1" i="0" dirty="0">
                <a:solidFill>
                  <a:srgbClr val="621F8A"/>
                </a:solidFill>
                <a:latin typeface="Arial"/>
              </a:rPr>
              <a:t> las dos </a:t>
            </a:r>
            <a:r>
              <a:rPr sz="1450" b="1" i="0" dirty="0" err="1">
                <a:solidFill>
                  <a:srgbClr val="621F8A"/>
                </a:solidFill>
                <a:latin typeface="Arial"/>
              </a:rPr>
              <a:t>variantes</a:t>
            </a:r>
            <a:endParaRPr sz="1450" b="1" i="0" dirty="0">
              <a:solidFill>
                <a:srgbClr val="621F8A"/>
              </a:solidFill>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685800"/>
            <a:ext cx="11430000" cy="457200"/>
          </a:xfrm>
        </p:spPr>
        <p:txBody>
          <a:bodyPr/>
          <a:lstStyle/>
          <a:p>
            <a:r>
              <a:rPr dirty="0" err="1"/>
              <a:t>Conclusiones</a:t>
            </a:r>
            <a:endParaRPr dirty="0"/>
          </a:p>
        </p:txBody>
      </p:sp>
      <p:sp>
        <p:nvSpPr>
          <p:cNvPr id="5" name="TextBox 4"/>
          <p:cNvSpPr txBox="1"/>
          <p:nvPr/>
        </p:nvSpPr>
        <p:spPr>
          <a:xfrm>
            <a:off x="7196328" y="6547104"/>
            <a:ext cx="2916936" cy="219456"/>
          </a:xfrm>
          <a:prstGeom prst="rect">
            <a:avLst/>
          </a:prstGeom>
          <a:noFill/>
        </p:spPr>
        <p:txBody>
          <a:bodyPr wrap="none">
            <a:spAutoFit/>
          </a:bodyPr>
          <a:lstStyle/>
          <a:p>
            <a:pPr algn="l"/>
            <a:r>
              <a:rPr sz="800">
                <a:solidFill>
                  <a:srgbClr val="8A8A8A"/>
                </a:solidFill>
                <a:latin typeface="Arial"/>
              </a:rPr>
              <a:t>Synopsys Confidential Information</a:t>
            </a:r>
          </a:p>
        </p:txBody>
      </p:sp>
      <p:sp>
        <p:nvSpPr>
          <p:cNvPr id="6" name="Rounded Rectangle 5"/>
          <p:cNvSpPr/>
          <p:nvPr/>
        </p:nvSpPr>
        <p:spPr>
          <a:xfrm>
            <a:off x="384048" y="1234440"/>
            <a:ext cx="2697480" cy="15087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475488" y="1389888"/>
            <a:ext cx="2514600" cy="566928"/>
          </a:xfrm>
          <a:prstGeom prst="rect">
            <a:avLst/>
          </a:prstGeom>
          <a:noFill/>
        </p:spPr>
        <p:txBody>
          <a:bodyPr wrap="square" lIns="18288" tIns="9144" rIns="18288" bIns="9144" anchor="t">
            <a:spAutoFit/>
          </a:bodyPr>
          <a:lstStyle/>
          <a:p>
            <a:pPr algn="ctr"/>
            <a:r>
              <a:rPr sz="3200" b="1" i="0">
                <a:solidFill>
                  <a:srgbClr val="1B7F4B"/>
                </a:solidFill>
                <a:latin typeface="Arial"/>
              </a:rPr>
              <a:t>+7.01 ns</a:t>
            </a:r>
          </a:p>
        </p:txBody>
      </p:sp>
      <p:sp>
        <p:nvSpPr>
          <p:cNvPr id="8" name="TextBox 7"/>
          <p:cNvSpPr txBox="1"/>
          <p:nvPr/>
        </p:nvSpPr>
        <p:spPr>
          <a:xfrm>
            <a:off x="475488" y="1938528"/>
            <a:ext cx="2514600" cy="457200"/>
          </a:xfrm>
          <a:prstGeom prst="rect">
            <a:avLst/>
          </a:prstGeom>
          <a:noFill/>
        </p:spPr>
        <p:txBody>
          <a:bodyPr wrap="square" lIns="18288" tIns="9144" rIns="18288" bIns="9144" anchor="t">
            <a:spAutoFit/>
          </a:bodyPr>
          <a:lstStyle/>
          <a:p>
            <a:pPr algn="ctr"/>
            <a:r>
              <a:rPr sz="1050" b="0" i="0">
                <a:solidFill>
                  <a:srgbClr val="707070"/>
                </a:solidFill>
                <a:latin typeface="Arial"/>
              </a:rPr>
              <a:t>slack final en PrimeTime</a:t>
            </a:r>
          </a:p>
          <a:p>
            <a:pPr algn="ctr"/>
            <a:r>
              <a:rPr sz="1050" b="0" i="0">
                <a:solidFill>
                  <a:srgbClr val="707070"/>
                </a:solidFill>
                <a:latin typeface="Arial"/>
              </a:rPr>
              <a:t>sobre 20 ns (PDK nuevo)</a:t>
            </a:r>
          </a:p>
        </p:txBody>
      </p:sp>
      <p:sp>
        <p:nvSpPr>
          <p:cNvPr id="9" name="Rounded Rectangle 8"/>
          <p:cNvSpPr/>
          <p:nvPr/>
        </p:nvSpPr>
        <p:spPr>
          <a:xfrm>
            <a:off x="3282696" y="1234440"/>
            <a:ext cx="2697480" cy="15087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374136" y="1389888"/>
            <a:ext cx="2514600" cy="566928"/>
          </a:xfrm>
          <a:prstGeom prst="rect">
            <a:avLst/>
          </a:prstGeom>
          <a:noFill/>
        </p:spPr>
        <p:txBody>
          <a:bodyPr wrap="square" lIns="18288" tIns="9144" rIns="18288" bIns="9144" anchor="t">
            <a:spAutoFit/>
          </a:bodyPr>
          <a:lstStyle/>
          <a:p>
            <a:pPr algn="ctr"/>
            <a:r>
              <a:rPr sz="3200" b="1" i="0">
                <a:solidFill>
                  <a:srgbClr val="621F8A"/>
                </a:solidFill>
                <a:latin typeface="Arial"/>
              </a:rPr>
              <a:t>1.33 mW</a:t>
            </a:r>
          </a:p>
        </p:txBody>
      </p:sp>
      <p:sp>
        <p:nvSpPr>
          <p:cNvPr id="11" name="TextBox 10"/>
          <p:cNvSpPr txBox="1"/>
          <p:nvPr/>
        </p:nvSpPr>
        <p:spPr>
          <a:xfrm>
            <a:off x="3374136" y="1938528"/>
            <a:ext cx="2514600" cy="457200"/>
          </a:xfrm>
          <a:prstGeom prst="rect">
            <a:avLst/>
          </a:prstGeom>
          <a:noFill/>
        </p:spPr>
        <p:txBody>
          <a:bodyPr wrap="square" lIns="18288" tIns="9144" rIns="18288" bIns="9144" anchor="t">
            <a:spAutoFit/>
          </a:bodyPr>
          <a:lstStyle/>
          <a:p>
            <a:pPr algn="ctr"/>
            <a:r>
              <a:rPr sz="1050" b="0" i="0">
                <a:solidFill>
                  <a:srgbClr val="707070"/>
                </a:solidFill>
                <a:latin typeface="Arial"/>
              </a:rPr>
              <a:t>consumo del baseline</a:t>
            </a:r>
          </a:p>
          <a:p>
            <a:pPr algn="ctr"/>
            <a:r>
              <a:rPr sz="1050" b="0" i="0">
                <a:solidFill>
                  <a:srgbClr val="707070"/>
                </a:solidFill>
                <a:latin typeface="Arial"/>
              </a:rPr>
              <a:t>en el PDK actualizado</a:t>
            </a:r>
          </a:p>
        </p:txBody>
      </p:sp>
      <p:sp>
        <p:nvSpPr>
          <p:cNvPr id="12" name="Rounded Rectangle 11"/>
          <p:cNvSpPr/>
          <p:nvPr/>
        </p:nvSpPr>
        <p:spPr>
          <a:xfrm>
            <a:off x="6181344" y="1234440"/>
            <a:ext cx="2697480" cy="15087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272783" y="1389888"/>
            <a:ext cx="2514600" cy="566928"/>
          </a:xfrm>
          <a:prstGeom prst="rect">
            <a:avLst/>
          </a:prstGeom>
          <a:noFill/>
        </p:spPr>
        <p:txBody>
          <a:bodyPr wrap="square" lIns="18288" tIns="9144" rIns="18288" bIns="9144" anchor="t">
            <a:spAutoFit/>
          </a:bodyPr>
          <a:lstStyle/>
          <a:p>
            <a:pPr algn="ctr"/>
            <a:r>
              <a:rPr sz="3200" b="1" i="0">
                <a:solidFill>
                  <a:srgbClr val="B32D2D"/>
                </a:solidFill>
                <a:latin typeface="Arial"/>
              </a:rPr>
              <a:t>16.8×</a:t>
            </a:r>
          </a:p>
        </p:txBody>
      </p:sp>
      <p:sp>
        <p:nvSpPr>
          <p:cNvPr id="14" name="TextBox 13"/>
          <p:cNvSpPr txBox="1"/>
          <p:nvPr/>
        </p:nvSpPr>
        <p:spPr>
          <a:xfrm>
            <a:off x="6272783" y="1938528"/>
            <a:ext cx="2514600" cy="457200"/>
          </a:xfrm>
          <a:prstGeom prst="rect">
            <a:avLst/>
          </a:prstGeom>
          <a:noFill/>
        </p:spPr>
        <p:txBody>
          <a:bodyPr wrap="square" lIns="18288" tIns="9144" rIns="18288" bIns="9144" anchor="t">
            <a:spAutoFit/>
          </a:bodyPr>
          <a:lstStyle/>
          <a:p>
            <a:pPr algn="ctr"/>
            <a:r>
              <a:rPr sz="1050" b="0" i="0">
                <a:solidFill>
                  <a:srgbClr val="707070"/>
                </a:solidFill>
                <a:latin typeface="Arial"/>
              </a:rPr>
              <a:t>de potencia que cuesta</a:t>
            </a:r>
          </a:p>
          <a:p>
            <a:pPr algn="ctr"/>
            <a:r>
              <a:rPr sz="1050" b="0" i="0">
                <a:solidFill>
                  <a:srgbClr val="707070"/>
                </a:solidFill>
                <a:latin typeface="Arial"/>
              </a:rPr>
              <a:t>quitar el clock gating</a:t>
            </a:r>
          </a:p>
        </p:txBody>
      </p:sp>
      <p:sp>
        <p:nvSpPr>
          <p:cNvPr id="15" name="Rounded Rectangle 14"/>
          <p:cNvSpPr/>
          <p:nvPr/>
        </p:nvSpPr>
        <p:spPr>
          <a:xfrm>
            <a:off x="9079992" y="1234440"/>
            <a:ext cx="2697480" cy="15087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171432" y="1389888"/>
            <a:ext cx="2514600" cy="566928"/>
          </a:xfrm>
          <a:prstGeom prst="rect">
            <a:avLst/>
          </a:prstGeom>
          <a:noFill/>
        </p:spPr>
        <p:txBody>
          <a:bodyPr wrap="square" lIns="18288" tIns="9144" rIns="18288" bIns="9144" anchor="t">
            <a:spAutoFit/>
          </a:bodyPr>
          <a:lstStyle/>
          <a:p>
            <a:pPr algn="ctr"/>
            <a:r>
              <a:rPr sz="3200" b="1" i="0">
                <a:solidFill>
                  <a:srgbClr val="1B7F4B"/>
                </a:solidFill>
                <a:latin typeface="Arial"/>
              </a:rPr>
              <a:t>9,630 / 0</a:t>
            </a:r>
          </a:p>
        </p:txBody>
      </p:sp>
      <p:sp>
        <p:nvSpPr>
          <p:cNvPr id="17" name="TextBox 16"/>
          <p:cNvSpPr txBox="1"/>
          <p:nvPr/>
        </p:nvSpPr>
        <p:spPr>
          <a:xfrm>
            <a:off x="9171432" y="1938528"/>
            <a:ext cx="2514600" cy="457200"/>
          </a:xfrm>
          <a:prstGeom prst="rect">
            <a:avLst/>
          </a:prstGeom>
          <a:noFill/>
        </p:spPr>
        <p:txBody>
          <a:bodyPr wrap="square" lIns="18288" tIns="9144" rIns="18288" bIns="9144" anchor="t">
            <a:spAutoFit/>
          </a:bodyPr>
          <a:lstStyle/>
          <a:p>
            <a:pPr algn="ctr"/>
            <a:r>
              <a:rPr sz="1050" b="0" i="0">
                <a:solidFill>
                  <a:srgbClr val="707070"/>
                </a:solidFill>
                <a:latin typeface="Arial"/>
              </a:rPr>
              <a:t>compare points passing</a:t>
            </a:r>
          </a:p>
          <a:p>
            <a:pPr algn="ctr"/>
            <a:r>
              <a:rPr sz="1050" b="0" i="0">
                <a:solidFill>
                  <a:srgbClr val="707070"/>
                </a:solidFill>
                <a:latin typeface="Arial"/>
              </a:rPr>
              <a:t>/ failing en Formality</a:t>
            </a:r>
          </a:p>
        </p:txBody>
      </p:sp>
      <p:sp>
        <p:nvSpPr>
          <p:cNvPr id="18" name="TextBox 17"/>
          <p:cNvSpPr txBox="1"/>
          <p:nvPr/>
        </p:nvSpPr>
        <p:spPr>
          <a:xfrm>
            <a:off x="384048" y="3017520"/>
            <a:ext cx="5623560" cy="274320"/>
          </a:xfrm>
          <a:prstGeom prst="rect">
            <a:avLst/>
          </a:prstGeom>
          <a:noFill/>
        </p:spPr>
        <p:txBody>
          <a:bodyPr wrap="square" lIns="18288" tIns="9144" rIns="18288" bIns="9144" anchor="t">
            <a:spAutoFit/>
          </a:bodyPr>
          <a:lstStyle/>
          <a:p>
            <a:pPr algn="l"/>
            <a:r>
              <a:rPr sz="1500" b="1" i="0">
                <a:solidFill>
                  <a:srgbClr val="621F8A"/>
                </a:solidFill>
                <a:latin typeface="Arial"/>
              </a:rPr>
              <a:t>Lo que se completó</a:t>
            </a:r>
          </a:p>
        </p:txBody>
      </p:sp>
      <p:sp>
        <p:nvSpPr>
          <p:cNvPr id="19" name="TextBox 18"/>
          <p:cNvSpPr txBox="1"/>
          <p:nvPr/>
        </p:nvSpPr>
        <p:spPr>
          <a:xfrm>
            <a:off x="384048" y="3383280"/>
            <a:ext cx="5623560" cy="1749710"/>
          </a:xfrm>
          <a:prstGeom prst="rect">
            <a:avLst/>
          </a:prstGeom>
          <a:noFill/>
        </p:spPr>
        <p:txBody>
          <a:bodyPr wrap="square" lIns="18288" tIns="9144" rIns="18288" bIns="9144" anchor="t">
            <a:spAutoFit/>
          </a:bodyPr>
          <a:lstStyle/>
          <a:p>
            <a:pPr algn="l"/>
            <a:r>
              <a:rPr sz="1250" b="0" i="0" dirty="0">
                <a:solidFill>
                  <a:srgbClr val="333333"/>
                </a:solidFill>
                <a:latin typeface="Arial"/>
              </a:rPr>
              <a:t>El </a:t>
            </a:r>
            <a:r>
              <a:rPr sz="1250" b="0" i="0" dirty="0" err="1">
                <a:solidFill>
                  <a:srgbClr val="333333"/>
                </a:solidFill>
                <a:latin typeface="Arial"/>
              </a:rPr>
              <a:t>flujo</a:t>
            </a:r>
            <a:r>
              <a:rPr sz="1250" b="0" i="0" dirty="0">
                <a:solidFill>
                  <a:srgbClr val="333333"/>
                </a:solidFill>
                <a:latin typeface="Arial"/>
              </a:rPr>
              <a:t> </a:t>
            </a:r>
            <a:r>
              <a:rPr sz="1250" b="0" i="0" dirty="0" err="1">
                <a:solidFill>
                  <a:srgbClr val="333333"/>
                </a:solidFill>
                <a:latin typeface="Arial"/>
              </a:rPr>
              <a:t>entero</a:t>
            </a:r>
            <a:r>
              <a:rPr sz="1250" b="0" i="0" dirty="0">
                <a:solidFill>
                  <a:srgbClr val="333333"/>
                </a:solidFill>
                <a:latin typeface="Arial"/>
              </a:rPr>
              <a:t>, </a:t>
            </a:r>
            <a:r>
              <a:rPr sz="1250" b="0" i="0" dirty="0" err="1">
                <a:solidFill>
                  <a:srgbClr val="333333"/>
                </a:solidFill>
                <a:latin typeface="Arial"/>
              </a:rPr>
              <a:t>desde</a:t>
            </a:r>
            <a:r>
              <a:rPr sz="1250" b="0" i="0" dirty="0">
                <a:solidFill>
                  <a:srgbClr val="333333"/>
                </a:solidFill>
                <a:latin typeface="Arial"/>
              </a:rPr>
              <a:t> la </a:t>
            </a:r>
            <a:r>
              <a:rPr sz="1250" b="0" i="0" dirty="0" err="1">
                <a:solidFill>
                  <a:srgbClr val="333333"/>
                </a:solidFill>
                <a:latin typeface="Arial"/>
              </a:rPr>
              <a:t>simulación</a:t>
            </a:r>
            <a:r>
              <a:rPr sz="1250" b="0" i="0" dirty="0">
                <a:solidFill>
                  <a:srgbClr val="333333"/>
                </a:solidFill>
                <a:latin typeface="Arial"/>
              </a:rPr>
              <a:t> del RTL hasta un layout con timing </a:t>
            </a:r>
            <a:r>
              <a:rPr sz="1250" b="0" i="0" dirty="0" err="1">
                <a:solidFill>
                  <a:srgbClr val="333333"/>
                </a:solidFill>
                <a:latin typeface="Arial"/>
              </a:rPr>
              <a:t>cerrado</a:t>
            </a:r>
            <a:r>
              <a:rPr sz="1250" b="0" i="0" dirty="0">
                <a:solidFill>
                  <a:srgbClr val="333333"/>
                </a:solidFill>
                <a:latin typeface="Arial"/>
              </a:rPr>
              <a:t>: </a:t>
            </a:r>
            <a:r>
              <a:rPr sz="1250" b="0" i="0" dirty="0" err="1">
                <a:solidFill>
                  <a:srgbClr val="333333"/>
                </a:solidFill>
                <a:latin typeface="Arial"/>
              </a:rPr>
              <a:t>síntesis</a:t>
            </a:r>
            <a:r>
              <a:rPr sz="1250" b="0" i="0" dirty="0">
                <a:solidFill>
                  <a:srgbClr val="333333"/>
                </a:solidFill>
                <a:latin typeface="Arial"/>
              </a:rPr>
              <a:t>, DFT, </a:t>
            </a:r>
            <a:r>
              <a:rPr sz="1250" b="0" i="0" dirty="0" err="1">
                <a:solidFill>
                  <a:srgbClr val="333333"/>
                </a:solidFill>
                <a:latin typeface="Arial"/>
              </a:rPr>
              <a:t>verificación</a:t>
            </a:r>
            <a:r>
              <a:rPr sz="1250" b="0" i="0" dirty="0">
                <a:solidFill>
                  <a:srgbClr val="333333"/>
                </a:solidFill>
                <a:latin typeface="Arial"/>
              </a:rPr>
              <a:t> formal, place and route, </a:t>
            </a:r>
            <a:r>
              <a:rPr sz="1250" b="0" i="0" dirty="0" err="1">
                <a:solidFill>
                  <a:srgbClr val="333333"/>
                </a:solidFill>
                <a:latin typeface="Arial"/>
              </a:rPr>
              <a:t>extracción</a:t>
            </a:r>
            <a:r>
              <a:rPr sz="1250" b="0" i="0" dirty="0">
                <a:solidFill>
                  <a:srgbClr val="333333"/>
                </a:solidFill>
                <a:latin typeface="Arial"/>
              </a:rPr>
              <a:t> de </a:t>
            </a:r>
            <a:r>
              <a:rPr sz="1250" b="0" i="0" dirty="0" err="1">
                <a:solidFill>
                  <a:srgbClr val="333333"/>
                </a:solidFill>
                <a:latin typeface="Arial"/>
              </a:rPr>
              <a:t>parásitos</a:t>
            </a:r>
            <a:r>
              <a:rPr sz="1250" b="0" i="0" dirty="0">
                <a:solidFill>
                  <a:srgbClr val="333333"/>
                </a:solidFill>
                <a:latin typeface="Arial"/>
              </a:rPr>
              <a:t> y </a:t>
            </a:r>
            <a:r>
              <a:rPr sz="1250" b="0" i="0" dirty="0" err="1">
                <a:solidFill>
                  <a:srgbClr val="333333"/>
                </a:solidFill>
                <a:latin typeface="Arial"/>
              </a:rPr>
              <a:t>análisis</a:t>
            </a:r>
            <a:r>
              <a:rPr sz="1250" b="0" i="0" dirty="0">
                <a:solidFill>
                  <a:srgbClr val="333333"/>
                </a:solidFill>
                <a:latin typeface="Arial"/>
              </a:rPr>
              <a:t> </a:t>
            </a:r>
            <a:r>
              <a:rPr sz="1250" b="0" i="0" dirty="0" err="1">
                <a:solidFill>
                  <a:srgbClr val="333333"/>
                </a:solidFill>
                <a:latin typeface="Arial"/>
              </a:rPr>
              <a:t>estático</a:t>
            </a:r>
            <a:r>
              <a:rPr sz="1250" b="0" i="0" dirty="0">
                <a:solidFill>
                  <a:srgbClr val="333333"/>
                </a:solidFill>
                <a:latin typeface="Arial"/>
              </a:rPr>
              <a:t> de timing.</a:t>
            </a:r>
          </a:p>
          <a:p>
            <a:pPr algn="l"/>
            <a:endParaRPr sz="1250" b="0" i="0" dirty="0">
              <a:solidFill>
                <a:srgbClr val="333333"/>
              </a:solidFill>
              <a:latin typeface="Arial"/>
            </a:endParaRPr>
          </a:p>
          <a:p>
            <a:pPr algn="l"/>
            <a:r>
              <a:rPr sz="1250" b="0" i="0" dirty="0">
                <a:solidFill>
                  <a:srgbClr val="333333"/>
                </a:solidFill>
                <a:latin typeface="Arial"/>
              </a:rPr>
              <a:t>En el PDK original el </a:t>
            </a:r>
            <a:r>
              <a:rPr sz="1250" b="0" i="0" dirty="0" err="1">
                <a:solidFill>
                  <a:srgbClr val="333333"/>
                </a:solidFill>
                <a:latin typeface="Arial"/>
              </a:rPr>
              <a:t>diseño</a:t>
            </a:r>
            <a:r>
              <a:rPr sz="1250" b="0" i="0" dirty="0">
                <a:solidFill>
                  <a:srgbClr val="333333"/>
                </a:solidFill>
                <a:latin typeface="Arial"/>
              </a:rPr>
              <a:t> </a:t>
            </a:r>
            <a:r>
              <a:rPr sz="1250" b="0" i="0" dirty="0" err="1">
                <a:solidFill>
                  <a:srgbClr val="333333"/>
                </a:solidFill>
                <a:latin typeface="Arial"/>
              </a:rPr>
              <a:t>cierra</a:t>
            </a:r>
            <a:r>
              <a:rPr sz="1250" b="0" i="0" dirty="0">
                <a:solidFill>
                  <a:srgbClr val="333333"/>
                </a:solidFill>
                <a:latin typeface="Arial"/>
              </a:rPr>
              <a:t> </a:t>
            </a:r>
            <a:r>
              <a:rPr sz="1250" b="0" i="0" dirty="0" err="1">
                <a:solidFill>
                  <a:srgbClr val="333333"/>
                </a:solidFill>
                <a:latin typeface="Arial"/>
              </a:rPr>
              <a:t>en</a:t>
            </a:r>
            <a:r>
              <a:rPr sz="1250" b="0" i="0" dirty="0">
                <a:solidFill>
                  <a:srgbClr val="333333"/>
                </a:solidFill>
                <a:latin typeface="Arial"/>
              </a:rPr>
              <a:t> el corner </a:t>
            </a:r>
            <a:r>
              <a:rPr sz="1250" b="0" i="0" dirty="0" err="1">
                <a:solidFill>
                  <a:srgbClr val="333333"/>
                </a:solidFill>
                <a:latin typeface="Arial"/>
              </a:rPr>
              <a:t>típico</a:t>
            </a:r>
            <a:r>
              <a:rPr sz="1250" b="0" i="0" dirty="0">
                <a:solidFill>
                  <a:srgbClr val="333333"/>
                </a:solidFill>
                <a:latin typeface="Arial"/>
              </a:rPr>
              <a:t> con WNS de +4.05 ns y 3.99 </a:t>
            </a:r>
            <a:r>
              <a:rPr sz="1250" b="0" i="0" dirty="0" err="1">
                <a:solidFill>
                  <a:srgbClr val="333333"/>
                </a:solidFill>
                <a:latin typeface="Arial"/>
              </a:rPr>
              <a:t>mW</a:t>
            </a:r>
            <a:r>
              <a:rPr sz="1250" b="0" i="0" dirty="0">
                <a:solidFill>
                  <a:srgbClr val="333333"/>
                </a:solidFill>
                <a:latin typeface="Arial"/>
              </a:rPr>
              <a:t> gracias al clock gating. Tras </a:t>
            </a:r>
            <a:r>
              <a:rPr sz="1250" b="0" i="0" dirty="0" err="1">
                <a:solidFill>
                  <a:srgbClr val="333333"/>
                </a:solidFill>
                <a:latin typeface="Arial"/>
              </a:rPr>
              <a:t>migrar</a:t>
            </a:r>
            <a:r>
              <a:rPr sz="1250" b="0" i="0" dirty="0">
                <a:solidFill>
                  <a:srgbClr val="333333"/>
                </a:solidFill>
                <a:latin typeface="Arial"/>
              </a:rPr>
              <a:t> al PDK </a:t>
            </a:r>
            <a:r>
              <a:rPr sz="1250" b="0" i="0" dirty="0" err="1">
                <a:solidFill>
                  <a:srgbClr val="333333"/>
                </a:solidFill>
                <a:latin typeface="Arial"/>
              </a:rPr>
              <a:t>actualizado</a:t>
            </a:r>
            <a:r>
              <a:rPr sz="1250" b="0" i="0" dirty="0">
                <a:solidFill>
                  <a:srgbClr val="333333"/>
                </a:solidFill>
                <a:latin typeface="Arial"/>
              </a:rPr>
              <a:t> </a:t>
            </a:r>
            <a:r>
              <a:rPr sz="1250" b="0" i="0" dirty="0" err="1">
                <a:solidFill>
                  <a:srgbClr val="333333"/>
                </a:solidFill>
                <a:latin typeface="Arial"/>
              </a:rPr>
              <a:t>vuelve</a:t>
            </a:r>
            <a:r>
              <a:rPr sz="1250" b="0" i="0" dirty="0">
                <a:solidFill>
                  <a:srgbClr val="333333"/>
                </a:solidFill>
                <a:latin typeface="Arial"/>
              </a:rPr>
              <a:t> a </a:t>
            </a:r>
            <a:r>
              <a:rPr sz="1250" b="0" i="0" dirty="0" err="1">
                <a:solidFill>
                  <a:srgbClr val="333333"/>
                </a:solidFill>
                <a:latin typeface="Arial"/>
              </a:rPr>
              <a:t>cerrar</a:t>
            </a:r>
            <a:r>
              <a:rPr sz="1250" b="0" i="0" dirty="0">
                <a:solidFill>
                  <a:srgbClr val="333333"/>
                </a:solidFill>
                <a:latin typeface="Arial"/>
              </a:rPr>
              <a:t> sin </a:t>
            </a:r>
            <a:r>
              <a:rPr sz="1250" b="0" i="0" dirty="0" err="1">
                <a:solidFill>
                  <a:srgbClr val="333333"/>
                </a:solidFill>
                <a:latin typeface="Arial"/>
              </a:rPr>
              <a:t>violaciones</a:t>
            </a:r>
            <a:r>
              <a:rPr sz="1250" b="0" i="0" dirty="0">
                <a:solidFill>
                  <a:srgbClr val="333333"/>
                </a:solidFill>
                <a:latin typeface="Arial"/>
              </a:rPr>
              <a:t>: +7.01 ns de </a:t>
            </a:r>
            <a:r>
              <a:rPr sz="1250" b="0" i="0" dirty="0" err="1">
                <a:solidFill>
                  <a:srgbClr val="333333"/>
                </a:solidFill>
                <a:latin typeface="Arial"/>
              </a:rPr>
              <a:t>margen</a:t>
            </a:r>
            <a:r>
              <a:rPr sz="1250" b="0" i="0" dirty="0">
                <a:solidFill>
                  <a:srgbClr val="333333"/>
                </a:solidFill>
                <a:latin typeface="Arial"/>
              </a:rPr>
              <a:t> y 1.33 </a:t>
            </a:r>
            <a:r>
              <a:rPr sz="1250" b="0" i="0" dirty="0" err="1">
                <a:solidFill>
                  <a:srgbClr val="333333"/>
                </a:solidFill>
                <a:latin typeface="Arial"/>
              </a:rPr>
              <a:t>mW</a:t>
            </a:r>
            <a:r>
              <a:rPr sz="1250" b="0" i="0" dirty="0">
                <a:solidFill>
                  <a:srgbClr val="333333"/>
                </a:solidFill>
                <a:latin typeface="Arial"/>
              </a:rPr>
              <a:t>.</a:t>
            </a:r>
          </a:p>
          <a:p>
            <a:pPr algn="l"/>
            <a:endParaRPr sz="1250" b="0" i="0" dirty="0">
              <a:solidFill>
                <a:srgbClr val="333333"/>
              </a:solidFill>
              <a:latin typeface="Arial"/>
            </a:endParaRPr>
          </a:p>
          <a:p>
            <a:pPr algn="l"/>
            <a:r>
              <a:rPr sz="1250" b="0" i="0" dirty="0" err="1">
                <a:solidFill>
                  <a:srgbClr val="333333"/>
                </a:solidFill>
                <a:latin typeface="Arial"/>
              </a:rPr>
              <a:t>Único</a:t>
            </a:r>
            <a:r>
              <a:rPr sz="1250" b="0" i="0" dirty="0">
                <a:solidFill>
                  <a:srgbClr val="333333"/>
                </a:solidFill>
                <a:latin typeface="Arial"/>
              </a:rPr>
              <a:t> </a:t>
            </a:r>
            <a:r>
              <a:rPr sz="1250" b="0" i="0" dirty="0" err="1">
                <a:solidFill>
                  <a:srgbClr val="333333"/>
                </a:solidFill>
                <a:latin typeface="Arial"/>
              </a:rPr>
              <a:t>pendiente</a:t>
            </a:r>
            <a:r>
              <a:rPr sz="1250" b="0" i="0" dirty="0">
                <a:solidFill>
                  <a:srgbClr val="333333"/>
                </a:solidFill>
                <a:latin typeface="Arial"/>
              </a:rPr>
              <a:t>: </a:t>
            </a:r>
            <a:r>
              <a:rPr sz="1250" b="0" i="0" dirty="0" err="1">
                <a:solidFill>
                  <a:srgbClr val="333333"/>
                </a:solidFill>
                <a:latin typeface="Arial"/>
              </a:rPr>
              <a:t>PrimeTime</a:t>
            </a:r>
            <a:r>
              <a:rPr sz="1250" b="0" i="0" dirty="0">
                <a:solidFill>
                  <a:srgbClr val="333333"/>
                </a:solidFill>
                <a:latin typeface="Arial"/>
              </a:rPr>
              <a:t> ECO, </a:t>
            </a:r>
            <a:r>
              <a:rPr sz="1250" b="0" i="0" dirty="0" err="1">
                <a:solidFill>
                  <a:srgbClr val="333333"/>
                </a:solidFill>
                <a:latin typeface="Arial"/>
              </a:rPr>
              <a:t>por</a:t>
            </a:r>
            <a:r>
              <a:rPr sz="1250" b="0" i="0" dirty="0">
                <a:solidFill>
                  <a:srgbClr val="333333"/>
                </a:solidFill>
                <a:latin typeface="Arial"/>
              </a:rPr>
              <a:t> </a:t>
            </a:r>
            <a:r>
              <a:rPr sz="1250" b="0" i="0" dirty="0" err="1">
                <a:solidFill>
                  <a:srgbClr val="333333"/>
                </a:solidFill>
                <a:latin typeface="Arial"/>
              </a:rPr>
              <a:t>falta</a:t>
            </a:r>
            <a:r>
              <a:rPr sz="1250" b="0" i="0" dirty="0">
                <a:solidFill>
                  <a:srgbClr val="333333"/>
                </a:solidFill>
                <a:latin typeface="Arial"/>
              </a:rPr>
              <a:t> de </a:t>
            </a:r>
            <a:r>
              <a:rPr sz="1250" b="0" i="0" dirty="0" err="1">
                <a:solidFill>
                  <a:srgbClr val="333333"/>
                </a:solidFill>
                <a:latin typeface="Arial"/>
              </a:rPr>
              <a:t>licencia</a:t>
            </a:r>
            <a:r>
              <a:rPr lang="es-MX" sz="1250" b="0" i="0" dirty="0">
                <a:solidFill>
                  <a:srgbClr val="333333"/>
                </a:solidFill>
                <a:latin typeface="Arial"/>
              </a:rPr>
              <a:t> y comprensión </a:t>
            </a:r>
            <a:endParaRPr sz="1250" b="0" i="0" dirty="0">
              <a:solidFill>
                <a:srgbClr val="333333"/>
              </a:solidFill>
              <a:latin typeface="Arial"/>
            </a:endParaRPr>
          </a:p>
        </p:txBody>
      </p:sp>
      <p:sp>
        <p:nvSpPr>
          <p:cNvPr id="20" name="Rounded Rectangle 19"/>
          <p:cNvSpPr/>
          <p:nvPr/>
        </p:nvSpPr>
        <p:spPr>
          <a:xfrm>
            <a:off x="6190488" y="3017520"/>
            <a:ext cx="5623560" cy="3154680"/>
          </a:xfrm>
          <a:prstGeom prst="roundRect">
            <a:avLst>
              <a:gd name="adj" fmla="val 5000"/>
            </a:avLst>
          </a:prstGeom>
          <a:solidFill>
            <a:srgbClr val="F3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464808" y="3218688"/>
            <a:ext cx="5120640" cy="274320"/>
          </a:xfrm>
          <a:prstGeom prst="rect">
            <a:avLst/>
          </a:prstGeom>
          <a:noFill/>
        </p:spPr>
        <p:txBody>
          <a:bodyPr wrap="square" lIns="18288" tIns="9144" rIns="18288" bIns="9144" anchor="t">
            <a:spAutoFit/>
          </a:bodyPr>
          <a:lstStyle/>
          <a:p>
            <a:pPr algn="l"/>
            <a:r>
              <a:rPr sz="1500" b="1" i="0">
                <a:solidFill>
                  <a:srgbClr val="621F8A"/>
                </a:solidFill>
                <a:latin typeface="Arial"/>
              </a:rPr>
              <a:t>Lo que me llevo</a:t>
            </a:r>
          </a:p>
        </p:txBody>
      </p:sp>
      <p:sp>
        <p:nvSpPr>
          <p:cNvPr id="22" name="TextBox 21"/>
          <p:cNvSpPr txBox="1"/>
          <p:nvPr/>
        </p:nvSpPr>
        <p:spPr>
          <a:xfrm>
            <a:off x="6464808" y="3584448"/>
            <a:ext cx="5074920" cy="2134430"/>
          </a:xfrm>
          <a:prstGeom prst="rect">
            <a:avLst/>
          </a:prstGeom>
          <a:noFill/>
        </p:spPr>
        <p:txBody>
          <a:bodyPr wrap="square" lIns="18288" tIns="9144" rIns="18288" bIns="9144" anchor="t">
            <a:spAutoFit/>
          </a:bodyPr>
          <a:lstStyle/>
          <a:p>
            <a:pPr algn="l"/>
            <a:r>
              <a:rPr sz="1250" b="0" i="0" dirty="0">
                <a:solidFill>
                  <a:srgbClr val="333333"/>
                </a:solidFill>
                <a:latin typeface="Arial"/>
              </a:rPr>
              <a:t>•  Verdi </a:t>
            </a:r>
            <a:r>
              <a:rPr sz="1250" b="0" i="0" dirty="0" err="1">
                <a:solidFill>
                  <a:srgbClr val="333333"/>
                </a:solidFill>
                <a:latin typeface="Arial"/>
              </a:rPr>
              <a:t>cambió</a:t>
            </a:r>
            <a:r>
              <a:rPr sz="1250" b="0" i="0" dirty="0">
                <a:solidFill>
                  <a:srgbClr val="333333"/>
                </a:solidFill>
                <a:latin typeface="Arial"/>
              </a:rPr>
              <a:t> </a:t>
            </a:r>
            <a:r>
              <a:rPr sz="1250" b="0" i="0" dirty="0" err="1">
                <a:solidFill>
                  <a:srgbClr val="333333"/>
                </a:solidFill>
                <a:latin typeface="Arial"/>
              </a:rPr>
              <a:t>cómo</a:t>
            </a:r>
            <a:r>
              <a:rPr sz="1250" b="0" i="0" dirty="0">
                <a:solidFill>
                  <a:srgbClr val="333333"/>
                </a:solidFill>
                <a:latin typeface="Arial"/>
              </a:rPr>
              <a:t> </a:t>
            </a:r>
            <a:r>
              <a:rPr sz="1250" b="0" i="0" dirty="0" err="1">
                <a:solidFill>
                  <a:srgbClr val="333333"/>
                </a:solidFill>
                <a:latin typeface="Arial"/>
              </a:rPr>
              <a:t>depuro</a:t>
            </a:r>
            <a:r>
              <a:rPr sz="1250" b="0" i="0" dirty="0">
                <a:solidFill>
                  <a:srgbClr val="333333"/>
                </a:solidFill>
                <a:latin typeface="Arial"/>
              </a:rPr>
              <a:t>. El bug de </a:t>
            </a:r>
            <a:r>
              <a:rPr sz="1250" b="0" i="0" dirty="0" err="1">
                <a:solidFill>
                  <a:srgbClr val="333333"/>
                </a:solidFill>
                <a:latin typeface="Arial"/>
              </a:rPr>
              <a:t>decodificación</a:t>
            </a:r>
            <a:r>
              <a:rPr sz="1250" b="0" i="0" dirty="0">
                <a:solidFill>
                  <a:srgbClr val="333333"/>
                </a:solidFill>
                <a:latin typeface="Arial"/>
              </a:rPr>
              <a:t> de </a:t>
            </a:r>
            <a:r>
              <a:rPr sz="1250" b="0" i="0" dirty="0" err="1">
                <a:solidFill>
                  <a:srgbClr val="333333"/>
                </a:solidFill>
                <a:latin typeface="Arial"/>
              </a:rPr>
              <a:t>tipo</a:t>
            </a:r>
            <a:r>
              <a:rPr sz="1250" b="0" i="0" dirty="0">
                <a:solidFill>
                  <a:srgbClr val="333333"/>
                </a:solidFill>
                <a:latin typeface="Arial"/>
              </a:rPr>
              <a:t> R no </a:t>
            </a:r>
            <a:r>
              <a:rPr sz="1250" b="0" i="0" dirty="0" err="1">
                <a:solidFill>
                  <a:srgbClr val="333333"/>
                </a:solidFill>
                <a:latin typeface="Arial"/>
              </a:rPr>
              <a:t>salía</a:t>
            </a:r>
            <a:r>
              <a:rPr sz="1250" b="0" i="0" dirty="0">
                <a:solidFill>
                  <a:srgbClr val="333333"/>
                </a:solidFill>
                <a:latin typeface="Arial"/>
              </a:rPr>
              <a:t> de un log </a:t>
            </a:r>
            <a:r>
              <a:rPr sz="1250" b="0" i="0" dirty="0" err="1">
                <a:solidFill>
                  <a:srgbClr val="333333"/>
                </a:solidFill>
                <a:latin typeface="Arial"/>
              </a:rPr>
              <a:t>ni</a:t>
            </a:r>
            <a:r>
              <a:rPr sz="1250" b="0" i="0" dirty="0">
                <a:solidFill>
                  <a:srgbClr val="333333"/>
                </a:solidFill>
                <a:latin typeface="Arial"/>
              </a:rPr>
              <a:t> de un print: </a:t>
            </a:r>
            <a:r>
              <a:rPr sz="1250" b="0" i="0" dirty="0" err="1">
                <a:solidFill>
                  <a:srgbClr val="333333"/>
                </a:solidFill>
                <a:latin typeface="Arial"/>
              </a:rPr>
              <a:t>salía</a:t>
            </a:r>
            <a:r>
              <a:rPr sz="1250" b="0" i="0" dirty="0">
                <a:solidFill>
                  <a:srgbClr val="333333"/>
                </a:solidFill>
                <a:latin typeface="Arial"/>
              </a:rPr>
              <a:t> de </a:t>
            </a:r>
            <a:r>
              <a:rPr sz="1250" b="0" i="0" dirty="0" err="1">
                <a:solidFill>
                  <a:srgbClr val="333333"/>
                </a:solidFill>
                <a:latin typeface="Arial"/>
              </a:rPr>
              <a:t>mirar</a:t>
            </a:r>
            <a:r>
              <a:rPr sz="1250" b="0" i="0" dirty="0">
                <a:solidFill>
                  <a:srgbClr val="333333"/>
                </a:solidFill>
                <a:latin typeface="Arial"/>
              </a:rPr>
              <a:t> la waveform y </a:t>
            </a:r>
            <a:r>
              <a:rPr sz="1250" b="0" i="0" dirty="0" err="1">
                <a:solidFill>
                  <a:srgbClr val="333333"/>
                </a:solidFill>
                <a:latin typeface="Arial"/>
              </a:rPr>
              <a:t>notar</a:t>
            </a:r>
            <a:r>
              <a:rPr sz="1250" b="0" i="0" dirty="0">
                <a:solidFill>
                  <a:srgbClr val="333333"/>
                </a:solidFill>
                <a:latin typeface="Arial"/>
              </a:rPr>
              <a:t> </a:t>
            </a:r>
            <a:r>
              <a:rPr sz="1250" b="0" i="0" dirty="0" err="1">
                <a:solidFill>
                  <a:srgbClr val="333333"/>
                </a:solidFill>
                <a:latin typeface="Arial"/>
              </a:rPr>
              <a:t>que</a:t>
            </a:r>
            <a:r>
              <a:rPr sz="1250" b="0" i="0" dirty="0">
                <a:solidFill>
                  <a:srgbClr val="333333"/>
                </a:solidFill>
                <a:latin typeface="Arial"/>
              </a:rPr>
              <a:t> el </a:t>
            </a:r>
            <a:r>
              <a:rPr sz="1250" b="0" i="0" dirty="0" err="1">
                <a:solidFill>
                  <a:srgbClr val="333333"/>
                </a:solidFill>
                <a:latin typeface="Arial"/>
              </a:rPr>
              <a:t>resultado</a:t>
            </a:r>
            <a:r>
              <a:rPr sz="1250" b="0" i="0" dirty="0">
                <a:solidFill>
                  <a:srgbClr val="333333"/>
                </a:solidFill>
                <a:latin typeface="Arial"/>
              </a:rPr>
              <a:t> no </a:t>
            </a:r>
            <a:r>
              <a:rPr sz="1250" b="0" i="0" dirty="0" err="1">
                <a:solidFill>
                  <a:srgbClr val="333333"/>
                </a:solidFill>
                <a:latin typeface="Arial"/>
              </a:rPr>
              <a:t>correspondía</a:t>
            </a:r>
            <a:r>
              <a:rPr sz="1250" b="0" i="0" dirty="0">
                <a:solidFill>
                  <a:srgbClr val="333333"/>
                </a:solidFill>
                <a:latin typeface="Arial"/>
              </a:rPr>
              <a:t> a </a:t>
            </a:r>
            <a:r>
              <a:rPr sz="1250" b="0" i="0" dirty="0" err="1">
                <a:solidFill>
                  <a:srgbClr val="333333"/>
                </a:solidFill>
                <a:latin typeface="Arial"/>
              </a:rPr>
              <a:t>los</a:t>
            </a:r>
            <a:r>
              <a:rPr sz="1250" b="0" i="0" dirty="0">
                <a:solidFill>
                  <a:srgbClr val="333333"/>
                </a:solidFill>
                <a:latin typeface="Arial"/>
              </a:rPr>
              <a:t> </a:t>
            </a:r>
            <a:r>
              <a:rPr sz="1250" b="0" i="0" dirty="0" err="1">
                <a:solidFill>
                  <a:srgbClr val="333333"/>
                </a:solidFill>
                <a:latin typeface="Arial"/>
              </a:rPr>
              <a:t>operandos</a:t>
            </a:r>
            <a:r>
              <a:rPr lang="es-MX" sz="1250" dirty="0">
                <a:solidFill>
                  <a:srgbClr val="333333"/>
                </a:solidFill>
              </a:rPr>
              <a:t> con </a:t>
            </a:r>
            <a:r>
              <a:rPr lang="es-MX" sz="1250" dirty="0" err="1">
                <a:solidFill>
                  <a:srgbClr val="333333"/>
                </a:solidFill>
              </a:rPr>
              <a:t>GTKWave</a:t>
            </a:r>
            <a:r>
              <a:rPr lang="es-MX" sz="1250" dirty="0">
                <a:solidFill>
                  <a:srgbClr val="333333"/>
                </a:solidFill>
              </a:rPr>
              <a:t> lastimosamente no se ve muy bien </a:t>
            </a:r>
            <a:endParaRPr sz="1250" b="0" i="0" dirty="0">
              <a:solidFill>
                <a:srgbClr val="333333"/>
              </a:solidFill>
              <a:latin typeface="Arial"/>
            </a:endParaRPr>
          </a:p>
          <a:p>
            <a:pPr algn="l"/>
            <a:endParaRPr sz="1250" b="0" i="0" dirty="0">
              <a:solidFill>
                <a:srgbClr val="333333"/>
              </a:solidFill>
              <a:latin typeface="Arial"/>
            </a:endParaRPr>
          </a:p>
          <a:p>
            <a:pPr algn="l"/>
            <a:r>
              <a:rPr sz="1250" b="0" i="0" dirty="0">
                <a:solidFill>
                  <a:srgbClr val="333333"/>
                </a:solidFill>
                <a:latin typeface="Arial"/>
              </a:rPr>
              <a:t>•  El coverage bajo no </a:t>
            </a:r>
            <a:r>
              <a:rPr sz="1250" b="0" i="0" dirty="0" err="1">
                <a:solidFill>
                  <a:srgbClr val="333333"/>
                </a:solidFill>
                <a:latin typeface="Arial"/>
              </a:rPr>
              <a:t>siempre</a:t>
            </a:r>
            <a:r>
              <a:rPr sz="1250" b="0" i="0" dirty="0">
                <a:solidFill>
                  <a:srgbClr val="333333"/>
                </a:solidFill>
                <a:latin typeface="Arial"/>
              </a:rPr>
              <a:t> es un </a:t>
            </a:r>
            <a:r>
              <a:rPr sz="1250" b="0" i="0" dirty="0" err="1">
                <a:solidFill>
                  <a:srgbClr val="333333"/>
                </a:solidFill>
                <a:latin typeface="Arial"/>
              </a:rPr>
              <a:t>problema</a:t>
            </a:r>
            <a:r>
              <a:rPr sz="1250" b="0" i="0" dirty="0">
                <a:solidFill>
                  <a:srgbClr val="333333"/>
                </a:solidFill>
                <a:latin typeface="Arial"/>
              </a:rPr>
              <a:t>. El PWM lo </a:t>
            </a:r>
            <a:r>
              <a:rPr sz="1250" b="0" i="0" dirty="0" err="1">
                <a:solidFill>
                  <a:srgbClr val="333333"/>
                </a:solidFill>
                <a:latin typeface="Arial"/>
              </a:rPr>
              <a:t>tiene</a:t>
            </a:r>
            <a:r>
              <a:rPr sz="1250" b="0" i="0" dirty="0">
                <a:solidFill>
                  <a:srgbClr val="333333"/>
                </a:solidFill>
                <a:latin typeface="Arial"/>
              </a:rPr>
              <a:t> bajo </a:t>
            </a:r>
            <a:r>
              <a:rPr sz="1250" b="0" i="0" dirty="0" err="1">
                <a:solidFill>
                  <a:srgbClr val="333333"/>
                </a:solidFill>
                <a:latin typeface="Arial"/>
              </a:rPr>
              <a:t>por</a:t>
            </a:r>
            <a:r>
              <a:rPr sz="1250" b="0" i="0" dirty="0">
                <a:solidFill>
                  <a:srgbClr val="333333"/>
                </a:solidFill>
                <a:latin typeface="Arial"/>
              </a:rPr>
              <a:t> </a:t>
            </a:r>
            <a:r>
              <a:rPr sz="1250" b="0" i="0" dirty="0" err="1">
                <a:solidFill>
                  <a:srgbClr val="333333"/>
                </a:solidFill>
                <a:latin typeface="Arial"/>
              </a:rPr>
              <a:t>diseño</a:t>
            </a:r>
            <a:r>
              <a:rPr sz="1250" b="0" i="0" dirty="0">
                <a:solidFill>
                  <a:srgbClr val="333333"/>
                </a:solidFill>
                <a:latin typeface="Arial"/>
              </a:rPr>
              <a:t>, y </a:t>
            </a:r>
            <a:r>
              <a:rPr sz="1250" b="0" i="0" dirty="0" err="1">
                <a:solidFill>
                  <a:srgbClr val="333333"/>
                </a:solidFill>
                <a:latin typeface="Arial"/>
              </a:rPr>
              <a:t>entender</a:t>
            </a:r>
            <a:r>
              <a:rPr sz="1250" b="0" i="0" dirty="0">
                <a:solidFill>
                  <a:srgbClr val="333333"/>
                </a:solidFill>
                <a:latin typeface="Arial"/>
              </a:rPr>
              <a:t> </a:t>
            </a:r>
            <a:r>
              <a:rPr sz="1250" b="0" i="0" dirty="0" err="1">
                <a:solidFill>
                  <a:srgbClr val="333333"/>
                </a:solidFill>
                <a:latin typeface="Arial"/>
              </a:rPr>
              <a:t>por</a:t>
            </a:r>
            <a:r>
              <a:rPr sz="1250" b="0" i="0" dirty="0">
                <a:solidFill>
                  <a:srgbClr val="333333"/>
                </a:solidFill>
                <a:latin typeface="Arial"/>
              </a:rPr>
              <a:t> </a:t>
            </a:r>
            <a:r>
              <a:rPr sz="1250" b="0" i="0" dirty="0" err="1">
                <a:solidFill>
                  <a:srgbClr val="333333"/>
                </a:solidFill>
                <a:latin typeface="Arial"/>
              </a:rPr>
              <a:t>qué</a:t>
            </a:r>
            <a:r>
              <a:rPr sz="1250" b="0" i="0" dirty="0">
                <a:solidFill>
                  <a:srgbClr val="333333"/>
                </a:solidFill>
                <a:latin typeface="Arial"/>
              </a:rPr>
              <a:t> vale </a:t>
            </a:r>
            <a:r>
              <a:rPr sz="1250" b="0" i="0" dirty="0" err="1">
                <a:solidFill>
                  <a:srgbClr val="333333"/>
                </a:solidFill>
                <a:latin typeface="Arial"/>
              </a:rPr>
              <a:t>más</a:t>
            </a:r>
            <a:r>
              <a:rPr sz="1250" b="0" i="0" dirty="0">
                <a:solidFill>
                  <a:srgbClr val="333333"/>
                </a:solidFill>
                <a:latin typeface="Arial"/>
              </a:rPr>
              <a:t> </a:t>
            </a:r>
            <a:r>
              <a:rPr lang="es-MX" sz="1250" b="0" i="0" dirty="0">
                <a:solidFill>
                  <a:srgbClr val="333333"/>
                </a:solidFill>
                <a:latin typeface="Arial"/>
              </a:rPr>
              <a:t>que ir por el 100% siempre</a:t>
            </a:r>
            <a:endParaRPr sz="1250" b="0" i="0" dirty="0">
              <a:solidFill>
                <a:srgbClr val="333333"/>
              </a:solidFill>
              <a:latin typeface="Arial"/>
            </a:endParaRPr>
          </a:p>
          <a:p>
            <a:pPr algn="l"/>
            <a:endParaRPr sz="1250" b="0" i="0" dirty="0">
              <a:solidFill>
                <a:srgbClr val="333333"/>
              </a:solidFill>
              <a:latin typeface="Arial"/>
            </a:endParaRPr>
          </a:p>
          <a:p>
            <a:pPr algn="l"/>
            <a:r>
              <a:rPr sz="1250" b="0" i="0" dirty="0">
                <a:solidFill>
                  <a:srgbClr val="333333"/>
                </a:solidFill>
                <a:latin typeface="Arial"/>
              </a:rPr>
              <a:t>•  Lo </a:t>
            </a:r>
            <a:r>
              <a:rPr sz="1250" b="0" i="0" dirty="0" err="1">
                <a:solidFill>
                  <a:srgbClr val="333333"/>
                </a:solidFill>
                <a:latin typeface="Arial"/>
              </a:rPr>
              <a:t>más</a:t>
            </a:r>
            <a:r>
              <a:rPr sz="1250" b="0" i="0" dirty="0">
                <a:solidFill>
                  <a:srgbClr val="333333"/>
                </a:solidFill>
                <a:latin typeface="Arial"/>
              </a:rPr>
              <a:t> </a:t>
            </a:r>
            <a:r>
              <a:rPr sz="1250" b="0" i="0" dirty="0" err="1">
                <a:solidFill>
                  <a:srgbClr val="333333"/>
                </a:solidFill>
                <a:latin typeface="Arial"/>
              </a:rPr>
              <a:t>valioso</a:t>
            </a:r>
            <a:r>
              <a:rPr sz="1250" b="0" i="0" dirty="0">
                <a:solidFill>
                  <a:srgbClr val="333333"/>
                </a:solidFill>
                <a:latin typeface="Arial"/>
              </a:rPr>
              <a:t> </a:t>
            </a:r>
            <a:r>
              <a:rPr sz="1250" b="0" i="0" dirty="0" err="1">
                <a:solidFill>
                  <a:srgbClr val="333333"/>
                </a:solidFill>
                <a:latin typeface="Arial"/>
              </a:rPr>
              <a:t>fue</a:t>
            </a:r>
            <a:r>
              <a:rPr sz="1250" b="0" i="0" dirty="0">
                <a:solidFill>
                  <a:srgbClr val="333333"/>
                </a:solidFill>
                <a:latin typeface="Arial"/>
              </a:rPr>
              <a:t> </a:t>
            </a:r>
            <a:r>
              <a:rPr sz="1250" b="0" i="0" dirty="0" err="1">
                <a:solidFill>
                  <a:srgbClr val="333333"/>
                </a:solidFill>
                <a:latin typeface="Arial"/>
              </a:rPr>
              <a:t>llevar</a:t>
            </a:r>
            <a:r>
              <a:rPr sz="1250" b="0" i="0" dirty="0">
                <a:solidFill>
                  <a:srgbClr val="333333"/>
                </a:solidFill>
                <a:latin typeface="Arial"/>
              </a:rPr>
              <a:t> hasta layout un CPU </a:t>
            </a:r>
            <a:r>
              <a:rPr sz="1250" b="0" i="0" dirty="0" err="1">
                <a:solidFill>
                  <a:srgbClr val="333333"/>
                </a:solidFill>
                <a:latin typeface="Arial"/>
              </a:rPr>
              <a:t>que</a:t>
            </a:r>
            <a:r>
              <a:rPr sz="1250" b="0" i="0" dirty="0">
                <a:solidFill>
                  <a:srgbClr val="333333"/>
                </a:solidFill>
                <a:latin typeface="Arial"/>
              </a:rPr>
              <a:t> </a:t>
            </a:r>
            <a:r>
              <a:rPr sz="1250" b="0" i="0" dirty="0" err="1">
                <a:solidFill>
                  <a:srgbClr val="333333"/>
                </a:solidFill>
                <a:latin typeface="Arial"/>
              </a:rPr>
              <a:t>diseñé</a:t>
            </a:r>
            <a:r>
              <a:rPr sz="1250" b="0" i="0" dirty="0">
                <a:solidFill>
                  <a:srgbClr val="333333"/>
                </a:solidFill>
                <a:latin typeface="Arial"/>
              </a:rPr>
              <a:t> </a:t>
            </a:r>
            <a:r>
              <a:rPr sz="1250" b="0" i="0" dirty="0" err="1">
                <a:solidFill>
                  <a:srgbClr val="333333"/>
                </a:solidFill>
                <a:latin typeface="Arial"/>
              </a:rPr>
              <a:t>yo</a:t>
            </a:r>
            <a:r>
              <a:rPr sz="1250" b="0" i="0" dirty="0">
                <a:solidFill>
                  <a:srgbClr val="333333"/>
                </a:solidFill>
                <a:latin typeface="Arial"/>
              </a:rPr>
              <a:t> </a:t>
            </a:r>
            <a:r>
              <a:rPr sz="1250" b="0" i="0" dirty="0" err="1">
                <a:solidFill>
                  <a:srgbClr val="333333"/>
                </a:solidFill>
                <a:latin typeface="Arial"/>
              </a:rPr>
              <a:t>mismo</a:t>
            </a:r>
            <a:r>
              <a:rPr sz="1250" b="0" i="0" dirty="0">
                <a:solidFill>
                  <a:srgbClr val="333333"/>
                </a:solidFill>
                <a:latin typeface="Arial"/>
              </a:rPr>
              <a:t>, </a:t>
            </a:r>
            <a:r>
              <a:rPr sz="1250" b="0" i="0" dirty="0" err="1">
                <a:solidFill>
                  <a:srgbClr val="333333"/>
                </a:solidFill>
                <a:latin typeface="Arial"/>
              </a:rPr>
              <a:t>ya</a:t>
            </a:r>
            <a:r>
              <a:rPr sz="1250" b="0" i="0" dirty="0">
                <a:solidFill>
                  <a:srgbClr val="333333"/>
                </a:solidFill>
                <a:latin typeface="Arial"/>
              </a:rPr>
              <a:t> </a:t>
            </a:r>
            <a:r>
              <a:rPr sz="1250" b="0" i="0" dirty="0" err="1">
                <a:solidFill>
                  <a:srgbClr val="333333"/>
                </a:solidFill>
                <a:latin typeface="Arial"/>
              </a:rPr>
              <a:t>probado</a:t>
            </a:r>
            <a:r>
              <a:rPr sz="1250" b="0" i="0" dirty="0">
                <a:solidFill>
                  <a:srgbClr val="333333"/>
                </a:solidFill>
                <a:latin typeface="Arial"/>
              </a:rPr>
              <a:t> </a:t>
            </a:r>
            <a:r>
              <a:rPr sz="1250" b="0" i="0" dirty="0" err="1">
                <a:solidFill>
                  <a:srgbClr val="333333"/>
                </a:solidFill>
                <a:latin typeface="Arial"/>
              </a:rPr>
              <a:t>como</a:t>
            </a:r>
            <a:r>
              <a:rPr sz="1250" b="0" i="0" dirty="0">
                <a:solidFill>
                  <a:srgbClr val="333333"/>
                </a:solidFill>
                <a:latin typeface="Arial"/>
              </a:rPr>
              <a:t> softcore </a:t>
            </a:r>
            <a:r>
              <a:rPr sz="1250" b="0" i="0" dirty="0" err="1">
                <a:solidFill>
                  <a:srgbClr val="333333"/>
                </a:solidFill>
                <a:latin typeface="Arial"/>
              </a:rPr>
              <a:t>en</a:t>
            </a:r>
            <a:r>
              <a:rPr sz="1250" b="0" i="0" dirty="0">
                <a:solidFill>
                  <a:srgbClr val="333333"/>
                </a:solidFill>
                <a:latin typeface="Arial"/>
              </a:rPr>
              <a:t> </a:t>
            </a:r>
            <a:r>
              <a:rPr sz="1250" b="0" i="0" dirty="0" err="1">
                <a:solidFill>
                  <a:srgbClr val="333333"/>
                </a:solidFill>
                <a:latin typeface="Arial"/>
              </a:rPr>
              <a:t>una</a:t>
            </a:r>
            <a:r>
              <a:rPr sz="1250" b="0" i="0" dirty="0">
                <a:solidFill>
                  <a:srgbClr val="333333"/>
                </a:solidFill>
                <a:latin typeface="Arial"/>
              </a:rPr>
              <a:t> Tang Nano 9K, y </a:t>
            </a:r>
            <a:r>
              <a:rPr sz="1250" b="0" i="0" dirty="0" err="1">
                <a:solidFill>
                  <a:srgbClr val="333333"/>
                </a:solidFill>
                <a:latin typeface="Arial"/>
              </a:rPr>
              <a:t>comprobar</a:t>
            </a:r>
            <a:r>
              <a:rPr sz="1250" b="0" i="0" dirty="0">
                <a:solidFill>
                  <a:srgbClr val="333333"/>
                </a:solidFill>
                <a:latin typeface="Arial"/>
              </a:rPr>
              <a:t> </a:t>
            </a:r>
            <a:r>
              <a:rPr sz="1250" b="0" i="0" dirty="0" err="1">
                <a:solidFill>
                  <a:srgbClr val="333333"/>
                </a:solidFill>
                <a:latin typeface="Arial"/>
              </a:rPr>
              <a:t>que</a:t>
            </a:r>
            <a:r>
              <a:rPr sz="1250" b="0" i="0" dirty="0">
                <a:solidFill>
                  <a:srgbClr val="333333"/>
                </a:solidFill>
                <a:latin typeface="Arial"/>
              </a:rPr>
              <a:t> </a:t>
            </a:r>
            <a:r>
              <a:rPr lang="es-MX" sz="1250" b="0" i="0" dirty="0">
                <a:solidFill>
                  <a:srgbClr val="333333"/>
                </a:solidFill>
                <a:latin typeface="Arial"/>
              </a:rPr>
              <a:t>que si puede ser fabricado y validado</a:t>
            </a:r>
            <a:endParaRPr sz="1250" b="0" i="0" dirty="0">
              <a:solidFill>
                <a:srgbClr val="333333"/>
              </a:solidFill>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663A43-B932-CC5D-D4F6-0132F59F5529}"/>
              </a:ext>
            </a:extLst>
          </p:cNvPr>
          <p:cNvSpPr>
            <a:spLocks noGrp="1"/>
          </p:cNvSpPr>
          <p:nvPr>
            <p:ph type="title"/>
          </p:nvPr>
        </p:nvSpPr>
        <p:spPr/>
        <p:txBody>
          <a:bodyPr/>
          <a:lstStyle/>
          <a:p>
            <a:r>
              <a:rPr lang="es-MX" dirty="0"/>
              <a:t>Referencias, links y reportes relevantes</a:t>
            </a:r>
            <a:endParaRPr lang="es-GT" dirty="0"/>
          </a:p>
        </p:txBody>
      </p:sp>
      <p:sp>
        <p:nvSpPr>
          <p:cNvPr id="3" name="Marcador de texto 2">
            <a:extLst>
              <a:ext uri="{FF2B5EF4-FFF2-40B4-BE49-F238E27FC236}">
                <a16:creationId xmlns:a16="http://schemas.microsoft.com/office/drawing/2014/main" id="{B55EBD04-9B7A-4805-2973-B7D5439F29E2}"/>
              </a:ext>
            </a:extLst>
          </p:cNvPr>
          <p:cNvSpPr>
            <a:spLocks noGrp="1"/>
          </p:cNvSpPr>
          <p:nvPr>
            <p:ph type="body" idx="1"/>
          </p:nvPr>
        </p:nvSpPr>
        <p:spPr/>
        <p:txBody>
          <a:bodyPr/>
          <a:lstStyle/>
          <a:p>
            <a:r>
              <a:rPr lang="es-MX" dirty="0"/>
              <a:t>Se añaden links a todo el trabajo que pude hacer y documentar</a:t>
            </a:r>
            <a:endParaRPr lang="es-GT" dirty="0"/>
          </a:p>
        </p:txBody>
      </p:sp>
      <p:pic>
        <p:nvPicPr>
          <p:cNvPr id="6" name="Imagen 5">
            <a:extLst>
              <a:ext uri="{FF2B5EF4-FFF2-40B4-BE49-F238E27FC236}">
                <a16:creationId xmlns:a16="http://schemas.microsoft.com/office/drawing/2014/main" id="{A3F717A5-0325-25C7-33A1-C70A33D27B12}"/>
              </a:ext>
            </a:extLst>
          </p:cNvPr>
          <p:cNvPicPr>
            <a:picLocks noChangeAspect="1"/>
          </p:cNvPicPr>
          <p:nvPr/>
        </p:nvPicPr>
        <p:blipFill>
          <a:blip r:embed="rId2"/>
          <a:stretch>
            <a:fillRect/>
          </a:stretch>
        </p:blipFill>
        <p:spPr>
          <a:xfrm>
            <a:off x="1231392" y="1898017"/>
            <a:ext cx="3987544" cy="3987544"/>
          </a:xfrm>
          <a:prstGeom prst="rect">
            <a:avLst/>
          </a:prstGeom>
        </p:spPr>
      </p:pic>
      <p:sp>
        <p:nvSpPr>
          <p:cNvPr id="8" name="TextBox 6">
            <a:extLst>
              <a:ext uri="{FF2B5EF4-FFF2-40B4-BE49-F238E27FC236}">
                <a16:creationId xmlns:a16="http://schemas.microsoft.com/office/drawing/2014/main" id="{BD700DFE-9F6F-BB2C-8653-E14D1C0BB652}"/>
              </a:ext>
            </a:extLst>
          </p:cNvPr>
          <p:cNvSpPr txBox="1"/>
          <p:nvPr/>
        </p:nvSpPr>
        <p:spPr>
          <a:xfrm>
            <a:off x="1316354" y="1540852"/>
            <a:ext cx="2691384" cy="480131"/>
          </a:xfrm>
          <a:prstGeom prst="rect">
            <a:avLst/>
          </a:prstGeom>
          <a:noFill/>
        </p:spPr>
        <p:txBody>
          <a:bodyPr wrap="square" lIns="18288" tIns="9144" rIns="18288" bIns="9144" anchor="t">
            <a:spAutoFit/>
          </a:bodyPr>
          <a:lstStyle/>
          <a:p>
            <a:pPr algn="l"/>
            <a:r>
              <a:rPr lang="es-MX" sz="1500" b="1" i="0" dirty="0">
                <a:solidFill>
                  <a:srgbClr val="621F8A"/>
                </a:solidFill>
                <a:latin typeface="Arial"/>
              </a:rPr>
              <a:t>Repositorio de mi </a:t>
            </a:r>
            <a:r>
              <a:rPr lang="es-MX" sz="1500" b="1" i="0" dirty="0" err="1">
                <a:solidFill>
                  <a:srgbClr val="621F8A"/>
                </a:solidFill>
                <a:latin typeface="Arial"/>
              </a:rPr>
              <a:t>Softcore</a:t>
            </a:r>
            <a:br>
              <a:rPr lang="es-MX" sz="1500" b="1" i="0" dirty="0">
                <a:solidFill>
                  <a:srgbClr val="621F8A"/>
                </a:solidFill>
                <a:latin typeface="Arial"/>
              </a:rPr>
            </a:br>
            <a:r>
              <a:rPr lang="es-MX" sz="1500" b="1" i="0" dirty="0">
                <a:solidFill>
                  <a:srgbClr val="621F8A"/>
                </a:solidFill>
                <a:latin typeface="Arial"/>
              </a:rPr>
              <a:t>(Falta actualizar)</a:t>
            </a:r>
            <a:endParaRPr sz="1500" b="1" i="0" dirty="0">
              <a:solidFill>
                <a:srgbClr val="621F8A"/>
              </a:solidFill>
              <a:latin typeface="Arial"/>
            </a:endParaRPr>
          </a:p>
        </p:txBody>
      </p:sp>
      <p:pic>
        <p:nvPicPr>
          <p:cNvPr id="10" name="Imagen 9">
            <a:extLst>
              <a:ext uri="{FF2B5EF4-FFF2-40B4-BE49-F238E27FC236}">
                <a16:creationId xmlns:a16="http://schemas.microsoft.com/office/drawing/2014/main" id="{B8A4D953-3230-BDA2-049B-F5565DB9A3D7}"/>
              </a:ext>
            </a:extLst>
          </p:cNvPr>
          <p:cNvPicPr>
            <a:picLocks noChangeAspect="1"/>
          </p:cNvPicPr>
          <p:nvPr/>
        </p:nvPicPr>
        <p:blipFill>
          <a:blip r:embed="rId3"/>
          <a:stretch>
            <a:fillRect/>
          </a:stretch>
        </p:blipFill>
        <p:spPr>
          <a:xfrm>
            <a:off x="6336032" y="1898017"/>
            <a:ext cx="3987544" cy="3987544"/>
          </a:xfrm>
          <a:prstGeom prst="rect">
            <a:avLst/>
          </a:prstGeom>
        </p:spPr>
      </p:pic>
      <p:sp>
        <p:nvSpPr>
          <p:cNvPr id="14" name="TextBox 6">
            <a:extLst>
              <a:ext uri="{FF2B5EF4-FFF2-40B4-BE49-F238E27FC236}">
                <a16:creationId xmlns:a16="http://schemas.microsoft.com/office/drawing/2014/main" id="{3619E069-CB7E-9A0B-BCCB-0417E69E0034}"/>
              </a:ext>
            </a:extLst>
          </p:cNvPr>
          <p:cNvSpPr txBox="1"/>
          <p:nvPr/>
        </p:nvSpPr>
        <p:spPr>
          <a:xfrm>
            <a:off x="6445760" y="1286437"/>
            <a:ext cx="4146804" cy="710964"/>
          </a:xfrm>
          <a:prstGeom prst="rect">
            <a:avLst/>
          </a:prstGeom>
          <a:noFill/>
        </p:spPr>
        <p:txBody>
          <a:bodyPr wrap="square" lIns="18288" tIns="9144" rIns="18288" bIns="9144" anchor="t">
            <a:spAutoFit/>
          </a:bodyPr>
          <a:lstStyle/>
          <a:p>
            <a:pPr algn="l"/>
            <a:r>
              <a:rPr lang="es-MX" sz="1500" b="1" i="0" dirty="0">
                <a:solidFill>
                  <a:srgbClr val="621F8A"/>
                </a:solidFill>
                <a:latin typeface="Arial"/>
              </a:rPr>
              <a:t>Reportes hechos en </a:t>
            </a:r>
            <a:r>
              <a:rPr lang="es-MX" sz="1500" b="1" i="0" dirty="0" err="1">
                <a:solidFill>
                  <a:srgbClr val="621F8A"/>
                </a:solidFill>
                <a:latin typeface="Arial"/>
              </a:rPr>
              <a:t>fodisegua</a:t>
            </a:r>
            <a:endParaRPr lang="es-MX" sz="1500" b="1" i="0" dirty="0">
              <a:solidFill>
                <a:srgbClr val="621F8A"/>
              </a:solidFill>
              <a:latin typeface="Arial"/>
            </a:endParaRPr>
          </a:p>
          <a:p>
            <a:pPr algn="l"/>
            <a:r>
              <a:rPr lang="es-MX" sz="1500" b="1" dirty="0">
                <a:solidFill>
                  <a:srgbClr val="621F8A"/>
                </a:solidFill>
              </a:rPr>
              <a:t>Laboratorios y </a:t>
            </a:r>
            <a:r>
              <a:rPr lang="es-MX" sz="1500" b="1" dirty="0" err="1">
                <a:solidFill>
                  <a:srgbClr val="621F8A"/>
                </a:solidFill>
              </a:rPr>
              <a:t>solucion</a:t>
            </a:r>
            <a:r>
              <a:rPr lang="es-MX" sz="1500" b="1" dirty="0">
                <a:solidFill>
                  <a:srgbClr val="621F8A"/>
                </a:solidFill>
              </a:rPr>
              <a:t> – 300 paginas</a:t>
            </a:r>
          </a:p>
          <a:p>
            <a:pPr algn="l"/>
            <a:r>
              <a:rPr lang="es-MX" sz="1500" b="1" dirty="0">
                <a:solidFill>
                  <a:srgbClr val="621F8A"/>
                </a:solidFill>
              </a:rPr>
              <a:t>Flujo completo – 143 paginas </a:t>
            </a:r>
            <a:endParaRPr sz="1500" b="1" i="0" dirty="0">
              <a:solidFill>
                <a:srgbClr val="621F8A"/>
              </a:solidFill>
              <a:latin typeface="Arial"/>
            </a:endParaRPr>
          </a:p>
        </p:txBody>
      </p:sp>
    </p:spTree>
    <p:extLst>
      <p:ext uri="{BB962C8B-B14F-4D97-AF65-F5344CB8AC3E}">
        <p14:creationId xmlns:p14="http://schemas.microsoft.com/office/powerpoint/2010/main" val="3102541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ynopsys_Light_2025">
  <a:themeElements>
    <a:clrScheme name="Synopsys 2022">
      <a:dk1>
        <a:srgbClr val="000000"/>
      </a:dk1>
      <a:lt1>
        <a:srgbClr val="FFFFFF"/>
      </a:lt1>
      <a:dk2>
        <a:srgbClr val="000000"/>
      </a:dk2>
      <a:lt2>
        <a:srgbClr val="FFFFFF"/>
      </a:lt2>
      <a:accent1>
        <a:srgbClr val="7E45AF"/>
      </a:accent1>
      <a:accent2>
        <a:srgbClr val="FDB71A"/>
      </a:accent2>
      <a:accent3>
        <a:srgbClr val="79A133"/>
      </a:accent3>
      <a:accent4>
        <a:srgbClr val="E23B31"/>
      </a:accent4>
      <a:accent5>
        <a:srgbClr val="00A5AB"/>
      </a:accent5>
      <a:accent6>
        <a:srgbClr val="0081FE"/>
      </a:accent6>
      <a:hlink>
        <a:srgbClr val="0081FE"/>
      </a:hlink>
      <a:folHlink>
        <a:srgbClr val="646E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Synopsys 2022">
      <a:dk1>
        <a:srgbClr val="000000"/>
      </a:dk1>
      <a:lt1>
        <a:srgbClr val="FFFFFF"/>
      </a:lt1>
      <a:dk2>
        <a:srgbClr val="000000"/>
      </a:dk2>
      <a:lt2>
        <a:srgbClr val="FFFFFF"/>
      </a:lt2>
      <a:accent1>
        <a:srgbClr val="7E45AF"/>
      </a:accent1>
      <a:accent2>
        <a:srgbClr val="FDB71A"/>
      </a:accent2>
      <a:accent3>
        <a:srgbClr val="79A133"/>
      </a:accent3>
      <a:accent4>
        <a:srgbClr val="E23B31"/>
      </a:accent4>
      <a:accent5>
        <a:srgbClr val="00A5AB"/>
      </a:accent5>
      <a:accent6>
        <a:srgbClr val="0081FE"/>
      </a:accent6>
      <a:hlink>
        <a:srgbClr val="0081FE"/>
      </a:hlink>
      <a:folHlink>
        <a:srgbClr val="646E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4886</Words>
  <Application>Microsoft Office PowerPoint</Application>
  <PresentationFormat>Panorámica</PresentationFormat>
  <Paragraphs>529</Paragraphs>
  <Slides>34</Slides>
  <Notes>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34</vt:i4>
      </vt:variant>
    </vt:vector>
  </HeadingPairs>
  <TitlesOfParts>
    <vt:vector size="37" baseType="lpstr">
      <vt:lpstr>Arial</vt:lpstr>
      <vt:lpstr>Courier New</vt:lpstr>
      <vt:lpstr>Synopsys_Light_2025</vt:lpstr>
      <vt:lpstr>Project Report</vt:lpstr>
      <vt:lpstr>Presentación de PowerPoint</vt:lpstr>
      <vt:lpstr>Agenda</vt:lpstr>
      <vt:lpstr>Delivery Requirements</vt:lpstr>
      <vt:lpstr>Team / Individual Introduction</vt:lpstr>
      <vt:lpstr>El diseño: MicroRV8</vt:lpstr>
      <vt:lpstr>ISA de 16 bits</vt:lpstr>
      <vt:lpstr>El flujo implementado</vt:lpstr>
      <vt:lpstr>Verification</vt:lpstr>
      <vt:lpstr>Metodología de verificación</vt:lpstr>
      <vt:lpstr>Verification — ALU</vt:lpstr>
      <vt:lpstr>Verification — Regfile</vt:lpstr>
      <vt:lpstr>Verification — UART</vt:lpstr>
      <vt:lpstr>Verification — PWM y generador de funciones</vt:lpstr>
      <vt:lpstr>Verification — sistema completo</vt:lpstr>
      <vt:lpstr>Waveforms de las 8 instrucciones requeridas (1/3)</vt:lpstr>
      <vt:lpstr>Waveforms de las 8 instrucciones requeridas (2/3)</vt:lpstr>
      <vt:lpstr>Waveforms de las 8 instrucciones requeridas (3/3)</vt:lpstr>
      <vt:lpstr>Discussion — ¿cómo aseguro que el RTL está libre de bugs?</vt:lpstr>
      <vt:lpstr>Logic Synthesis — cinco variantes de compile_ultra</vt:lpstr>
      <vt:lpstr>Logic Synthesis — se elige: gate_clock</vt:lpstr>
      <vt:lpstr>Formality y DFT</vt:lpstr>
      <vt:lpstr>Physical Synthesis — floorplan y placement</vt:lpstr>
      <vt:lpstr>Physical Synthesis — CTS y routing</vt:lpstr>
      <vt:lpstr>Signoff — DRC/LVS, StarRC y PrimeTime</vt:lpstr>
      <vt:lpstr>PPA Sweep</vt:lpstr>
      <vt:lpstr>Corrección de PDK</vt:lpstr>
      <vt:lpstr>Corrección de PDK — migración</vt:lpstr>
      <vt:lpstr>Corrección de PDK — síntesis y layout</vt:lpstr>
      <vt:lpstr>Corrección de PDK — análisis del layout</vt:lpstr>
      <vt:lpstr>Corrección de PDK — PPA y convergencia de timing</vt:lpstr>
      <vt:lpstr>Conclusiones</vt:lpstr>
      <vt:lpstr>Referencias, links y reportes relevantes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Ronald Valenzuela</dc:creator>
  <cp:lastModifiedBy>Pablo Jose L?pez Mazariegos</cp:lastModifiedBy>
  <cp:revision>1</cp:revision>
  <dcterms:created xsi:type="dcterms:W3CDTF">2025-08-25T15:41:24Z</dcterms:created>
  <dcterms:modified xsi:type="dcterms:W3CDTF">2026-08-13T05:28:57Z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3543871</vt:lpwstr>
  </property>
  <property fmtid="{D5CDD505-2E9C-101B-9397-08002B2CF9AE}" pid="3" name="NXPowerLiteSettings">
    <vt:lpwstr>E9000F7008E001</vt:lpwstr>
  </property>
  <property fmtid="{D5CDD505-2E9C-101B-9397-08002B2CF9AE}" pid="4" name="NXPowerLiteVersion">
    <vt:lpwstr>D9.1.6</vt:lpwstr>
  </property>
  <property fmtid="{D5CDD505-2E9C-101B-9397-08002B2CF9AE}" pid="5" name="Version">
    <vt:lpwstr>01 Light, March 28 2033</vt:lpwstr>
  </property>
  <property fmtid="{D5CDD505-2E9C-101B-9397-08002B2CF9AE}" pid="6" name="MediaServiceImageTags">
    <vt:lpwstr/>
  </property>
  <property fmtid="{D5CDD505-2E9C-101B-9397-08002B2CF9AE}" pid="7" name="ContentTypeId">
    <vt:lpwstr>0x0101001F0E9C4F3F08C64B92FAAEC6FF116D7C</vt:lpwstr>
  </property>
</Properties>
</file>